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sldIdLst>
    <p:sldId id="256" r:id="rId2"/>
    <p:sldId id="257" r:id="rId3"/>
    <p:sldId id="258" r:id="rId4"/>
    <p:sldId id="260" r:id="rId5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6" d="100"/>
          <a:sy n="56" d="100"/>
        </p:scale>
        <p:origin x="100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9-21T21:29:10.2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1 0 32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3T22:16:11.1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1 0 32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1T17:17:10.0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1 0 32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E56D6-F195-48D7-978E-7EE16D4304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6946" y="1104900"/>
            <a:ext cx="8376514" cy="3120504"/>
          </a:xfrm>
        </p:spPr>
        <p:txBody>
          <a:bodyPr anchor="b">
            <a:normAutofit/>
          </a:bodyPr>
          <a:lstStyle>
            <a:lvl1pPr algn="ctr">
              <a:lnSpc>
                <a:spcPct val="110000"/>
              </a:lnSpc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A72F42-5C88-4F7D-803B-C371B570D7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08039" y="4442385"/>
            <a:ext cx="6074328" cy="984023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i="0" spc="16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0384F3-2D6A-49F6-8F79-F3955E904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9259A-1FE3-4FF9-8A07-BDD8177164ED}" type="datetime4">
              <a:rPr lang="en-US" smtClean="0"/>
              <a:t>September 11, 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363F32-CD31-4801-BAE4-09EEB1262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D5D34C-49ED-4ADB-8693-73B790764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4350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7B333-9E16-4502-96B5-3F586B7E0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D0795-5EC7-4FF8-9FC7-22AFA3C5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A2DA5B-9862-4A23-8FEC-5C1ABC2EEF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506456" y="5074920"/>
            <a:ext cx="2647667" cy="365125"/>
          </a:xfrm>
        </p:spPr>
        <p:txBody>
          <a:bodyPr/>
          <a:lstStyle/>
          <a:p>
            <a:fld id="{5D340FED-6E95-4177-A7EF-CD303B9E611D}" type="datetime4">
              <a:rPr lang="en-US" smtClean="0"/>
              <a:t>September 11, 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D9A4B-0DA7-46BB-9DCE-3F26075C4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10451592" y="1408176"/>
            <a:ext cx="277049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6A7C47-81AC-431C-A7C3-2BC71AD14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58016" y="3136392"/>
            <a:ext cx="545911" cy="580029"/>
          </a:xfrm>
        </p:spPr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968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D2E47-4DC7-46C4-9407-FA4CF7E0A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2513" y="1709738"/>
            <a:ext cx="9087774" cy="3438524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F7B502-122E-4177-A408-FC436A254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2513" y="5148262"/>
            <a:ext cx="8844522" cy="1138238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229696-2AEF-4765-B33E-7DA328E46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962CB-39AD-45A9-800F-54DAB53D6021}" type="datetime4">
              <a:rPr lang="en-US" smtClean="0"/>
              <a:t>September 11, 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9B2E4-2F1C-4FEE-AAB2-4FCC3EEFD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7D4B8-E107-480A-AA17-261CA49BB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280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8BAE8-3305-4F08-BECB-56AD7FD4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021AC-6D8D-4D24-8B01-8AE8F41BE4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50878" y="1825624"/>
            <a:ext cx="4473622" cy="4460875"/>
          </a:xfrm>
        </p:spPr>
        <p:txBody>
          <a:bodyPr/>
          <a:lstStyle>
            <a:lvl2pPr marL="274320" indent="0">
              <a:buFontTx/>
              <a:buNone/>
              <a:defRPr/>
            </a:lvl2pPr>
            <a:lvl3pPr marL="502920">
              <a:defRPr/>
            </a:lvl3pPr>
            <a:lvl4pPr marL="548640" indent="0">
              <a:buFontTx/>
              <a:buNone/>
              <a:defRPr/>
            </a:lvl4pPr>
            <a:lvl5pPr marL="73152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E7F49C-3DB3-40B7-89B3-E3BC32FC11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44540" y="1825624"/>
            <a:ext cx="5016943" cy="44608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E33D58-BDF5-4F1F-806B-0491CB362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DF93D-55AB-4606-B9D7-742F1FC51983}" type="datetime4">
              <a:rPr lang="en-US" smtClean="0"/>
              <a:t>September 11, 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8BCBFD-1FE1-441A-B3AF-C3E7E7B8D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0CE272-E6FB-455B-BACB-2471D66D9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4135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3A4FB-9EF5-4D6C-A275-2DE1077A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1563" y="1835219"/>
            <a:ext cx="4452938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i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9972A-4D34-4A9F-84EB-8D64A703B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71562" y="2717801"/>
            <a:ext cx="4452938" cy="3559452"/>
          </a:xfrm>
        </p:spPr>
        <p:txBody>
          <a:bodyPr/>
          <a:lstStyle>
            <a:lvl2pPr marL="274320" indent="0">
              <a:buFontTx/>
              <a:buNone/>
              <a:defRPr/>
            </a:lvl2pPr>
            <a:lvl3pPr marL="548640">
              <a:defRPr/>
            </a:lvl3pPr>
            <a:lvl4pPr marL="594360" indent="0">
              <a:buFontTx/>
              <a:buNone/>
              <a:defRPr/>
            </a:lvl4pPr>
            <a:lvl5pPr marL="82296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BBDDE3-C8D7-4600-8259-24E1F8118A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844540" y="1835219"/>
            <a:ext cx="5016943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i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649FFF-44C7-4256-AFE1-C5457C7AB5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844540" y="2717800"/>
            <a:ext cx="5016943" cy="3559453"/>
          </a:xfrm>
        </p:spPr>
        <p:txBody>
          <a:bodyPr/>
          <a:lstStyle>
            <a:lvl2pPr marL="457200" indent="0">
              <a:buNone/>
              <a:defRPr/>
            </a:lvl2pPr>
            <a:lvl3pPr marL="548640">
              <a:defRPr/>
            </a:lvl3pPr>
            <a:lvl4pPr marL="594360" indent="0">
              <a:buFontTx/>
              <a:buNone/>
              <a:defRPr/>
            </a:lvl4pPr>
            <a:lvl5pPr marL="82296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EC6ACF-080E-4B7C-B0C0-77E90C16E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2841D-FB5C-47AB-B2FF-32E855C1EA71}" type="datetime4">
              <a:rPr lang="en-US" smtClean="0"/>
              <a:t>September 11, 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A68C0B-BC90-4ADA-B6E6-2B30BFF9E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BCE559-C82B-4E27-965B-4AC3C66FC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3752B99E-38EC-4745-889B-124D34759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90298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DE7304-D393-47F0-ACCC-1F72EFCCE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537E9-D174-424D-BEE8-AFC4CA5F9F97}" type="datetime4">
              <a:rPr lang="en-US" smtClean="0"/>
              <a:t>September 11, 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8451FF-032D-4787-BA4B-5EB415494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B7511D-7256-4A08-BF62-3B3F821A6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3FCDA27-1C47-4EA1-A160-EC91FD88B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081437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DE8ADA-7BF8-433A-8770-61C690F37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A44C0-F7AC-49C2-8289-1E7A86D9FB50}" type="datetime4">
              <a:rPr lang="en-US" smtClean="0"/>
              <a:t>September 11, 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357B86-EC22-49C6-BBC6-639D57D1A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63764B-CF91-4C81-B4C3-5B5E5A973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3133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E4801-B0C7-4458-B413-24D6E68FA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33" y="457200"/>
            <a:ext cx="4170355" cy="191750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A0C76-733A-488A-89FB-7D04FD64B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1637" y="457200"/>
            <a:ext cx="5562601" cy="59436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45B9DE-016A-4B31-BB52-99C76E28B4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33" y="2374708"/>
            <a:ext cx="4170355" cy="402609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ED6CC3-66DD-4D9A-A9C7-F588BA88C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B84BC-6E78-40D1-8831-40AB1F596614}" type="datetime4">
              <a:rPr lang="en-US" smtClean="0"/>
              <a:t>September 11, 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359FC8-04EF-4F7D-8E43-4EE0E95DA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71C964-4227-4DEE-87A1-026162DDF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45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0EB4E-D4BB-4C86-A820-63474E5A4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2038" y="457199"/>
            <a:ext cx="3913241" cy="19288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FA99A1-8FAF-415D-A399-1B2C2A0F23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57752" y="457200"/>
            <a:ext cx="6110288" cy="59436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A15BEE-9915-4637-85A2-2AF2872C72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2038" y="2386013"/>
            <a:ext cx="3913241" cy="40147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73427C-3B67-4ED4-925D-04B9C09AA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FA080F-3961-4D42-BEDE-84A1FED032F1}" type="datetime4">
              <a:rPr lang="en-US" smtClean="0"/>
              <a:t>September 11, 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B5DAFD-22DE-4E9E-9C72-B16C1F273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E8EE99-49CC-4A30-8ADA-39EFD8DAA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8671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0171A2-02C1-4543-8B6B-FCF7E69712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50879" y="1825625"/>
            <a:ext cx="9810604" cy="4516696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95027C-A386-44E4-AFE1-33AFFDA3A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C3C8F-D4A7-4EAD-92AD-82C91CB8BB85}" type="datetime4">
              <a:rPr lang="en-US" smtClean="0"/>
              <a:t>September 11, 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BF710-0558-4457-825D-48713CAED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7F93D-5DC3-4C36-AEB0-79CDB15C3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7CFC0C8-11FE-4003-B2D6-B7B8E2790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71722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EB41C5-3638-439D-BA61-4DAA142226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464025"/>
            <a:ext cx="2161540" cy="580029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9B91A0-A376-483C-926E-189F376E55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464023"/>
            <a:ext cx="7886700" cy="58002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14134E-B7D5-4664-BB2E-6A98ED630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1D41-E33C-4BC7-8272-37E8417FD097}" type="datetime4">
              <a:rPr lang="en-US" smtClean="0"/>
              <a:t>September 11, 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54E2A-B1CE-4F2E-9D9A-D47E514D5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7C304-46A8-4179-87A2-B8CC10BAA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686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customXml" Target="../ink/ink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erson in a dark room&#10;&#10;Description automatically generated">
            <a:extLst>
              <a:ext uri="{FF2B5EF4-FFF2-40B4-BE49-F238E27FC236}">
                <a16:creationId xmlns:a16="http://schemas.microsoft.com/office/drawing/2014/main" id="{DEB2E8C4-C3E7-4048-A43D-9859510CFA9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744" y="0"/>
            <a:ext cx="1286256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FBD2E1-C16B-4996-869C-DD03823A8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1"/>
            <a:ext cx="9810604" cy="12160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44DB6A-ED8E-4755-BC7A-B7AA652442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0879" y="1825624"/>
            <a:ext cx="9810604" cy="44287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5CE27-B558-4B88-ACE3-B704231277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09243" y="5071825"/>
            <a:ext cx="26476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spc="3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defRPr>
            </a:lvl1pPr>
          </a:lstStyle>
          <a:p>
            <a:fld id="{A33960BD-7AC1-4217-9611-AAA56D3EE38F}" type="datetime4">
              <a:rPr lang="en-US" smtClean="0"/>
              <a:pPr/>
              <a:t>September 11, 2025</a:t>
            </a:fld>
            <a:endParaRPr lang="en-US" dirty="0">
              <a:latin typeface="+mn-lt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CE5D61-F203-4F00-9CF1-AB0AE49370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447827" y="1407402"/>
            <a:ext cx="27704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cap="all" spc="3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defRPr>
            </a:lvl1pPr>
          </a:lstStyle>
          <a:p>
            <a:endParaRPr lang="en-US" dirty="0">
              <a:latin typeface="+mn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F38BD-5F38-4F6E-B5DD-EB1AF06002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60121" y="3138985"/>
            <a:ext cx="545911" cy="5800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defRPr>
            </a:lvl1pPr>
          </a:lstStyle>
          <a:p>
            <a:fld id="{9D4AEF59-F28E-467C-9EA3-92D1CFAD475A}" type="slidenum">
              <a:rPr lang="en-US" smtClean="0"/>
              <a:pPr/>
              <a:t>‹#›</a:t>
            </a:fld>
            <a:endParaRPr lang="en-US">
              <a:latin typeface="+mn-lt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24D29CCB-7956-4E3E-8880-304085F04BF4}"/>
                  </a:ext>
                </a:extLst>
              </p14:cNvPr>
              <p14:cNvContentPartPr/>
              <p14:nvPr/>
            </p14:nvContentPartPr>
            <p14:xfrm>
              <a:off x="12490710" y="6342652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24D29CCB-7956-4E3E-8880-304085F04BF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2481710" y="6333652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85211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sz="2800" kern="1200" cap="all" spc="600" baseline="0">
          <a:solidFill>
            <a:schemeClr val="tx1">
              <a:lumMod val="85000"/>
              <a:lumOff val="15000"/>
            </a:schemeClr>
          </a:solidFill>
          <a:latin typeface="+mj-lt"/>
          <a:ea typeface="Batang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0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1pPr>
      <a:lvl2pPr marL="274320" indent="0" algn="l" defTabSz="914400" rtl="0" eaLnBrk="1" latinLnBrk="0" hangingPunct="1">
        <a:lnSpc>
          <a:spcPct val="100000"/>
        </a:lnSpc>
        <a:spcBef>
          <a:spcPts val="500"/>
        </a:spcBef>
        <a:buFontTx/>
        <a:buNone/>
        <a:defRPr sz="18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2pPr>
      <a:lvl3pPr marL="605790" indent="-28575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3pPr>
      <a:lvl4pPr marL="630936" indent="0" algn="l" defTabSz="914400" rtl="0" eaLnBrk="1" latinLnBrk="0" hangingPunct="1">
        <a:lnSpc>
          <a:spcPct val="100000"/>
        </a:lnSpc>
        <a:spcBef>
          <a:spcPts val="500"/>
        </a:spcBef>
        <a:buFontTx/>
        <a:buNone/>
        <a:defRPr sz="14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4pPr>
      <a:lvl5pPr marL="82296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E91F5CA-B392-444C-88E3-BF5BAAEBDE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59807F-B6FA-44D3-9A53-C55B6B5688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80681"/>
            <a:ext cx="12192000" cy="2777318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F9120D-5FB7-188A-BE8B-2A0205830D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6000" y="5755341"/>
            <a:ext cx="10160000" cy="884518"/>
          </a:xfrm>
        </p:spPr>
        <p:txBody>
          <a:bodyPr anchor="t">
            <a:normAutofit/>
          </a:bodyPr>
          <a:lstStyle/>
          <a:p>
            <a:r>
              <a:rPr lang="es-MX" dirty="0"/>
              <a:t>SPSS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F22DE3-679A-7187-5BF4-B5D7616D0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27292" y="5149516"/>
            <a:ext cx="5768283" cy="505326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s-MX" sz="1000"/>
              <a:t>Tecnológico de Monterrey</a:t>
            </a:r>
          </a:p>
          <a:p>
            <a:pPr>
              <a:lnSpc>
                <a:spcPct val="90000"/>
              </a:lnSpc>
            </a:pPr>
            <a:r>
              <a:rPr lang="es-MX" sz="1000"/>
              <a:t>EGADE Business School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39D792-BBA5-51D5-99D1-815A4EF3A5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7951" b="1697"/>
          <a:stretch>
            <a:fillRect/>
          </a:stretch>
        </p:blipFill>
        <p:spPr>
          <a:xfrm>
            <a:off x="20" y="10"/>
            <a:ext cx="12191979" cy="5886523"/>
          </a:xfrm>
          <a:custGeom>
            <a:avLst/>
            <a:gdLst/>
            <a:ahLst/>
            <a:cxnLst/>
            <a:rect l="l" t="t" r="r" b="b"/>
            <a:pathLst>
              <a:path w="12191999" h="5886533">
                <a:moveTo>
                  <a:pt x="4721173" y="4907914"/>
                </a:moveTo>
                <a:lnTo>
                  <a:pt x="4722109" y="4908125"/>
                </a:lnTo>
                <a:cubicBezTo>
                  <a:pt x="4721143" y="4908767"/>
                  <a:pt x="4718263" y="4909373"/>
                  <a:pt x="4717199" y="4909396"/>
                </a:cubicBezTo>
                <a:close/>
                <a:moveTo>
                  <a:pt x="0" y="0"/>
                </a:moveTo>
                <a:lnTo>
                  <a:pt x="12191999" y="0"/>
                </a:lnTo>
                <a:lnTo>
                  <a:pt x="12191999" y="5751311"/>
                </a:lnTo>
                <a:lnTo>
                  <a:pt x="12140860" y="5770509"/>
                </a:lnTo>
                <a:cubicBezTo>
                  <a:pt x="12126656" y="5772723"/>
                  <a:pt x="12093589" y="5827925"/>
                  <a:pt x="12080161" y="5826358"/>
                </a:cubicBezTo>
                <a:cubicBezTo>
                  <a:pt x="11978188" y="5850511"/>
                  <a:pt x="11967361" y="5873564"/>
                  <a:pt x="11917885" y="5861578"/>
                </a:cubicBezTo>
                <a:cubicBezTo>
                  <a:pt x="11872779" y="5859863"/>
                  <a:pt x="11928861" y="5896778"/>
                  <a:pt x="11894610" y="5883738"/>
                </a:cubicBezTo>
                <a:cubicBezTo>
                  <a:pt x="11860359" y="5870698"/>
                  <a:pt x="11736091" y="5807232"/>
                  <a:pt x="11712379" y="5783337"/>
                </a:cubicBezTo>
                <a:cubicBezTo>
                  <a:pt x="11688667" y="5759442"/>
                  <a:pt x="11627912" y="5782933"/>
                  <a:pt x="11585366" y="5740371"/>
                </a:cubicBezTo>
                <a:lnTo>
                  <a:pt x="11516470" y="5663679"/>
                </a:lnTo>
                <a:cubicBezTo>
                  <a:pt x="11468274" y="5661847"/>
                  <a:pt x="11507335" y="5626593"/>
                  <a:pt x="11462692" y="5610127"/>
                </a:cubicBezTo>
                <a:cubicBezTo>
                  <a:pt x="11417567" y="5608500"/>
                  <a:pt x="11408021" y="5556613"/>
                  <a:pt x="11369712" y="5548654"/>
                </a:cubicBezTo>
                <a:cubicBezTo>
                  <a:pt x="11354317" y="5554704"/>
                  <a:pt x="11288328" y="5499810"/>
                  <a:pt x="11273969" y="5488986"/>
                </a:cubicBezTo>
                <a:cubicBezTo>
                  <a:pt x="11231913" y="5490378"/>
                  <a:pt x="11221973" y="5480544"/>
                  <a:pt x="11195084" y="5467967"/>
                </a:cubicBezTo>
                <a:cubicBezTo>
                  <a:pt x="11164086" y="5497749"/>
                  <a:pt x="11171649" y="5471790"/>
                  <a:pt x="11143408" y="5468614"/>
                </a:cubicBezTo>
                <a:cubicBezTo>
                  <a:pt x="11125906" y="5464975"/>
                  <a:pt x="11102603" y="5460835"/>
                  <a:pt x="11085935" y="5459365"/>
                </a:cubicBezTo>
                <a:cubicBezTo>
                  <a:pt x="11057493" y="5459661"/>
                  <a:pt x="11029906" y="5441496"/>
                  <a:pt x="11030953" y="5456484"/>
                </a:cubicBezTo>
                <a:cubicBezTo>
                  <a:pt x="11007784" y="5459001"/>
                  <a:pt x="10982005" y="5463178"/>
                  <a:pt x="10951060" y="5461240"/>
                </a:cubicBezTo>
                <a:cubicBezTo>
                  <a:pt x="10885365" y="5424406"/>
                  <a:pt x="10915288" y="5460968"/>
                  <a:pt x="10857721" y="5448157"/>
                </a:cubicBezTo>
                <a:cubicBezTo>
                  <a:pt x="10806646" y="5435790"/>
                  <a:pt x="10707075" y="5402712"/>
                  <a:pt x="10644616" y="5387039"/>
                </a:cubicBezTo>
                <a:cubicBezTo>
                  <a:pt x="10616446" y="5382224"/>
                  <a:pt x="10558603" y="5371613"/>
                  <a:pt x="10519277" y="5366793"/>
                </a:cubicBezTo>
                <a:cubicBezTo>
                  <a:pt x="10495461" y="5368312"/>
                  <a:pt x="10473830" y="5354868"/>
                  <a:pt x="10445981" y="5364735"/>
                </a:cubicBezTo>
                <a:cubicBezTo>
                  <a:pt x="10436536" y="5368773"/>
                  <a:pt x="10409281" y="5367966"/>
                  <a:pt x="10383865" y="5360888"/>
                </a:cubicBezTo>
                <a:cubicBezTo>
                  <a:pt x="10374827" y="5369095"/>
                  <a:pt x="10347864" y="5360432"/>
                  <a:pt x="10336852" y="5360277"/>
                </a:cubicBezTo>
                <a:cubicBezTo>
                  <a:pt x="10323586" y="5366987"/>
                  <a:pt x="10274741" y="5357921"/>
                  <a:pt x="10261098" y="5350526"/>
                </a:cubicBezTo>
                <a:lnTo>
                  <a:pt x="10126497" y="5339011"/>
                </a:lnTo>
                <a:lnTo>
                  <a:pt x="10082166" y="5336916"/>
                </a:lnTo>
                <a:cubicBezTo>
                  <a:pt x="10074567" y="5338985"/>
                  <a:pt x="10046860" y="5337657"/>
                  <a:pt x="10039237" y="5338580"/>
                </a:cubicBezTo>
                <a:cubicBezTo>
                  <a:pt x="9998458" y="5328479"/>
                  <a:pt x="9984394" y="5327989"/>
                  <a:pt x="9960016" y="5323065"/>
                </a:cubicBezTo>
                <a:cubicBezTo>
                  <a:pt x="9918980" y="5322923"/>
                  <a:pt x="9888741" y="5326122"/>
                  <a:pt x="9847789" y="5316297"/>
                </a:cubicBezTo>
                <a:lnTo>
                  <a:pt x="9728306" y="5296090"/>
                </a:lnTo>
                <a:cubicBezTo>
                  <a:pt x="9675056" y="5305676"/>
                  <a:pt x="9602035" y="5297282"/>
                  <a:pt x="9584504" y="5284670"/>
                </a:cubicBezTo>
                <a:cubicBezTo>
                  <a:pt x="9518952" y="5270394"/>
                  <a:pt x="9415429" y="5244268"/>
                  <a:pt x="9343049" y="5238968"/>
                </a:cubicBezTo>
                <a:lnTo>
                  <a:pt x="9231367" y="5187063"/>
                </a:lnTo>
                <a:lnTo>
                  <a:pt x="9194807" y="5176984"/>
                </a:lnTo>
                <a:lnTo>
                  <a:pt x="9189243" y="5167745"/>
                </a:lnTo>
                <a:lnTo>
                  <a:pt x="9151229" y="5156543"/>
                </a:lnTo>
                <a:lnTo>
                  <a:pt x="9150207" y="5157608"/>
                </a:lnTo>
                <a:cubicBezTo>
                  <a:pt x="9147045" y="5159739"/>
                  <a:pt x="9143081" y="5160831"/>
                  <a:pt x="9137315" y="5159777"/>
                </a:cubicBezTo>
                <a:cubicBezTo>
                  <a:pt x="9138862" y="5179261"/>
                  <a:pt x="9130952" y="5165972"/>
                  <a:pt x="9113809" y="5161143"/>
                </a:cubicBezTo>
                <a:cubicBezTo>
                  <a:pt x="9112388" y="5190326"/>
                  <a:pt x="9068114" y="5155892"/>
                  <a:pt x="9053450" y="5169457"/>
                </a:cubicBezTo>
                <a:lnTo>
                  <a:pt x="9005483" y="5166172"/>
                </a:lnTo>
                <a:lnTo>
                  <a:pt x="9005198" y="5166412"/>
                </a:lnTo>
                <a:cubicBezTo>
                  <a:pt x="9003143" y="5166632"/>
                  <a:pt x="9000324" y="5166304"/>
                  <a:pt x="8996229" y="5165201"/>
                </a:cubicBezTo>
                <a:lnTo>
                  <a:pt x="8990391" y="5163140"/>
                </a:lnTo>
                <a:lnTo>
                  <a:pt x="8974334" y="5159914"/>
                </a:lnTo>
                <a:lnTo>
                  <a:pt x="8968008" y="5160614"/>
                </a:lnTo>
                <a:lnTo>
                  <a:pt x="8963045" y="5162839"/>
                </a:lnTo>
                <a:cubicBezTo>
                  <a:pt x="8954690" y="5154888"/>
                  <a:pt x="8955517" y="5145940"/>
                  <a:pt x="8928985" y="5166027"/>
                </a:cubicBezTo>
                <a:cubicBezTo>
                  <a:pt x="8898031" y="5165007"/>
                  <a:pt x="8789300" y="5150352"/>
                  <a:pt x="8752441" y="5146795"/>
                </a:cubicBezTo>
                <a:cubicBezTo>
                  <a:pt x="8719819" y="5136075"/>
                  <a:pt x="8748194" y="5149736"/>
                  <a:pt x="8707844" y="5144694"/>
                </a:cubicBezTo>
                <a:cubicBezTo>
                  <a:pt x="8671606" y="5125159"/>
                  <a:pt x="8639142" y="5141599"/>
                  <a:pt x="8596068" y="5136122"/>
                </a:cubicBezTo>
                <a:lnTo>
                  <a:pt x="8525227" y="5150964"/>
                </a:lnTo>
                <a:lnTo>
                  <a:pt x="8510980" y="5145049"/>
                </a:lnTo>
                <a:lnTo>
                  <a:pt x="8506164" y="5142048"/>
                </a:lnTo>
                <a:cubicBezTo>
                  <a:pt x="8502646" y="5140271"/>
                  <a:pt x="8500045" y="5139460"/>
                  <a:pt x="8497965" y="5139310"/>
                </a:cubicBezTo>
                <a:lnTo>
                  <a:pt x="8497591" y="5139489"/>
                </a:lnTo>
                <a:lnTo>
                  <a:pt x="8490246" y="5136439"/>
                </a:lnTo>
                <a:lnTo>
                  <a:pt x="8367179" y="5122397"/>
                </a:lnTo>
                <a:cubicBezTo>
                  <a:pt x="8362021" y="5120372"/>
                  <a:pt x="8357730" y="5120720"/>
                  <a:pt x="8353796" y="5122203"/>
                </a:cubicBezTo>
                <a:lnTo>
                  <a:pt x="8352369" y="5123043"/>
                </a:lnTo>
                <a:lnTo>
                  <a:pt x="8320101" y="5105625"/>
                </a:lnTo>
                <a:lnTo>
                  <a:pt x="8314429" y="5105299"/>
                </a:lnTo>
                <a:lnTo>
                  <a:pt x="8295170" y="5091404"/>
                </a:lnTo>
                <a:lnTo>
                  <a:pt x="8284273" y="5085581"/>
                </a:lnTo>
                <a:lnTo>
                  <a:pt x="8283146" y="5081138"/>
                </a:lnTo>
                <a:cubicBezTo>
                  <a:pt x="8280842" y="5077893"/>
                  <a:pt x="8276148" y="5075245"/>
                  <a:pt x="8266072" y="5073963"/>
                </a:cubicBezTo>
                <a:lnTo>
                  <a:pt x="8263373" y="5074193"/>
                </a:lnTo>
                <a:lnTo>
                  <a:pt x="8252030" y="5064350"/>
                </a:lnTo>
                <a:cubicBezTo>
                  <a:pt x="8248856" y="5060500"/>
                  <a:pt x="8246644" y="5056218"/>
                  <a:pt x="8245831" y="5051358"/>
                </a:cubicBezTo>
                <a:cubicBezTo>
                  <a:pt x="8181824" y="5054265"/>
                  <a:pt x="8147127" y="5020143"/>
                  <a:pt x="8090268" y="5005197"/>
                </a:cubicBezTo>
                <a:cubicBezTo>
                  <a:pt x="8025464" y="4982055"/>
                  <a:pt x="7967067" y="4960819"/>
                  <a:pt x="7905404" y="4963224"/>
                </a:cubicBezTo>
                <a:cubicBezTo>
                  <a:pt x="7835116" y="4948312"/>
                  <a:pt x="7780962" y="4946081"/>
                  <a:pt x="7718741" y="4937509"/>
                </a:cubicBezTo>
                <a:lnTo>
                  <a:pt x="7614343" y="4940980"/>
                </a:lnTo>
                <a:lnTo>
                  <a:pt x="7527539" y="4935152"/>
                </a:lnTo>
                <a:lnTo>
                  <a:pt x="7519567" y="4932599"/>
                </a:lnTo>
                <a:cubicBezTo>
                  <a:pt x="7513989" y="4931260"/>
                  <a:pt x="7510169" y="4930910"/>
                  <a:pt x="7507408" y="4931264"/>
                </a:cubicBezTo>
                <a:lnTo>
                  <a:pt x="7507036" y="4931591"/>
                </a:lnTo>
                <a:lnTo>
                  <a:pt x="7495791" y="4929639"/>
                </a:lnTo>
                <a:cubicBezTo>
                  <a:pt x="7476982" y="4925521"/>
                  <a:pt x="7422524" y="4942937"/>
                  <a:pt x="7405387" y="4937744"/>
                </a:cubicBezTo>
                <a:cubicBezTo>
                  <a:pt x="7374785" y="4940694"/>
                  <a:pt x="7333986" y="4941799"/>
                  <a:pt x="7312176" y="4947339"/>
                </a:cubicBezTo>
                <a:lnTo>
                  <a:pt x="7310849" y="4948781"/>
                </a:lnTo>
                <a:lnTo>
                  <a:pt x="7218556" y="4923532"/>
                </a:lnTo>
                <a:lnTo>
                  <a:pt x="7201098" y="4918982"/>
                </a:lnTo>
                <a:lnTo>
                  <a:pt x="7197000" y="4913624"/>
                </a:lnTo>
                <a:cubicBezTo>
                  <a:pt x="7192108" y="4910101"/>
                  <a:pt x="7184502" y="4907962"/>
                  <a:pt x="7170804" y="4908976"/>
                </a:cubicBezTo>
                <a:lnTo>
                  <a:pt x="7096984" y="4896748"/>
                </a:lnTo>
                <a:cubicBezTo>
                  <a:pt x="7061144" y="4895770"/>
                  <a:pt x="7050185" y="4894793"/>
                  <a:pt x="7018492" y="4897122"/>
                </a:cubicBezTo>
                <a:cubicBezTo>
                  <a:pt x="6937524" y="4886184"/>
                  <a:pt x="6943641" y="4862018"/>
                  <a:pt x="6904142" y="4867616"/>
                </a:cubicBezTo>
                <a:cubicBezTo>
                  <a:pt x="6871918" y="4872824"/>
                  <a:pt x="6787985" y="4853750"/>
                  <a:pt x="6708218" y="4839661"/>
                </a:cubicBezTo>
                <a:cubicBezTo>
                  <a:pt x="6649102" y="4830206"/>
                  <a:pt x="6628102" y="4816105"/>
                  <a:pt x="6549451" y="4810885"/>
                </a:cubicBezTo>
                <a:cubicBezTo>
                  <a:pt x="6472150" y="4766795"/>
                  <a:pt x="6409692" y="4790518"/>
                  <a:pt x="6317556" y="4764085"/>
                </a:cubicBezTo>
                <a:cubicBezTo>
                  <a:pt x="6297547" y="4748563"/>
                  <a:pt x="6209288" y="4765756"/>
                  <a:pt x="6168670" y="4761998"/>
                </a:cubicBezTo>
                <a:cubicBezTo>
                  <a:pt x="6128052" y="4758240"/>
                  <a:pt x="6090536" y="4744692"/>
                  <a:pt x="6073844" y="4741536"/>
                </a:cubicBezTo>
                <a:lnTo>
                  <a:pt x="6068526" y="4743073"/>
                </a:lnTo>
                <a:lnTo>
                  <a:pt x="6048634" y="4742390"/>
                </a:lnTo>
                <a:lnTo>
                  <a:pt x="6041279" y="4750739"/>
                </a:lnTo>
                <a:lnTo>
                  <a:pt x="6010088" y="4755832"/>
                </a:lnTo>
                <a:cubicBezTo>
                  <a:pt x="5998677" y="4756419"/>
                  <a:pt x="5970124" y="4755506"/>
                  <a:pt x="5957373" y="4752188"/>
                </a:cubicBezTo>
                <a:lnTo>
                  <a:pt x="5758915" y="4736496"/>
                </a:lnTo>
                <a:lnTo>
                  <a:pt x="5626957" y="4735473"/>
                </a:lnTo>
                <a:lnTo>
                  <a:pt x="5470902" y="4749493"/>
                </a:lnTo>
                <a:cubicBezTo>
                  <a:pt x="5478131" y="4762521"/>
                  <a:pt x="5439006" y="4748455"/>
                  <a:pt x="5432757" y="4760746"/>
                </a:cubicBezTo>
                <a:cubicBezTo>
                  <a:pt x="5429365" y="4770778"/>
                  <a:pt x="5391824" y="4775462"/>
                  <a:pt x="5381664" y="4778448"/>
                </a:cubicBezTo>
                <a:lnTo>
                  <a:pt x="5261760" y="4798865"/>
                </a:lnTo>
                <a:cubicBezTo>
                  <a:pt x="5251595" y="4799049"/>
                  <a:pt x="5230547" y="4807359"/>
                  <a:pt x="5222959" y="4809989"/>
                </a:cubicBezTo>
                <a:lnTo>
                  <a:pt x="5174657" y="4812979"/>
                </a:lnTo>
                <a:lnTo>
                  <a:pt x="5156551" y="4820202"/>
                </a:lnTo>
                <a:lnTo>
                  <a:pt x="5142595" y="4823602"/>
                </a:lnTo>
                <a:lnTo>
                  <a:pt x="5139593" y="4825703"/>
                </a:lnTo>
                <a:cubicBezTo>
                  <a:pt x="5133873" y="4829743"/>
                  <a:pt x="5128076" y="4833554"/>
                  <a:pt x="5121656" y="4836556"/>
                </a:cubicBezTo>
                <a:cubicBezTo>
                  <a:pt x="5108317" y="4807937"/>
                  <a:pt x="5064853" y="4857373"/>
                  <a:pt x="5065787" y="4829985"/>
                </a:cubicBezTo>
                <a:cubicBezTo>
                  <a:pt x="5028193" y="4841501"/>
                  <a:pt x="5038944" y="4812412"/>
                  <a:pt x="5011510" y="4846366"/>
                </a:cubicBezTo>
                <a:cubicBezTo>
                  <a:pt x="4937023" y="4845983"/>
                  <a:pt x="4916353" y="4832976"/>
                  <a:pt x="4840437" y="4870383"/>
                </a:cubicBezTo>
                <a:cubicBezTo>
                  <a:pt x="4806739" y="4887025"/>
                  <a:pt x="4784106" y="4898171"/>
                  <a:pt x="4762444" y="4898151"/>
                </a:cubicBezTo>
                <a:cubicBezTo>
                  <a:pt x="4741323" y="4902652"/>
                  <a:pt x="4729481" y="4905474"/>
                  <a:pt x="4723182" y="4907166"/>
                </a:cubicBezTo>
                <a:lnTo>
                  <a:pt x="4721173" y="4907914"/>
                </a:lnTo>
                <a:lnTo>
                  <a:pt x="4715524" y="4906639"/>
                </a:lnTo>
                <a:cubicBezTo>
                  <a:pt x="4680148" y="4913595"/>
                  <a:pt x="4524744" y="4914403"/>
                  <a:pt x="4515810" y="4916541"/>
                </a:cubicBezTo>
                <a:cubicBezTo>
                  <a:pt x="4457819" y="4929653"/>
                  <a:pt x="4462659" y="4930394"/>
                  <a:pt x="4428539" y="4927192"/>
                </a:cubicBezTo>
                <a:cubicBezTo>
                  <a:pt x="4423303" y="4923821"/>
                  <a:pt x="4368974" y="4930115"/>
                  <a:pt x="4362872" y="4928538"/>
                </a:cubicBezTo>
                <a:lnTo>
                  <a:pt x="4316962" y="4921923"/>
                </a:lnTo>
                <a:lnTo>
                  <a:pt x="4315106" y="4923264"/>
                </a:lnTo>
                <a:cubicBezTo>
                  <a:pt x="4306123" y="4926635"/>
                  <a:pt x="4299993" y="4926634"/>
                  <a:pt x="4295140" y="4925143"/>
                </a:cubicBezTo>
                <a:lnTo>
                  <a:pt x="4290059" y="4922226"/>
                </a:lnTo>
                <a:lnTo>
                  <a:pt x="4276138" y="4922472"/>
                </a:lnTo>
                <a:lnTo>
                  <a:pt x="4248113" y="4920148"/>
                </a:lnTo>
                <a:lnTo>
                  <a:pt x="4202046" y="4922943"/>
                </a:lnTo>
                <a:cubicBezTo>
                  <a:pt x="4201945" y="4923363"/>
                  <a:pt x="4201842" y="4923782"/>
                  <a:pt x="4201741" y="4924202"/>
                </a:cubicBezTo>
                <a:cubicBezTo>
                  <a:pt x="4200116" y="4927039"/>
                  <a:pt x="4197140" y="4929158"/>
                  <a:pt x="4191245" y="4929836"/>
                </a:cubicBezTo>
                <a:cubicBezTo>
                  <a:pt x="4204212" y="4947125"/>
                  <a:pt x="4161274" y="4945230"/>
                  <a:pt x="4142742" y="4945701"/>
                </a:cubicBezTo>
                <a:cubicBezTo>
                  <a:pt x="4124717" y="4952767"/>
                  <a:pt x="4099099" y="4966347"/>
                  <a:pt x="4083094" y="4972234"/>
                </a:cubicBezTo>
                <a:lnTo>
                  <a:pt x="4074543" y="4973069"/>
                </a:lnTo>
                <a:cubicBezTo>
                  <a:pt x="4074504" y="4973170"/>
                  <a:pt x="4074463" y="4973269"/>
                  <a:pt x="4074424" y="4973368"/>
                </a:cubicBezTo>
                <a:cubicBezTo>
                  <a:pt x="4072678" y="4974152"/>
                  <a:pt x="4069906" y="4974653"/>
                  <a:pt x="4065507" y="4974812"/>
                </a:cubicBezTo>
                <a:lnTo>
                  <a:pt x="4058951" y="4974594"/>
                </a:lnTo>
                <a:lnTo>
                  <a:pt x="4042361" y="4976215"/>
                </a:lnTo>
                <a:lnTo>
                  <a:pt x="4036993" y="4978649"/>
                </a:lnTo>
                <a:lnTo>
                  <a:pt x="4035360" y="4982316"/>
                </a:lnTo>
                <a:lnTo>
                  <a:pt x="4033775" y="4982081"/>
                </a:lnTo>
                <a:cubicBezTo>
                  <a:pt x="4021424" y="4977217"/>
                  <a:pt x="4016874" y="4968841"/>
                  <a:pt x="4004535" y="4994649"/>
                </a:cubicBezTo>
                <a:cubicBezTo>
                  <a:pt x="3976667" y="4987584"/>
                  <a:pt x="3972977" y="5002913"/>
                  <a:pt x="3936843" y="5012106"/>
                </a:cubicBezTo>
                <a:cubicBezTo>
                  <a:pt x="3920506" y="5004382"/>
                  <a:pt x="3908535" y="5009071"/>
                  <a:pt x="3897272" y="5017761"/>
                </a:cubicBezTo>
                <a:cubicBezTo>
                  <a:pt x="3861092" y="5017265"/>
                  <a:pt x="3829628" y="5031135"/>
                  <a:pt x="3789757" y="5037999"/>
                </a:cubicBezTo>
                <a:cubicBezTo>
                  <a:pt x="3741007" y="5052705"/>
                  <a:pt x="3725129" y="5054682"/>
                  <a:pt x="3682510" y="5061922"/>
                </a:cubicBezTo>
                <a:lnTo>
                  <a:pt x="3610032" y="5094193"/>
                </a:lnTo>
                <a:lnTo>
                  <a:pt x="3603852" y="5092831"/>
                </a:lnTo>
                <a:cubicBezTo>
                  <a:pt x="3599580" y="5092212"/>
                  <a:pt x="3596726" y="5092212"/>
                  <a:pt x="3594733" y="5092667"/>
                </a:cubicBezTo>
                <a:lnTo>
                  <a:pt x="3594498" y="5092936"/>
                </a:lnTo>
                <a:lnTo>
                  <a:pt x="3585975" y="5092246"/>
                </a:lnTo>
                <a:cubicBezTo>
                  <a:pt x="3571623" y="5090455"/>
                  <a:pt x="3549389" y="5104654"/>
                  <a:pt x="3536132" y="5101945"/>
                </a:cubicBezTo>
                <a:cubicBezTo>
                  <a:pt x="3513940" y="5106241"/>
                  <a:pt x="3488622" y="5099976"/>
                  <a:pt x="3473220" y="5105606"/>
                </a:cubicBezTo>
                <a:lnTo>
                  <a:pt x="3400725" y="5117654"/>
                </a:lnTo>
                <a:lnTo>
                  <a:pt x="3375935" y="5106247"/>
                </a:lnTo>
                <a:lnTo>
                  <a:pt x="3348219" y="5109860"/>
                </a:lnTo>
                <a:cubicBezTo>
                  <a:pt x="3337206" y="5110533"/>
                  <a:pt x="3327054" y="5111295"/>
                  <a:pt x="3319639" y="5114795"/>
                </a:cubicBezTo>
                <a:lnTo>
                  <a:pt x="3248529" y="5133347"/>
                </a:lnTo>
                <a:lnTo>
                  <a:pt x="3210308" y="5119794"/>
                </a:lnTo>
                <a:cubicBezTo>
                  <a:pt x="3206088" y="5117870"/>
                  <a:pt x="3200152" y="5117326"/>
                  <a:pt x="3190375" y="5119915"/>
                </a:cubicBezTo>
                <a:lnTo>
                  <a:pt x="3188145" y="5121096"/>
                </a:lnTo>
                <a:cubicBezTo>
                  <a:pt x="3182625" y="5119116"/>
                  <a:pt x="3141856" y="5121682"/>
                  <a:pt x="3108596" y="5122416"/>
                </a:cubicBezTo>
                <a:cubicBezTo>
                  <a:pt x="3055968" y="5124842"/>
                  <a:pt x="3048940" y="5117475"/>
                  <a:pt x="2988584" y="5125502"/>
                </a:cubicBezTo>
                <a:cubicBezTo>
                  <a:pt x="2928853" y="5129690"/>
                  <a:pt x="2917951" y="5124649"/>
                  <a:pt x="2876540" y="5133019"/>
                </a:cubicBezTo>
                <a:lnTo>
                  <a:pt x="2626864" y="5133771"/>
                </a:lnTo>
                <a:cubicBezTo>
                  <a:pt x="2562348" y="5111858"/>
                  <a:pt x="2563422" y="5142456"/>
                  <a:pt x="2491422" y="5135486"/>
                </a:cubicBezTo>
                <a:cubicBezTo>
                  <a:pt x="2433091" y="5200962"/>
                  <a:pt x="2455709" y="5160483"/>
                  <a:pt x="2415617" y="5168715"/>
                </a:cubicBezTo>
                <a:lnTo>
                  <a:pt x="2290098" y="5166151"/>
                </a:lnTo>
                <a:cubicBezTo>
                  <a:pt x="2257057" y="5152522"/>
                  <a:pt x="2202458" y="5187690"/>
                  <a:pt x="2161714" y="5169302"/>
                </a:cubicBezTo>
                <a:cubicBezTo>
                  <a:pt x="2122714" y="5172302"/>
                  <a:pt x="2080450" y="5180350"/>
                  <a:pt x="2056089" y="5184144"/>
                </a:cubicBezTo>
                <a:cubicBezTo>
                  <a:pt x="2019828" y="5191108"/>
                  <a:pt x="1978839" y="5203797"/>
                  <a:pt x="1944153" y="5211084"/>
                </a:cubicBezTo>
                <a:cubicBezTo>
                  <a:pt x="1925867" y="5199079"/>
                  <a:pt x="1896027" y="5224183"/>
                  <a:pt x="1847968" y="5227868"/>
                </a:cubicBezTo>
                <a:cubicBezTo>
                  <a:pt x="1827977" y="5213971"/>
                  <a:pt x="1815570" y="5230544"/>
                  <a:pt x="1777083" y="5212267"/>
                </a:cubicBezTo>
                <a:cubicBezTo>
                  <a:pt x="1775439" y="5214216"/>
                  <a:pt x="1773397" y="5216035"/>
                  <a:pt x="1771025" y="5217668"/>
                </a:cubicBezTo>
                <a:cubicBezTo>
                  <a:pt x="1757251" y="5227146"/>
                  <a:pt x="1735528" y="5228402"/>
                  <a:pt x="1722509" y="5220470"/>
                </a:cubicBezTo>
                <a:cubicBezTo>
                  <a:pt x="1691779" y="5208440"/>
                  <a:pt x="1662321" y="5203305"/>
                  <a:pt x="1633941" y="5200774"/>
                </a:cubicBezTo>
                <a:lnTo>
                  <a:pt x="1586145" y="5210184"/>
                </a:lnTo>
                <a:cubicBezTo>
                  <a:pt x="1567948" y="5215416"/>
                  <a:pt x="1545900" y="5226363"/>
                  <a:pt x="1524748" y="5232173"/>
                </a:cubicBezTo>
                <a:cubicBezTo>
                  <a:pt x="1502586" y="5235395"/>
                  <a:pt x="1478013" y="5230993"/>
                  <a:pt x="1459242" y="5245044"/>
                </a:cubicBezTo>
                <a:cubicBezTo>
                  <a:pt x="1421474" y="5260197"/>
                  <a:pt x="1374524" y="5244220"/>
                  <a:pt x="1349457" y="5280705"/>
                </a:cubicBezTo>
                <a:cubicBezTo>
                  <a:pt x="1273276" y="5302389"/>
                  <a:pt x="1121512" y="5336260"/>
                  <a:pt x="1009212" y="5361227"/>
                </a:cubicBezTo>
                <a:cubicBezTo>
                  <a:pt x="939016" y="5373529"/>
                  <a:pt x="866895" y="5370149"/>
                  <a:pt x="808572" y="5377024"/>
                </a:cubicBezTo>
                <a:cubicBezTo>
                  <a:pt x="802823" y="5374184"/>
                  <a:pt x="726016" y="5397963"/>
                  <a:pt x="719549" y="5396991"/>
                </a:cubicBezTo>
                <a:lnTo>
                  <a:pt x="698795" y="5397657"/>
                </a:lnTo>
                <a:cubicBezTo>
                  <a:pt x="689833" y="5401894"/>
                  <a:pt x="683492" y="5402495"/>
                  <a:pt x="678327" y="5401487"/>
                </a:cubicBezTo>
                <a:lnTo>
                  <a:pt x="672784" y="5399085"/>
                </a:lnTo>
                <a:lnTo>
                  <a:pt x="658406" y="5400696"/>
                </a:lnTo>
                <a:lnTo>
                  <a:pt x="629185" y="5401132"/>
                </a:lnTo>
                <a:lnTo>
                  <a:pt x="624558" y="5403782"/>
                </a:lnTo>
                <a:lnTo>
                  <a:pt x="581798" y="5408438"/>
                </a:lnTo>
                <a:cubicBezTo>
                  <a:pt x="581736" y="5408865"/>
                  <a:pt x="581671" y="5409294"/>
                  <a:pt x="581608" y="5409722"/>
                </a:cubicBezTo>
                <a:cubicBezTo>
                  <a:pt x="580204" y="5412704"/>
                  <a:pt x="577331" y="5415106"/>
                  <a:pt x="571299" y="5416358"/>
                </a:cubicBezTo>
                <a:cubicBezTo>
                  <a:pt x="551623" y="5426267"/>
                  <a:pt x="484499" y="5459654"/>
                  <a:pt x="463549" y="5469173"/>
                </a:cubicBezTo>
                <a:cubicBezTo>
                  <a:pt x="453136" y="5470720"/>
                  <a:pt x="449731" y="5472678"/>
                  <a:pt x="445606" y="5473465"/>
                </a:cubicBezTo>
                <a:lnTo>
                  <a:pt x="438799" y="5473893"/>
                </a:lnTo>
                <a:cubicBezTo>
                  <a:pt x="417222" y="5482183"/>
                  <a:pt x="343312" y="5513407"/>
                  <a:pt x="316138" y="5523213"/>
                </a:cubicBezTo>
                <a:cubicBezTo>
                  <a:pt x="298481" y="5517132"/>
                  <a:pt x="286556" y="5522972"/>
                  <a:pt x="275748" y="5532726"/>
                </a:cubicBezTo>
                <a:cubicBezTo>
                  <a:pt x="238274" y="5535784"/>
                  <a:pt x="207076" y="5552679"/>
                  <a:pt x="166496" y="5563424"/>
                </a:cubicBezTo>
                <a:lnTo>
                  <a:pt x="0" y="5629888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05922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EB2E8C4-C3E7-4048-A43D-9859510CF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744" y="0"/>
            <a:ext cx="1286256" cy="68580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4D29CCB-7956-4E3E-8880-304085F04B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14:cNvPr>
              <p14:cNvContentPartPr>
                <a14:cpLocks xmlns:a14="http://schemas.microsoft.com/office/drawing/2010/main" noGrp="1" noRot="1" noChangeAspect="1" noMove="1" noResize="1" noEditPoints="1" noAdjustHandles="1" noChangeArrowheads="1" noChangeShapeType="1"/>
              </p14:cNvContentPartPr>
              <p14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14:nvPr>
            </p14:nvContentPartPr>
            <p14:xfrm>
              <a:off x="12490710" y="6342652"/>
              <a:ext cx="360" cy="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4D29CCB-7956-4E3E-8880-304085F04B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481710" y="6333652"/>
                <a:ext cx="18000" cy="18000"/>
              </a:xfrm>
              <a:prstGeom prst="rect">
                <a:avLst/>
              </a:prstGeom>
            </p:spPr>
          </p:pic>
        </mc:Fallback>
      </mc:AlternateContent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4697CDA-BDB7-4883-B48B-1D4EDB2F0E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029D1A-6F25-F1E9-B364-E80E6C37366F}"/>
              </a:ext>
            </a:extLst>
          </p:cNvPr>
          <p:cNvSpPr txBox="1"/>
          <p:nvPr/>
        </p:nvSpPr>
        <p:spPr>
          <a:xfrm>
            <a:off x="478873" y="2503171"/>
            <a:ext cx="4061117" cy="2560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en-US" spc="50" dirty="0">
                <a:solidFill>
                  <a:schemeClr val="tx1">
                    <a:lumMod val="85000"/>
                    <a:lumOff val="15000"/>
                  </a:schemeClr>
                </a:solidFill>
                <a:ea typeface="Batang" panose="02030600000101010101" pitchFamily="18" charset="-127"/>
              </a:rPr>
              <a:t>EJERCICIO EN CLASE</a:t>
            </a:r>
          </a:p>
          <a:p>
            <a:pPr>
              <a:spcAft>
                <a:spcPts val="600"/>
              </a:spcAft>
            </a:pPr>
            <a:r>
              <a:rPr lang="en-US" spc="50" dirty="0" err="1">
                <a:solidFill>
                  <a:schemeClr val="tx1">
                    <a:lumMod val="85000"/>
                    <a:lumOff val="15000"/>
                  </a:schemeClr>
                </a:solidFill>
                <a:ea typeface="Batang" panose="02030600000101010101" pitchFamily="18" charset="-127"/>
              </a:rPr>
              <a:t>Cargar</a:t>
            </a:r>
            <a:r>
              <a:rPr lang="en-US" spc="50" dirty="0">
                <a:solidFill>
                  <a:schemeClr val="tx1">
                    <a:lumMod val="85000"/>
                    <a:lumOff val="15000"/>
                  </a:schemeClr>
                </a:solidFill>
                <a:ea typeface="Batang" panose="02030600000101010101" pitchFamily="18" charset="-127"/>
              </a:rPr>
              <a:t> y </a:t>
            </a:r>
            <a:r>
              <a:rPr lang="en-US" spc="50" dirty="0" err="1">
                <a:solidFill>
                  <a:schemeClr val="tx1">
                    <a:lumMod val="85000"/>
                    <a:lumOff val="15000"/>
                  </a:schemeClr>
                </a:solidFill>
                <a:ea typeface="Batang" panose="02030600000101010101" pitchFamily="18" charset="-127"/>
              </a:rPr>
              <a:t>explorar</a:t>
            </a:r>
            <a:r>
              <a:rPr lang="en-US" spc="50" dirty="0">
                <a:solidFill>
                  <a:schemeClr val="tx1">
                    <a:lumMod val="85000"/>
                    <a:lumOff val="15000"/>
                  </a:schemeClr>
                </a:solidFill>
                <a:ea typeface="Batang" panose="02030600000101010101" pitchFamily="18" charset="-127"/>
              </a:rPr>
              <a:t> </a:t>
            </a:r>
            <a:r>
              <a:rPr lang="en-US" spc="50" dirty="0" err="1">
                <a:solidFill>
                  <a:schemeClr val="tx1">
                    <a:lumMod val="85000"/>
                    <a:lumOff val="15000"/>
                  </a:schemeClr>
                </a:solidFill>
                <a:ea typeface="Batang" panose="02030600000101010101" pitchFamily="18" charset="-127"/>
              </a:rPr>
              <a:t>datos</a:t>
            </a:r>
            <a:r>
              <a:rPr lang="en-US" spc="50" dirty="0">
                <a:solidFill>
                  <a:schemeClr val="tx1">
                    <a:lumMod val="85000"/>
                    <a:lumOff val="15000"/>
                  </a:schemeClr>
                </a:solidFill>
                <a:ea typeface="Batang" panose="02030600000101010101" pitchFamily="18" charset="-127"/>
              </a:rPr>
              <a:t> </a:t>
            </a:r>
            <a:r>
              <a:rPr lang="en-US" spc="50" dirty="0" err="1">
                <a:solidFill>
                  <a:schemeClr val="tx1">
                    <a:lumMod val="85000"/>
                    <a:lumOff val="15000"/>
                  </a:schemeClr>
                </a:solidFill>
                <a:ea typeface="Batang" panose="02030600000101010101" pitchFamily="18" charset="-127"/>
              </a:rPr>
              <a:t>públicos</a:t>
            </a:r>
            <a:r>
              <a:rPr lang="en-US" spc="50" dirty="0">
                <a:solidFill>
                  <a:schemeClr val="tx1">
                    <a:lumMod val="85000"/>
                    <a:lumOff val="15000"/>
                  </a:schemeClr>
                </a:solidFill>
                <a:ea typeface="Batang" panose="02030600000101010101" pitchFamily="18" charset="-127"/>
              </a:rPr>
              <a:t> </a:t>
            </a:r>
            <a:r>
              <a:rPr lang="en-US" spc="50" dirty="0" err="1">
                <a:solidFill>
                  <a:schemeClr val="tx1">
                    <a:lumMod val="85000"/>
                    <a:lumOff val="15000"/>
                  </a:schemeClr>
                </a:solidFill>
                <a:ea typeface="Batang" panose="02030600000101010101" pitchFamily="18" charset="-127"/>
              </a:rPr>
              <a:t>relevantes</a:t>
            </a:r>
            <a:r>
              <a:rPr lang="en-US" spc="50" dirty="0">
                <a:solidFill>
                  <a:schemeClr val="tx1">
                    <a:lumMod val="85000"/>
                    <a:lumOff val="15000"/>
                  </a:schemeClr>
                </a:solidFill>
                <a:ea typeface="Batang" panose="02030600000101010101" pitchFamily="18" charset="-127"/>
              </a:rPr>
              <a:t> para </a:t>
            </a:r>
            <a:r>
              <a:rPr lang="en-US" spc="50" dirty="0" err="1">
                <a:solidFill>
                  <a:schemeClr val="tx1">
                    <a:lumMod val="85000"/>
                    <a:lumOff val="15000"/>
                  </a:schemeClr>
                </a:solidFill>
                <a:ea typeface="Batang" panose="02030600000101010101" pitchFamily="18" charset="-127"/>
              </a:rPr>
              <a:t>comportamiento</a:t>
            </a:r>
            <a:r>
              <a:rPr lang="en-US" spc="50" dirty="0">
                <a:solidFill>
                  <a:schemeClr val="tx1">
                    <a:lumMod val="85000"/>
                    <a:lumOff val="15000"/>
                  </a:schemeClr>
                </a:solidFill>
                <a:ea typeface="Batang" panose="02030600000101010101" pitchFamily="18" charset="-127"/>
              </a:rPr>
              <a:t> de </a:t>
            </a:r>
            <a:r>
              <a:rPr lang="en-US" spc="50" dirty="0" err="1">
                <a:solidFill>
                  <a:schemeClr val="tx1">
                    <a:lumMod val="85000"/>
                    <a:lumOff val="15000"/>
                  </a:schemeClr>
                </a:solidFill>
                <a:ea typeface="Batang" panose="02030600000101010101" pitchFamily="18" charset="-127"/>
              </a:rPr>
              <a:t>consumidor</a:t>
            </a:r>
            <a:r>
              <a:rPr lang="en-US" spc="50" dirty="0">
                <a:solidFill>
                  <a:schemeClr val="tx1">
                    <a:lumMod val="85000"/>
                    <a:lumOff val="15000"/>
                  </a:schemeClr>
                </a:solidFill>
                <a:ea typeface="Batang" panose="02030600000101010101" pitchFamily="18" charset="-127"/>
              </a:rPr>
              <a:t> de Kaggle.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0FB4D7A-9B72-446C-9A0D-C0A2986BC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61483" y="-2"/>
            <a:ext cx="1329192" cy="6858000"/>
          </a:xfrm>
          <a:custGeom>
            <a:avLst/>
            <a:gdLst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606772 w 1605470"/>
              <a:gd name="connsiteY131" fmla="*/ 2847273 h 6858000"/>
              <a:gd name="connsiteX132" fmla="*/ 593254 w 1605470"/>
              <a:gd name="connsiteY132" fmla="*/ 2766463 h 6858000"/>
              <a:gd name="connsiteX133" fmla="*/ 613412 w 1605470"/>
              <a:gd name="connsiteY133" fmla="*/ 2731184 h 6858000"/>
              <a:gd name="connsiteX134" fmla="*/ 555080 w 1605470"/>
              <a:gd name="connsiteY134" fmla="*/ 2538816 h 6858000"/>
              <a:gd name="connsiteX135" fmla="*/ 551827 w 1605470"/>
              <a:gd name="connsiteY135" fmla="*/ 2485734 h 6858000"/>
              <a:gd name="connsiteX136" fmla="*/ 525179 w 1605470"/>
              <a:gd name="connsiteY136" fmla="*/ 2447068 h 6858000"/>
              <a:gd name="connsiteX137" fmla="*/ 529511 w 1605470"/>
              <a:gd name="connsiteY137" fmla="*/ 2425819 h 6858000"/>
              <a:gd name="connsiteX138" fmla="*/ 530521 w 1605470"/>
              <a:gd name="connsiteY138" fmla="*/ 2422066 h 6858000"/>
              <a:gd name="connsiteX139" fmla="*/ 528878 w 1605470"/>
              <a:gd name="connsiteY139" fmla="*/ 2408971 h 6858000"/>
              <a:gd name="connsiteX140" fmla="*/ 535510 w 1605470"/>
              <a:gd name="connsiteY140" fmla="*/ 2402874 h 6858000"/>
              <a:gd name="connsiteX141" fmla="*/ 538122 w 1605470"/>
              <a:gd name="connsiteY141" fmla="*/ 2381443 h 6858000"/>
              <a:gd name="connsiteX142" fmla="*/ 533116 w 1605470"/>
              <a:gd name="connsiteY142" fmla="*/ 2358011 h 6858000"/>
              <a:gd name="connsiteX143" fmla="*/ 501423 w 1605470"/>
              <a:gd name="connsiteY143" fmla="*/ 2249479 h 6858000"/>
              <a:gd name="connsiteX144" fmla="*/ 486968 w 1605470"/>
              <a:gd name="connsiteY144" fmla="*/ 2182937 h 6858000"/>
              <a:gd name="connsiteX145" fmla="*/ 488555 w 1605470"/>
              <a:gd name="connsiteY145" fmla="*/ 2155135 h 6858000"/>
              <a:gd name="connsiteX146" fmla="*/ 486013 w 1605470"/>
              <a:gd name="connsiteY146" fmla="*/ 2118008 h 6858000"/>
              <a:gd name="connsiteX147" fmla="*/ 487006 w 1605470"/>
              <a:gd name="connsiteY147" fmla="*/ 2050531 h 6858000"/>
              <a:gd name="connsiteX148" fmla="*/ 478812 w 1605470"/>
              <a:gd name="connsiteY148" fmla="*/ 1963269 h 6858000"/>
              <a:gd name="connsiteX149" fmla="*/ 442619 w 1605470"/>
              <a:gd name="connsiteY149" fmla="*/ 1910499 h 6858000"/>
              <a:gd name="connsiteX150" fmla="*/ 446785 w 1605470"/>
              <a:gd name="connsiteY150" fmla="*/ 1903212 h 6858000"/>
              <a:gd name="connsiteX151" fmla="*/ 436547 w 1605470"/>
              <a:gd name="connsiteY151" fmla="*/ 1861531 h 6858000"/>
              <a:gd name="connsiteX152" fmla="*/ 364290 w 1605470"/>
              <a:gd name="connsiteY152" fmla="*/ 1728772 h 6858000"/>
              <a:gd name="connsiteX153" fmla="*/ 345287 w 1605470"/>
              <a:gd name="connsiteY153" fmla="*/ 1646953 h 6858000"/>
              <a:gd name="connsiteX154" fmla="*/ 344412 w 1605470"/>
              <a:gd name="connsiteY154" fmla="*/ 1615777 h 6858000"/>
              <a:gd name="connsiteX155" fmla="*/ 342578 w 1605470"/>
              <a:gd name="connsiteY155" fmla="*/ 1563678 h 6858000"/>
              <a:gd name="connsiteX156" fmla="*/ 355658 w 1605470"/>
              <a:gd name="connsiteY156" fmla="*/ 1519474 h 6858000"/>
              <a:gd name="connsiteX157" fmla="*/ 348400 w 1605470"/>
              <a:gd name="connsiteY157" fmla="*/ 1477995 h 6858000"/>
              <a:gd name="connsiteX158" fmla="*/ 328025 w 1605470"/>
              <a:gd name="connsiteY158" fmla="*/ 1475165 h 6858000"/>
              <a:gd name="connsiteX159" fmla="*/ 326326 w 1605470"/>
              <a:gd name="connsiteY159" fmla="*/ 1428585 h 6858000"/>
              <a:gd name="connsiteX160" fmla="*/ 325799 w 1605470"/>
              <a:gd name="connsiteY160" fmla="*/ 1357181 h 6858000"/>
              <a:gd name="connsiteX161" fmla="*/ 320507 w 1605470"/>
              <a:gd name="connsiteY161" fmla="*/ 1347099 h 6858000"/>
              <a:gd name="connsiteX162" fmla="*/ 335347 w 1605470"/>
              <a:gd name="connsiteY162" fmla="*/ 1334233 h 6858000"/>
              <a:gd name="connsiteX163" fmla="*/ 342792 w 1605470"/>
              <a:gd name="connsiteY163" fmla="*/ 1307086 h 6858000"/>
              <a:gd name="connsiteX164" fmla="*/ 343980 w 1605470"/>
              <a:gd name="connsiteY164" fmla="*/ 1189033 h 6858000"/>
              <a:gd name="connsiteX165" fmla="*/ 348665 w 1605470"/>
              <a:gd name="connsiteY165" fmla="*/ 1168288 h 6858000"/>
              <a:gd name="connsiteX166" fmla="*/ 340947 w 1605470"/>
              <a:gd name="connsiteY166" fmla="*/ 1142577 h 6858000"/>
              <a:gd name="connsiteX167" fmla="*/ 330253 w 1605470"/>
              <a:gd name="connsiteY167" fmla="*/ 1088484 h 6858000"/>
              <a:gd name="connsiteX168" fmla="*/ 314647 w 1605470"/>
              <a:gd name="connsiteY168" fmla="*/ 1053424 h 6858000"/>
              <a:gd name="connsiteX169" fmla="*/ 322906 w 1605470"/>
              <a:gd name="connsiteY169" fmla="*/ 1044367 h 6858000"/>
              <a:gd name="connsiteX170" fmla="*/ 326818 w 1605470"/>
              <a:gd name="connsiteY170" fmla="*/ 1022828 h 6858000"/>
              <a:gd name="connsiteX171" fmla="*/ 320445 w 1605470"/>
              <a:gd name="connsiteY171" fmla="*/ 932283 h 6858000"/>
              <a:gd name="connsiteX172" fmla="*/ 322681 w 1605470"/>
              <a:gd name="connsiteY172" fmla="*/ 915925 h 6858000"/>
              <a:gd name="connsiteX173" fmla="*/ 315310 w 1605470"/>
              <a:gd name="connsiteY173" fmla="*/ 896999 h 6858000"/>
              <a:gd name="connsiteX174" fmla="*/ 284718 w 1605470"/>
              <a:gd name="connsiteY174" fmla="*/ 821517 h 6858000"/>
              <a:gd name="connsiteX175" fmla="*/ 270682 w 1605470"/>
              <a:gd name="connsiteY175" fmla="*/ 786519 h 6858000"/>
              <a:gd name="connsiteX176" fmla="*/ 265483 w 1605470"/>
              <a:gd name="connsiteY176" fmla="*/ 784963 h 6858000"/>
              <a:gd name="connsiteX177" fmla="*/ 270939 w 1605470"/>
              <a:gd name="connsiteY177" fmla="*/ 776648 h 6858000"/>
              <a:gd name="connsiteX178" fmla="*/ 263668 w 1605470"/>
              <a:gd name="connsiteY178" fmla="*/ 751353 h 6858000"/>
              <a:gd name="connsiteX179" fmla="*/ 254540 w 1605470"/>
              <a:gd name="connsiteY179" fmla="*/ 741965 h 6858000"/>
              <a:gd name="connsiteX180" fmla="*/ 252501 w 1605470"/>
              <a:gd name="connsiteY180" fmla="*/ 724635 h 6858000"/>
              <a:gd name="connsiteX181" fmla="*/ 248897 w 1605470"/>
              <a:gd name="connsiteY181" fmla="*/ 681659 h 6858000"/>
              <a:gd name="connsiteX182" fmla="*/ 234316 w 1605470"/>
              <a:gd name="connsiteY182" fmla="*/ 635218 h 6858000"/>
              <a:gd name="connsiteX183" fmla="*/ 239327 w 1605470"/>
              <a:gd name="connsiteY183" fmla="*/ 613763 h 6858000"/>
              <a:gd name="connsiteX184" fmla="*/ 225269 w 1605470"/>
              <a:gd name="connsiteY184" fmla="*/ 598582 h 6858000"/>
              <a:gd name="connsiteX185" fmla="*/ 224950 w 1605470"/>
              <a:gd name="connsiteY185" fmla="*/ 576846 h 6858000"/>
              <a:gd name="connsiteX186" fmla="*/ 204632 w 1605470"/>
              <a:gd name="connsiteY186" fmla="*/ 553868 h 6858000"/>
              <a:gd name="connsiteX187" fmla="*/ 239317 w 1605470"/>
              <a:gd name="connsiteY187" fmla="*/ 517614 h 6858000"/>
              <a:gd name="connsiteX188" fmla="*/ 257645 w 1605470"/>
              <a:gd name="connsiteY188" fmla="*/ 474761 h 6858000"/>
              <a:gd name="connsiteX189" fmla="*/ 201693 w 1605470"/>
              <a:gd name="connsiteY189" fmla="*/ 469651 h 6858000"/>
              <a:gd name="connsiteX190" fmla="*/ 195012 w 1605470"/>
              <a:gd name="connsiteY190" fmla="*/ 448559 h 6858000"/>
              <a:gd name="connsiteX191" fmla="*/ 201434 w 1605470"/>
              <a:gd name="connsiteY191" fmla="*/ 441529 h 6858000"/>
              <a:gd name="connsiteX192" fmla="*/ 200655 w 1605470"/>
              <a:gd name="connsiteY192" fmla="*/ 428927 h 6858000"/>
              <a:gd name="connsiteX193" fmla="*/ 190059 w 1605470"/>
              <a:gd name="connsiteY193" fmla="*/ 430161 h 6858000"/>
              <a:gd name="connsiteX194" fmla="*/ 184450 w 1605470"/>
              <a:gd name="connsiteY194" fmla="*/ 396240 h 6858000"/>
              <a:gd name="connsiteX195" fmla="*/ 146196 w 1605470"/>
              <a:gd name="connsiteY195" fmla="*/ 358810 h 6858000"/>
              <a:gd name="connsiteX196" fmla="*/ 124571 w 1605470"/>
              <a:gd name="connsiteY196" fmla="*/ 302178 h 6858000"/>
              <a:gd name="connsiteX197" fmla="*/ 103243 w 1605470"/>
              <a:gd name="connsiteY197" fmla="*/ 211375 h 6858000"/>
              <a:gd name="connsiteX198" fmla="*/ 94571 w 1605470"/>
              <a:gd name="connsiteY198" fmla="*/ 184179 h 6858000"/>
              <a:gd name="connsiteX199" fmla="*/ 13437 w 1605470"/>
              <a:gd name="connsiteY199" fmla="*/ 19287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606772 w 1605470"/>
              <a:gd name="connsiteY131" fmla="*/ 2847273 h 6858000"/>
              <a:gd name="connsiteX132" fmla="*/ 593254 w 1605470"/>
              <a:gd name="connsiteY132" fmla="*/ 2766463 h 6858000"/>
              <a:gd name="connsiteX133" fmla="*/ 613412 w 1605470"/>
              <a:gd name="connsiteY133" fmla="*/ 2731184 h 6858000"/>
              <a:gd name="connsiteX134" fmla="*/ 555080 w 1605470"/>
              <a:gd name="connsiteY134" fmla="*/ 2538816 h 6858000"/>
              <a:gd name="connsiteX135" fmla="*/ 551827 w 1605470"/>
              <a:gd name="connsiteY135" fmla="*/ 2485734 h 6858000"/>
              <a:gd name="connsiteX136" fmla="*/ 525179 w 1605470"/>
              <a:gd name="connsiteY136" fmla="*/ 2447068 h 6858000"/>
              <a:gd name="connsiteX137" fmla="*/ 529511 w 1605470"/>
              <a:gd name="connsiteY137" fmla="*/ 2425819 h 6858000"/>
              <a:gd name="connsiteX138" fmla="*/ 530521 w 1605470"/>
              <a:gd name="connsiteY138" fmla="*/ 2422066 h 6858000"/>
              <a:gd name="connsiteX139" fmla="*/ 528878 w 1605470"/>
              <a:gd name="connsiteY139" fmla="*/ 2408971 h 6858000"/>
              <a:gd name="connsiteX140" fmla="*/ 535510 w 1605470"/>
              <a:gd name="connsiteY140" fmla="*/ 2402874 h 6858000"/>
              <a:gd name="connsiteX141" fmla="*/ 538122 w 1605470"/>
              <a:gd name="connsiteY141" fmla="*/ 2381443 h 6858000"/>
              <a:gd name="connsiteX142" fmla="*/ 533116 w 1605470"/>
              <a:gd name="connsiteY142" fmla="*/ 2358011 h 6858000"/>
              <a:gd name="connsiteX143" fmla="*/ 501423 w 1605470"/>
              <a:gd name="connsiteY143" fmla="*/ 2249479 h 6858000"/>
              <a:gd name="connsiteX144" fmla="*/ 486968 w 1605470"/>
              <a:gd name="connsiteY144" fmla="*/ 2182937 h 6858000"/>
              <a:gd name="connsiteX145" fmla="*/ 488555 w 1605470"/>
              <a:gd name="connsiteY145" fmla="*/ 2155135 h 6858000"/>
              <a:gd name="connsiteX146" fmla="*/ 486013 w 1605470"/>
              <a:gd name="connsiteY146" fmla="*/ 2118008 h 6858000"/>
              <a:gd name="connsiteX147" fmla="*/ 487006 w 1605470"/>
              <a:gd name="connsiteY147" fmla="*/ 2050531 h 6858000"/>
              <a:gd name="connsiteX148" fmla="*/ 478812 w 1605470"/>
              <a:gd name="connsiteY148" fmla="*/ 1963269 h 6858000"/>
              <a:gd name="connsiteX149" fmla="*/ 442619 w 1605470"/>
              <a:gd name="connsiteY149" fmla="*/ 1910499 h 6858000"/>
              <a:gd name="connsiteX150" fmla="*/ 446785 w 1605470"/>
              <a:gd name="connsiteY150" fmla="*/ 1903212 h 6858000"/>
              <a:gd name="connsiteX151" fmla="*/ 436547 w 1605470"/>
              <a:gd name="connsiteY151" fmla="*/ 1861531 h 6858000"/>
              <a:gd name="connsiteX152" fmla="*/ 364290 w 1605470"/>
              <a:gd name="connsiteY152" fmla="*/ 1728772 h 6858000"/>
              <a:gd name="connsiteX153" fmla="*/ 345287 w 1605470"/>
              <a:gd name="connsiteY153" fmla="*/ 1646953 h 6858000"/>
              <a:gd name="connsiteX154" fmla="*/ 344412 w 1605470"/>
              <a:gd name="connsiteY154" fmla="*/ 1615777 h 6858000"/>
              <a:gd name="connsiteX155" fmla="*/ 342578 w 1605470"/>
              <a:gd name="connsiteY155" fmla="*/ 1563678 h 6858000"/>
              <a:gd name="connsiteX156" fmla="*/ 355658 w 1605470"/>
              <a:gd name="connsiteY156" fmla="*/ 1519474 h 6858000"/>
              <a:gd name="connsiteX157" fmla="*/ 348400 w 1605470"/>
              <a:gd name="connsiteY157" fmla="*/ 1477995 h 6858000"/>
              <a:gd name="connsiteX158" fmla="*/ 328025 w 1605470"/>
              <a:gd name="connsiteY158" fmla="*/ 1475165 h 6858000"/>
              <a:gd name="connsiteX159" fmla="*/ 326326 w 1605470"/>
              <a:gd name="connsiteY159" fmla="*/ 1428585 h 6858000"/>
              <a:gd name="connsiteX160" fmla="*/ 325799 w 1605470"/>
              <a:gd name="connsiteY160" fmla="*/ 1357181 h 6858000"/>
              <a:gd name="connsiteX161" fmla="*/ 320507 w 1605470"/>
              <a:gd name="connsiteY161" fmla="*/ 1347099 h 6858000"/>
              <a:gd name="connsiteX162" fmla="*/ 335347 w 1605470"/>
              <a:gd name="connsiteY162" fmla="*/ 1334233 h 6858000"/>
              <a:gd name="connsiteX163" fmla="*/ 342792 w 1605470"/>
              <a:gd name="connsiteY163" fmla="*/ 1307086 h 6858000"/>
              <a:gd name="connsiteX164" fmla="*/ 343980 w 1605470"/>
              <a:gd name="connsiteY164" fmla="*/ 1189033 h 6858000"/>
              <a:gd name="connsiteX165" fmla="*/ 348665 w 1605470"/>
              <a:gd name="connsiteY165" fmla="*/ 1168288 h 6858000"/>
              <a:gd name="connsiteX166" fmla="*/ 340947 w 1605470"/>
              <a:gd name="connsiteY166" fmla="*/ 1142577 h 6858000"/>
              <a:gd name="connsiteX167" fmla="*/ 330253 w 1605470"/>
              <a:gd name="connsiteY167" fmla="*/ 1088484 h 6858000"/>
              <a:gd name="connsiteX168" fmla="*/ 314647 w 1605470"/>
              <a:gd name="connsiteY168" fmla="*/ 1053424 h 6858000"/>
              <a:gd name="connsiteX169" fmla="*/ 322906 w 1605470"/>
              <a:gd name="connsiteY169" fmla="*/ 1044367 h 6858000"/>
              <a:gd name="connsiteX170" fmla="*/ 326818 w 1605470"/>
              <a:gd name="connsiteY170" fmla="*/ 1022828 h 6858000"/>
              <a:gd name="connsiteX171" fmla="*/ 320445 w 1605470"/>
              <a:gd name="connsiteY171" fmla="*/ 932283 h 6858000"/>
              <a:gd name="connsiteX172" fmla="*/ 322681 w 1605470"/>
              <a:gd name="connsiteY172" fmla="*/ 915925 h 6858000"/>
              <a:gd name="connsiteX173" fmla="*/ 315310 w 1605470"/>
              <a:gd name="connsiteY173" fmla="*/ 896999 h 6858000"/>
              <a:gd name="connsiteX174" fmla="*/ 284718 w 1605470"/>
              <a:gd name="connsiteY174" fmla="*/ 821517 h 6858000"/>
              <a:gd name="connsiteX175" fmla="*/ 270682 w 1605470"/>
              <a:gd name="connsiteY175" fmla="*/ 786519 h 6858000"/>
              <a:gd name="connsiteX176" fmla="*/ 265483 w 1605470"/>
              <a:gd name="connsiteY176" fmla="*/ 784963 h 6858000"/>
              <a:gd name="connsiteX177" fmla="*/ 270939 w 1605470"/>
              <a:gd name="connsiteY177" fmla="*/ 776648 h 6858000"/>
              <a:gd name="connsiteX178" fmla="*/ 263668 w 1605470"/>
              <a:gd name="connsiteY178" fmla="*/ 751353 h 6858000"/>
              <a:gd name="connsiteX179" fmla="*/ 254540 w 1605470"/>
              <a:gd name="connsiteY179" fmla="*/ 741965 h 6858000"/>
              <a:gd name="connsiteX180" fmla="*/ 252501 w 1605470"/>
              <a:gd name="connsiteY180" fmla="*/ 724635 h 6858000"/>
              <a:gd name="connsiteX181" fmla="*/ 248897 w 1605470"/>
              <a:gd name="connsiteY181" fmla="*/ 681659 h 6858000"/>
              <a:gd name="connsiteX182" fmla="*/ 234316 w 1605470"/>
              <a:gd name="connsiteY182" fmla="*/ 635218 h 6858000"/>
              <a:gd name="connsiteX183" fmla="*/ 239327 w 1605470"/>
              <a:gd name="connsiteY183" fmla="*/ 613763 h 6858000"/>
              <a:gd name="connsiteX184" fmla="*/ 225269 w 1605470"/>
              <a:gd name="connsiteY184" fmla="*/ 598582 h 6858000"/>
              <a:gd name="connsiteX185" fmla="*/ 224950 w 1605470"/>
              <a:gd name="connsiteY185" fmla="*/ 576846 h 6858000"/>
              <a:gd name="connsiteX186" fmla="*/ 204632 w 1605470"/>
              <a:gd name="connsiteY186" fmla="*/ 553868 h 6858000"/>
              <a:gd name="connsiteX187" fmla="*/ 239317 w 1605470"/>
              <a:gd name="connsiteY187" fmla="*/ 517614 h 6858000"/>
              <a:gd name="connsiteX188" fmla="*/ 201693 w 1605470"/>
              <a:gd name="connsiteY188" fmla="*/ 469651 h 6858000"/>
              <a:gd name="connsiteX189" fmla="*/ 195012 w 1605470"/>
              <a:gd name="connsiteY189" fmla="*/ 448559 h 6858000"/>
              <a:gd name="connsiteX190" fmla="*/ 201434 w 1605470"/>
              <a:gd name="connsiteY190" fmla="*/ 441529 h 6858000"/>
              <a:gd name="connsiteX191" fmla="*/ 200655 w 1605470"/>
              <a:gd name="connsiteY191" fmla="*/ 428927 h 6858000"/>
              <a:gd name="connsiteX192" fmla="*/ 190059 w 1605470"/>
              <a:gd name="connsiteY192" fmla="*/ 430161 h 6858000"/>
              <a:gd name="connsiteX193" fmla="*/ 184450 w 1605470"/>
              <a:gd name="connsiteY193" fmla="*/ 396240 h 6858000"/>
              <a:gd name="connsiteX194" fmla="*/ 146196 w 1605470"/>
              <a:gd name="connsiteY194" fmla="*/ 358810 h 6858000"/>
              <a:gd name="connsiteX195" fmla="*/ 124571 w 1605470"/>
              <a:gd name="connsiteY195" fmla="*/ 302178 h 6858000"/>
              <a:gd name="connsiteX196" fmla="*/ 103243 w 1605470"/>
              <a:gd name="connsiteY196" fmla="*/ 211375 h 6858000"/>
              <a:gd name="connsiteX197" fmla="*/ 94571 w 1605470"/>
              <a:gd name="connsiteY197" fmla="*/ 184179 h 6858000"/>
              <a:gd name="connsiteX198" fmla="*/ 13437 w 1605470"/>
              <a:gd name="connsiteY198" fmla="*/ 19287 h 6858000"/>
              <a:gd name="connsiteX199" fmla="*/ 0 w 1605470"/>
              <a:gd name="connsiteY199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606772 w 1605470"/>
              <a:gd name="connsiteY131" fmla="*/ 2847273 h 6858000"/>
              <a:gd name="connsiteX132" fmla="*/ 613412 w 1605470"/>
              <a:gd name="connsiteY132" fmla="*/ 2731184 h 6858000"/>
              <a:gd name="connsiteX133" fmla="*/ 555080 w 1605470"/>
              <a:gd name="connsiteY133" fmla="*/ 2538816 h 6858000"/>
              <a:gd name="connsiteX134" fmla="*/ 551827 w 1605470"/>
              <a:gd name="connsiteY134" fmla="*/ 2485734 h 6858000"/>
              <a:gd name="connsiteX135" fmla="*/ 525179 w 1605470"/>
              <a:gd name="connsiteY135" fmla="*/ 2447068 h 6858000"/>
              <a:gd name="connsiteX136" fmla="*/ 529511 w 1605470"/>
              <a:gd name="connsiteY136" fmla="*/ 2425819 h 6858000"/>
              <a:gd name="connsiteX137" fmla="*/ 530521 w 1605470"/>
              <a:gd name="connsiteY137" fmla="*/ 2422066 h 6858000"/>
              <a:gd name="connsiteX138" fmla="*/ 528878 w 1605470"/>
              <a:gd name="connsiteY138" fmla="*/ 2408971 h 6858000"/>
              <a:gd name="connsiteX139" fmla="*/ 535510 w 1605470"/>
              <a:gd name="connsiteY139" fmla="*/ 2402874 h 6858000"/>
              <a:gd name="connsiteX140" fmla="*/ 538122 w 1605470"/>
              <a:gd name="connsiteY140" fmla="*/ 2381443 h 6858000"/>
              <a:gd name="connsiteX141" fmla="*/ 533116 w 1605470"/>
              <a:gd name="connsiteY141" fmla="*/ 2358011 h 6858000"/>
              <a:gd name="connsiteX142" fmla="*/ 501423 w 1605470"/>
              <a:gd name="connsiteY142" fmla="*/ 2249479 h 6858000"/>
              <a:gd name="connsiteX143" fmla="*/ 486968 w 1605470"/>
              <a:gd name="connsiteY143" fmla="*/ 2182937 h 6858000"/>
              <a:gd name="connsiteX144" fmla="*/ 488555 w 1605470"/>
              <a:gd name="connsiteY144" fmla="*/ 2155135 h 6858000"/>
              <a:gd name="connsiteX145" fmla="*/ 486013 w 1605470"/>
              <a:gd name="connsiteY145" fmla="*/ 2118008 h 6858000"/>
              <a:gd name="connsiteX146" fmla="*/ 487006 w 1605470"/>
              <a:gd name="connsiteY146" fmla="*/ 2050531 h 6858000"/>
              <a:gd name="connsiteX147" fmla="*/ 478812 w 1605470"/>
              <a:gd name="connsiteY147" fmla="*/ 1963269 h 6858000"/>
              <a:gd name="connsiteX148" fmla="*/ 442619 w 1605470"/>
              <a:gd name="connsiteY148" fmla="*/ 1910499 h 6858000"/>
              <a:gd name="connsiteX149" fmla="*/ 446785 w 1605470"/>
              <a:gd name="connsiteY149" fmla="*/ 1903212 h 6858000"/>
              <a:gd name="connsiteX150" fmla="*/ 436547 w 1605470"/>
              <a:gd name="connsiteY150" fmla="*/ 1861531 h 6858000"/>
              <a:gd name="connsiteX151" fmla="*/ 364290 w 1605470"/>
              <a:gd name="connsiteY151" fmla="*/ 1728772 h 6858000"/>
              <a:gd name="connsiteX152" fmla="*/ 345287 w 1605470"/>
              <a:gd name="connsiteY152" fmla="*/ 1646953 h 6858000"/>
              <a:gd name="connsiteX153" fmla="*/ 344412 w 1605470"/>
              <a:gd name="connsiteY153" fmla="*/ 1615777 h 6858000"/>
              <a:gd name="connsiteX154" fmla="*/ 342578 w 1605470"/>
              <a:gd name="connsiteY154" fmla="*/ 1563678 h 6858000"/>
              <a:gd name="connsiteX155" fmla="*/ 355658 w 1605470"/>
              <a:gd name="connsiteY155" fmla="*/ 1519474 h 6858000"/>
              <a:gd name="connsiteX156" fmla="*/ 348400 w 1605470"/>
              <a:gd name="connsiteY156" fmla="*/ 1477995 h 6858000"/>
              <a:gd name="connsiteX157" fmla="*/ 328025 w 1605470"/>
              <a:gd name="connsiteY157" fmla="*/ 1475165 h 6858000"/>
              <a:gd name="connsiteX158" fmla="*/ 326326 w 1605470"/>
              <a:gd name="connsiteY158" fmla="*/ 1428585 h 6858000"/>
              <a:gd name="connsiteX159" fmla="*/ 325799 w 1605470"/>
              <a:gd name="connsiteY159" fmla="*/ 1357181 h 6858000"/>
              <a:gd name="connsiteX160" fmla="*/ 320507 w 1605470"/>
              <a:gd name="connsiteY160" fmla="*/ 1347099 h 6858000"/>
              <a:gd name="connsiteX161" fmla="*/ 335347 w 1605470"/>
              <a:gd name="connsiteY161" fmla="*/ 1334233 h 6858000"/>
              <a:gd name="connsiteX162" fmla="*/ 342792 w 1605470"/>
              <a:gd name="connsiteY162" fmla="*/ 1307086 h 6858000"/>
              <a:gd name="connsiteX163" fmla="*/ 343980 w 1605470"/>
              <a:gd name="connsiteY163" fmla="*/ 1189033 h 6858000"/>
              <a:gd name="connsiteX164" fmla="*/ 348665 w 1605470"/>
              <a:gd name="connsiteY164" fmla="*/ 1168288 h 6858000"/>
              <a:gd name="connsiteX165" fmla="*/ 340947 w 1605470"/>
              <a:gd name="connsiteY165" fmla="*/ 1142577 h 6858000"/>
              <a:gd name="connsiteX166" fmla="*/ 330253 w 1605470"/>
              <a:gd name="connsiteY166" fmla="*/ 1088484 h 6858000"/>
              <a:gd name="connsiteX167" fmla="*/ 314647 w 1605470"/>
              <a:gd name="connsiteY167" fmla="*/ 1053424 h 6858000"/>
              <a:gd name="connsiteX168" fmla="*/ 322906 w 1605470"/>
              <a:gd name="connsiteY168" fmla="*/ 1044367 h 6858000"/>
              <a:gd name="connsiteX169" fmla="*/ 326818 w 1605470"/>
              <a:gd name="connsiteY169" fmla="*/ 1022828 h 6858000"/>
              <a:gd name="connsiteX170" fmla="*/ 320445 w 1605470"/>
              <a:gd name="connsiteY170" fmla="*/ 932283 h 6858000"/>
              <a:gd name="connsiteX171" fmla="*/ 322681 w 1605470"/>
              <a:gd name="connsiteY171" fmla="*/ 915925 h 6858000"/>
              <a:gd name="connsiteX172" fmla="*/ 315310 w 1605470"/>
              <a:gd name="connsiteY172" fmla="*/ 896999 h 6858000"/>
              <a:gd name="connsiteX173" fmla="*/ 284718 w 1605470"/>
              <a:gd name="connsiteY173" fmla="*/ 821517 h 6858000"/>
              <a:gd name="connsiteX174" fmla="*/ 270682 w 1605470"/>
              <a:gd name="connsiteY174" fmla="*/ 786519 h 6858000"/>
              <a:gd name="connsiteX175" fmla="*/ 265483 w 1605470"/>
              <a:gd name="connsiteY175" fmla="*/ 784963 h 6858000"/>
              <a:gd name="connsiteX176" fmla="*/ 270939 w 1605470"/>
              <a:gd name="connsiteY176" fmla="*/ 776648 h 6858000"/>
              <a:gd name="connsiteX177" fmla="*/ 263668 w 1605470"/>
              <a:gd name="connsiteY177" fmla="*/ 751353 h 6858000"/>
              <a:gd name="connsiteX178" fmla="*/ 254540 w 1605470"/>
              <a:gd name="connsiteY178" fmla="*/ 741965 h 6858000"/>
              <a:gd name="connsiteX179" fmla="*/ 252501 w 1605470"/>
              <a:gd name="connsiteY179" fmla="*/ 724635 h 6858000"/>
              <a:gd name="connsiteX180" fmla="*/ 248897 w 1605470"/>
              <a:gd name="connsiteY180" fmla="*/ 681659 h 6858000"/>
              <a:gd name="connsiteX181" fmla="*/ 234316 w 1605470"/>
              <a:gd name="connsiteY181" fmla="*/ 635218 h 6858000"/>
              <a:gd name="connsiteX182" fmla="*/ 239327 w 1605470"/>
              <a:gd name="connsiteY182" fmla="*/ 613763 h 6858000"/>
              <a:gd name="connsiteX183" fmla="*/ 225269 w 1605470"/>
              <a:gd name="connsiteY183" fmla="*/ 598582 h 6858000"/>
              <a:gd name="connsiteX184" fmla="*/ 224950 w 1605470"/>
              <a:gd name="connsiteY184" fmla="*/ 576846 h 6858000"/>
              <a:gd name="connsiteX185" fmla="*/ 204632 w 1605470"/>
              <a:gd name="connsiteY185" fmla="*/ 553868 h 6858000"/>
              <a:gd name="connsiteX186" fmla="*/ 239317 w 1605470"/>
              <a:gd name="connsiteY186" fmla="*/ 517614 h 6858000"/>
              <a:gd name="connsiteX187" fmla="*/ 201693 w 1605470"/>
              <a:gd name="connsiteY187" fmla="*/ 469651 h 6858000"/>
              <a:gd name="connsiteX188" fmla="*/ 195012 w 1605470"/>
              <a:gd name="connsiteY188" fmla="*/ 448559 h 6858000"/>
              <a:gd name="connsiteX189" fmla="*/ 201434 w 1605470"/>
              <a:gd name="connsiteY189" fmla="*/ 441529 h 6858000"/>
              <a:gd name="connsiteX190" fmla="*/ 200655 w 1605470"/>
              <a:gd name="connsiteY190" fmla="*/ 428927 h 6858000"/>
              <a:gd name="connsiteX191" fmla="*/ 190059 w 1605470"/>
              <a:gd name="connsiteY191" fmla="*/ 430161 h 6858000"/>
              <a:gd name="connsiteX192" fmla="*/ 184450 w 1605470"/>
              <a:gd name="connsiteY192" fmla="*/ 396240 h 6858000"/>
              <a:gd name="connsiteX193" fmla="*/ 146196 w 1605470"/>
              <a:gd name="connsiteY193" fmla="*/ 358810 h 6858000"/>
              <a:gd name="connsiteX194" fmla="*/ 124571 w 1605470"/>
              <a:gd name="connsiteY194" fmla="*/ 302178 h 6858000"/>
              <a:gd name="connsiteX195" fmla="*/ 103243 w 1605470"/>
              <a:gd name="connsiteY195" fmla="*/ 211375 h 6858000"/>
              <a:gd name="connsiteX196" fmla="*/ 94571 w 1605470"/>
              <a:gd name="connsiteY196" fmla="*/ 184179 h 6858000"/>
              <a:gd name="connsiteX197" fmla="*/ 13437 w 1605470"/>
              <a:gd name="connsiteY197" fmla="*/ 19287 h 6858000"/>
              <a:gd name="connsiteX198" fmla="*/ 0 w 1605470"/>
              <a:gd name="connsiteY198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613412 w 1605470"/>
              <a:gd name="connsiteY131" fmla="*/ 2731184 h 6858000"/>
              <a:gd name="connsiteX132" fmla="*/ 555080 w 1605470"/>
              <a:gd name="connsiteY132" fmla="*/ 2538816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33116 w 1605470"/>
              <a:gd name="connsiteY140" fmla="*/ 2358011 h 6858000"/>
              <a:gd name="connsiteX141" fmla="*/ 501423 w 1605470"/>
              <a:gd name="connsiteY141" fmla="*/ 2249479 h 6858000"/>
              <a:gd name="connsiteX142" fmla="*/ 486968 w 1605470"/>
              <a:gd name="connsiteY142" fmla="*/ 2182937 h 6858000"/>
              <a:gd name="connsiteX143" fmla="*/ 488555 w 1605470"/>
              <a:gd name="connsiteY143" fmla="*/ 2155135 h 6858000"/>
              <a:gd name="connsiteX144" fmla="*/ 486013 w 1605470"/>
              <a:gd name="connsiteY144" fmla="*/ 2118008 h 6858000"/>
              <a:gd name="connsiteX145" fmla="*/ 487006 w 1605470"/>
              <a:gd name="connsiteY145" fmla="*/ 2050531 h 6858000"/>
              <a:gd name="connsiteX146" fmla="*/ 478812 w 1605470"/>
              <a:gd name="connsiteY146" fmla="*/ 1963269 h 6858000"/>
              <a:gd name="connsiteX147" fmla="*/ 442619 w 1605470"/>
              <a:gd name="connsiteY147" fmla="*/ 1910499 h 6858000"/>
              <a:gd name="connsiteX148" fmla="*/ 446785 w 1605470"/>
              <a:gd name="connsiteY148" fmla="*/ 1903212 h 6858000"/>
              <a:gd name="connsiteX149" fmla="*/ 436547 w 1605470"/>
              <a:gd name="connsiteY149" fmla="*/ 1861531 h 6858000"/>
              <a:gd name="connsiteX150" fmla="*/ 364290 w 1605470"/>
              <a:gd name="connsiteY150" fmla="*/ 1728772 h 6858000"/>
              <a:gd name="connsiteX151" fmla="*/ 345287 w 1605470"/>
              <a:gd name="connsiteY151" fmla="*/ 1646953 h 6858000"/>
              <a:gd name="connsiteX152" fmla="*/ 344412 w 1605470"/>
              <a:gd name="connsiteY152" fmla="*/ 1615777 h 6858000"/>
              <a:gd name="connsiteX153" fmla="*/ 342578 w 1605470"/>
              <a:gd name="connsiteY153" fmla="*/ 1563678 h 6858000"/>
              <a:gd name="connsiteX154" fmla="*/ 355658 w 1605470"/>
              <a:gd name="connsiteY154" fmla="*/ 1519474 h 6858000"/>
              <a:gd name="connsiteX155" fmla="*/ 348400 w 1605470"/>
              <a:gd name="connsiteY155" fmla="*/ 1477995 h 6858000"/>
              <a:gd name="connsiteX156" fmla="*/ 328025 w 1605470"/>
              <a:gd name="connsiteY156" fmla="*/ 1475165 h 6858000"/>
              <a:gd name="connsiteX157" fmla="*/ 326326 w 1605470"/>
              <a:gd name="connsiteY157" fmla="*/ 1428585 h 6858000"/>
              <a:gd name="connsiteX158" fmla="*/ 325799 w 1605470"/>
              <a:gd name="connsiteY158" fmla="*/ 1357181 h 6858000"/>
              <a:gd name="connsiteX159" fmla="*/ 320507 w 1605470"/>
              <a:gd name="connsiteY159" fmla="*/ 1347099 h 6858000"/>
              <a:gd name="connsiteX160" fmla="*/ 335347 w 1605470"/>
              <a:gd name="connsiteY160" fmla="*/ 1334233 h 6858000"/>
              <a:gd name="connsiteX161" fmla="*/ 342792 w 1605470"/>
              <a:gd name="connsiteY161" fmla="*/ 1307086 h 6858000"/>
              <a:gd name="connsiteX162" fmla="*/ 343980 w 1605470"/>
              <a:gd name="connsiteY162" fmla="*/ 1189033 h 6858000"/>
              <a:gd name="connsiteX163" fmla="*/ 348665 w 1605470"/>
              <a:gd name="connsiteY163" fmla="*/ 1168288 h 6858000"/>
              <a:gd name="connsiteX164" fmla="*/ 340947 w 1605470"/>
              <a:gd name="connsiteY164" fmla="*/ 1142577 h 6858000"/>
              <a:gd name="connsiteX165" fmla="*/ 330253 w 1605470"/>
              <a:gd name="connsiteY165" fmla="*/ 1088484 h 6858000"/>
              <a:gd name="connsiteX166" fmla="*/ 314647 w 1605470"/>
              <a:gd name="connsiteY166" fmla="*/ 1053424 h 6858000"/>
              <a:gd name="connsiteX167" fmla="*/ 322906 w 1605470"/>
              <a:gd name="connsiteY167" fmla="*/ 1044367 h 6858000"/>
              <a:gd name="connsiteX168" fmla="*/ 326818 w 1605470"/>
              <a:gd name="connsiteY168" fmla="*/ 1022828 h 6858000"/>
              <a:gd name="connsiteX169" fmla="*/ 320445 w 1605470"/>
              <a:gd name="connsiteY169" fmla="*/ 932283 h 6858000"/>
              <a:gd name="connsiteX170" fmla="*/ 322681 w 1605470"/>
              <a:gd name="connsiteY170" fmla="*/ 915925 h 6858000"/>
              <a:gd name="connsiteX171" fmla="*/ 315310 w 1605470"/>
              <a:gd name="connsiteY171" fmla="*/ 896999 h 6858000"/>
              <a:gd name="connsiteX172" fmla="*/ 284718 w 1605470"/>
              <a:gd name="connsiteY172" fmla="*/ 821517 h 6858000"/>
              <a:gd name="connsiteX173" fmla="*/ 270682 w 1605470"/>
              <a:gd name="connsiteY173" fmla="*/ 786519 h 6858000"/>
              <a:gd name="connsiteX174" fmla="*/ 265483 w 1605470"/>
              <a:gd name="connsiteY174" fmla="*/ 784963 h 6858000"/>
              <a:gd name="connsiteX175" fmla="*/ 270939 w 1605470"/>
              <a:gd name="connsiteY175" fmla="*/ 776648 h 6858000"/>
              <a:gd name="connsiteX176" fmla="*/ 263668 w 1605470"/>
              <a:gd name="connsiteY176" fmla="*/ 751353 h 6858000"/>
              <a:gd name="connsiteX177" fmla="*/ 254540 w 1605470"/>
              <a:gd name="connsiteY177" fmla="*/ 741965 h 6858000"/>
              <a:gd name="connsiteX178" fmla="*/ 252501 w 1605470"/>
              <a:gd name="connsiteY178" fmla="*/ 724635 h 6858000"/>
              <a:gd name="connsiteX179" fmla="*/ 248897 w 1605470"/>
              <a:gd name="connsiteY179" fmla="*/ 681659 h 6858000"/>
              <a:gd name="connsiteX180" fmla="*/ 234316 w 1605470"/>
              <a:gd name="connsiteY180" fmla="*/ 635218 h 6858000"/>
              <a:gd name="connsiteX181" fmla="*/ 239327 w 1605470"/>
              <a:gd name="connsiteY181" fmla="*/ 613763 h 6858000"/>
              <a:gd name="connsiteX182" fmla="*/ 225269 w 1605470"/>
              <a:gd name="connsiteY182" fmla="*/ 598582 h 6858000"/>
              <a:gd name="connsiteX183" fmla="*/ 224950 w 1605470"/>
              <a:gd name="connsiteY183" fmla="*/ 576846 h 6858000"/>
              <a:gd name="connsiteX184" fmla="*/ 204632 w 1605470"/>
              <a:gd name="connsiteY184" fmla="*/ 553868 h 6858000"/>
              <a:gd name="connsiteX185" fmla="*/ 239317 w 1605470"/>
              <a:gd name="connsiteY185" fmla="*/ 517614 h 6858000"/>
              <a:gd name="connsiteX186" fmla="*/ 201693 w 1605470"/>
              <a:gd name="connsiteY186" fmla="*/ 469651 h 6858000"/>
              <a:gd name="connsiteX187" fmla="*/ 195012 w 1605470"/>
              <a:gd name="connsiteY187" fmla="*/ 448559 h 6858000"/>
              <a:gd name="connsiteX188" fmla="*/ 201434 w 1605470"/>
              <a:gd name="connsiteY188" fmla="*/ 441529 h 6858000"/>
              <a:gd name="connsiteX189" fmla="*/ 200655 w 1605470"/>
              <a:gd name="connsiteY189" fmla="*/ 428927 h 6858000"/>
              <a:gd name="connsiteX190" fmla="*/ 190059 w 1605470"/>
              <a:gd name="connsiteY190" fmla="*/ 430161 h 6858000"/>
              <a:gd name="connsiteX191" fmla="*/ 184450 w 1605470"/>
              <a:gd name="connsiteY191" fmla="*/ 396240 h 6858000"/>
              <a:gd name="connsiteX192" fmla="*/ 146196 w 1605470"/>
              <a:gd name="connsiteY192" fmla="*/ 358810 h 6858000"/>
              <a:gd name="connsiteX193" fmla="*/ 124571 w 1605470"/>
              <a:gd name="connsiteY193" fmla="*/ 302178 h 6858000"/>
              <a:gd name="connsiteX194" fmla="*/ 103243 w 1605470"/>
              <a:gd name="connsiteY194" fmla="*/ 211375 h 6858000"/>
              <a:gd name="connsiteX195" fmla="*/ 94571 w 1605470"/>
              <a:gd name="connsiteY195" fmla="*/ 184179 h 6858000"/>
              <a:gd name="connsiteX196" fmla="*/ 13437 w 1605470"/>
              <a:gd name="connsiteY196" fmla="*/ 19287 h 6858000"/>
              <a:gd name="connsiteX197" fmla="*/ 0 w 1605470"/>
              <a:gd name="connsiteY197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55080 w 1605470"/>
              <a:gd name="connsiteY132" fmla="*/ 2538816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33116 w 1605470"/>
              <a:gd name="connsiteY140" fmla="*/ 2358011 h 6858000"/>
              <a:gd name="connsiteX141" fmla="*/ 501423 w 1605470"/>
              <a:gd name="connsiteY141" fmla="*/ 2249479 h 6858000"/>
              <a:gd name="connsiteX142" fmla="*/ 486968 w 1605470"/>
              <a:gd name="connsiteY142" fmla="*/ 2182937 h 6858000"/>
              <a:gd name="connsiteX143" fmla="*/ 488555 w 1605470"/>
              <a:gd name="connsiteY143" fmla="*/ 2155135 h 6858000"/>
              <a:gd name="connsiteX144" fmla="*/ 486013 w 1605470"/>
              <a:gd name="connsiteY144" fmla="*/ 2118008 h 6858000"/>
              <a:gd name="connsiteX145" fmla="*/ 487006 w 1605470"/>
              <a:gd name="connsiteY145" fmla="*/ 2050531 h 6858000"/>
              <a:gd name="connsiteX146" fmla="*/ 478812 w 1605470"/>
              <a:gd name="connsiteY146" fmla="*/ 1963269 h 6858000"/>
              <a:gd name="connsiteX147" fmla="*/ 442619 w 1605470"/>
              <a:gd name="connsiteY147" fmla="*/ 1910499 h 6858000"/>
              <a:gd name="connsiteX148" fmla="*/ 446785 w 1605470"/>
              <a:gd name="connsiteY148" fmla="*/ 1903212 h 6858000"/>
              <a:gd name="connsiteX149" fmla="*/ 436547 w 1605470"/>
              <a:gd name="connsiteY149" fmla="*/ 1861531 h 6858000"/>
              <a:gd name="connsiteX150" fmla="*/ 364290 w 1605470"/>
              <a:gd name="connsiteY150" fmla="*/ 1728772 h 6858000"/>
              <a:gd name="connsiteX151" fmla="*/ 345287 w 1605470"/>
              <a:gd name="connsiteY151" fmla="*/ 1646953 h 6858000"/>
              <a:gd name="connsiteX152" fmla="*/ 344412 w 1605470"/>
              <a:gd name="connsiteY152" fmla="*/ 1615777 h 6858000"/>
              <a:gd name="connsiteX153" fmla="*/ 342578 w 1605470"/>
              <a:gd name="connsiteY153" fmla="*/ 1563678 h 6858000"/>
              <a:gd name="connsiteX154" fmla="*/ 355658 w 1605470"/>
              <a:gd name="connsiteY154" fmla="*/ 1519474 h 6858000"/>
              <a:gd name="connsiteX155" fmla="*/ 348400 w 1605470"/>
              <a:gd name="connsiteY155" fmla="*/ 1477995 h 6858000"/>
              <a:gd name="connsiteX156" fmla="*/ 328025 w 1605470"/>
              <a:gd name="connsiteY156" fmla="*/ 1475165 h 6858000"/>
              <a:gd name="connsiteX157" fmla="*/ 326326 w 1605470"/>
              <a:gd name="connsiteY157" fmla="*/ 1428585 h 6858000"/>
              <a:gd name="connsiteX158" fmla="*/ 325799 w 1605470"/>
              <a:gd name="connsiteY158" fmla="*/ 1357181 h 6858000"/>
              <a:gd name="connsiteX159" fmla="*/ 320507 w 1605470"/>
              <a:gd name="connsiteY159" fmla="*/ 1347099 h 6858000"/>
              <a:gd name="connsiteX160" fmla="*/ 335347 w 1605470"/>
              <a:gd name="connsiteY160" fmla="*/ 1334233 h 6858000"/>
              <a:gd name="connsiteX161" fmla="*/ 342792 w 1605470"/>
              <a:gd name="connsiteY161" fmla="*/ 1307086 h 6858000"/>
              <a:gd name="connsiteX162" fmla="*/ 343980 w 1605470"/>
              <a:gd name="connsiteY162" fmla="*/ 1189033 h 6858000"/>
              <a:gd name="connsiteX163" fmla="*/ 348665 w 1605470"/>
              <a:gd name="connsiteY163" fmla="*/ 1168288 h 6858000"/>
              <a:gd name="connsiteX164" fmla="*/ 340947 w 1605470"/>
              <a:gd name="connsiteY164" fmla="*/ 1142577 h 6858000"/>
              <a:gd name="connsiteX165" fmla="*/ 330253 w 1605470"/>
              <a:gd name="connsiteY165" fmla="*/ 1088484 h 6858000"/>
              <a:gd name="connsiteX166" fmla="*/ 314647 w 1605470"/>
              <a:gd name="connsiteY166" fmla="*/ 1053424 h 6858000"/>
              <a:gd name="connsiteX167" fmla="*/ 322906 w 1605470"/>
              <a:gd name="connsiteY167" fmla="*/ 1044367 h 6858000"/>
              <a:gd name="connsiteX168" fmla="*/ 326818 w 1605470"/>
              <a:gd name="connsiteY168" fmla="*/ 1022828 h 6858000"/>
              <a:gd name="connsiteX169" fmla="*/ 320445 w 1605470"/>
              <a:gd name="connsiteY169" fmla="*/ 932283 h 6858000"/>
              <a:gd name="connsiteX170" fmla="*/ 322681 w 1605470"/>
              <a:gd name="connsiteY170" fmla="*/ 915925 h 6858000"/>
              <a:gd name="connsiteX171" fmla="*/ 315310 w 1605470"/>
              <a:gd name="connsiteY171" fmla="*/ 896999 h 6858000"/>
              <a:gd name="connsiteX172" fmla="*/ 284718 w 1605470"/>
              <a:gd name="connsiteY172" fmla="*/ 821517 h 6858000"/>
              <a:gd name="connsiteX173" fmla="*/ 270682 w 1605470"/>
              <a:gd name="connsiteY173" fmla="*/ 786519 h 6858000"/>
              <a:gd name="connsiteX174" fmla="*/ 265483 w 1605470"/>
              <a:gd name="connsiteY174" fmla="*/ 784963 h 6858000"/>
              <a:gd name="connsiteX175" fmla="*/ 270939 w 1605470"/>
              <a:gd name="connsiteY175" fmla="*/ 776648 h 6858000"/>
              <a:gd name="connsiteX176" fmla="*/ 263668 w 1605470"/>
              <a:gd name="connsiteY176" fmla="*/ 751353 h 6858000"/>
              <a:gd name="connsiteX177" fmla="*/ 254540 w 1605470"/>
              <a:gd name="connsiteY177" fmla="*/ 741965 h 6858000"/>
              <a:gd name="connsiteX178" fmla="*/ 252501 w 1605470"/>
              <a:gd name="connsiteY178" fmla="*/ 724635 h 6858000"/>
              <a:gd name="connsiteX179" fmla="*/ 248897 w 1605470"/>
              <a:gd name="connsiteY179" fmla="*/ 681659 h 6858000"/>
              <a:gd name="connsiteX180" fmla="*/ 234316 w 1605470"/>
              <a:gd name="connsiteY180" fmla="*/ 635218 h 6858000"/>
              <a:gd name="connsiteX181" fmla="*/ 239327 w 1605470"/>
              <a:gd name="connsiteY181" fmla="*/ 613763 h 6858000"/>
              <a:gd name="connsiteX182" fmla="*/ 225269 w 1605470"/>
              <a:gd name="connsiteY182" fmla="*/ 598582 h 6858000"/>
              <a:gd name="connsiteX183" fmla="*/ 224950 w 1605470"/>
              <a:gd name="connsiteY183" fmla="*/ 576846 h 6858000"/>
              <a:gd name="connsiteX184" fmla="*/ 204632 w 1605470"/>
              <a:gd name="connsiteY184" fmla="*/ 553868 h 6858000"/>
              <a:gd name="connsiteX185" fmla="*/ 239317 w 1605470"/>
              <a:gd name="connsiteY185" fmla="*/ 517614 h 6858000"/>
              <a:gd name="connsiteX186" fmla="*/ 201693 w 1605470"/>
              <a:gd name="connsiteY186" fmla="*/ 469651 h 6858000"/>
              <a:gd name="connsiteX187" fmla="*/ 195012 w 1605470"/>
              <a:gd name="connsiteY187" fmla="*/ 448559 h 6858000"/>
              <a:gd name="connsiteX188" fmla="*/ 201434 w 1605470"/>
              <a:gd name="connsiteY188" fmla="*/ 441529 h 6858000"/>
              <a:gd name="connsiteX189" fmla="*/ 200655 w 1605470"/>
              <a:gd name="connsiteY189" fmla="*/ 428927 h 6858000"/>
              <a:gd name="connsiteX190" fmla="*/ 190059 w 1605470"/>
              <a:gd name="connsiteY190" fmla="*/ 430161 h 6858000"/>
              <a:gd name="connsiteX191" fmla="*/ 184450 w 1605470"/>
              <a:gd name="connsiteY191" fmla="*/ 396240 h 6858000"/>
              <a:gd name="connsiteX192" fmla="*/ 146196 w 1605470"/>
              <a:gd name="connsiteY192" fmla="*/ 358810 h 6858000"/>
              <a:gd name="connsiteX193" fmla="*/ 124571 w 1605470"/>
              <a:gd name="connsiteY193" fmla="*/ 302178 h 6858000"/>
              <a:gd name="connsiteX194" fmla="*/ 103243 w 1605470"/>
              <a:gd name="connsiteY194" fmla="*/ 211375 h 6858000"/>
              <a:gd name="connsiteX195" fmla="*/ 94571 w 1605470"/>
              <a:gd name="connsiteY195" fmla="*/ 184179 h 6858000"/>
              <a:gd name="connsiteX196" fmla="*/ 13437 w 1605470"/>
              <a:gd name="connsiteY196" fmla="*/ 19287 h 6858000"/>
              <a:gd name="connsiteX197" fmla="*/ 0 w 1605470"/>
              <a:gd name="connsiteY197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33116 w 1605470"/>
              <a:gd name="connsiteY140" fmla="*/ 2358011 h 6858000"/>
              <a:gd name="connsiteX141" fmla="*/ 501423 w 1605470"/>
              <a:gd name="connsiteY141" fmla="*/ 2249479 h 6858000"/>
              <a:gd name="connsiteX142" fmla="*/ 486968 w 1605470"/>
              <a:gd name="connsiteY142" fmla="*/ 2182937 h 6858000"/>
              <a:gd name="connsiteX143" fmla="*/ 488555 w 1605470"/>
              <a:gd name="connsiteY143" fmla="*/ 2155135 h 6858000"/>
              <a:gd name="connsiteX144" fmla="*/ 486013 w 1605470"/>
              <a:gd name="connsiteY144" fmla="*/ 2118008 h 6858000"/>
              <a:gd name="connsiteX145" fmla="*/ 487006 w 1605470"/>
              <a:gd name="connsiteY145" fmla="*/ 2050531 h 6858000"/>
              <a:gd name="connsiteX146" fmla="*/ 478812 w 1605470"/>
              <a:gd name="connsiteY146" fmla="*/ 1963269 h 6858000"/>
              <a:gd name="connsiteX147" fmla="*/ 442619 w 1605470"/>
              <a:gd name="connsiteY147" fmla="*/ 1910499 h 6858000"/>
              <a:gd name="connsiteX148" fmla="*/ 446785 w 1605470"/>
              <a:gd name="connsiteY148" fmla="*/ 1903212 h 6858000"/>
              <a:gd name="connsiteX149" fmla="*/ 436547 w 1605470"/>
              <a:gd name="connsiteY149" fmla="*/ 1861531 h 6858000"/>
              <a:gd name="connsiteX150" fmla="*/ 364290 w 1605470"/>
              <a:gd name="connsiteY150" fmla="*/ 1728772 h 6858000"/>
              <a:gd name="connsiteX151" fmla="*/ 345287 w 1605470"/>
              <a:gd name="connsiteY151" fmla="*/ 1646953 h 6858000"/>
              <a:gd name="connsiteX152" fmla="*/ 344412 w 1605470"/>
              <a:gd name="connsiteY152" fmla="*/ 1615777 h 6858000"/>
              <a:gd name="connsiteX153" fmla="*/ 342578 w 1605470"/>
              <a:gd name="connsiteY153" fmla="*/ 1563678 h 6858000"/>
              <a:gd name="connsiteX154" fmla="*/ 355658 w 1605470"/>
              <a:gd name="connsiteY154" fmla="*/ 1519474 h 6858000"/>
              <a:gd name="connsiteX155" fmla="*/ 348400 w 1605470"/>
              <a:gd name="connsiteY155" fmla="*/ 1477995 h 6858000"/>
              <a:gd name="connsiteX156" fmla="*/ 328025 w 1605470"/>
              <a:gd name="connsiteY156" fmla="*/ 1475165 h 6858000"/>
              <a:gd name="connsiteX157" fmla="*/ 326326 w 1605470"/>
              <a:gd name="connsiteY157" fmla="*/ 1428585 h 6858000"/>
              <a:gd name="connsiteX158" fmla="*/ 325799 w 1605470"/>
              <a:gd name="connsiteY158" fmla="*/ 1357181 h 6858000"/>
              <a:gd name="connsiteX159" fmla="*/ 320507 w 1605470"/>
              <a:gd name="connsiteY159" fmla="*/ 1347099 h 6858000"/>
              <a:gd name="connsiteX160" fmla="*/ 335347 w 1605470"/>
              <a:gd name="connsiteY160" fmla="*/ 1334233 h 6858000"/>
              <a:gd name="connsiteX161" fmla="*/ 342792 w 1605470"/>
              <a:gd name="connsiteY161" fmla="*/ 1307086 h 6858000"/>
              <a:gd name="connsiteX162" fmla="*/ 343980 w 1605470"/>
              <a:gd name="connsiteY162" fmla="*/ 1189033 h 6858000"/>
              <a:gd name="connsiteX163" fmla="*/ 348665 w 1605470"/>
              <a:gd name="connsiteY163" fmla="*/ 1168288 h 6858000"/>
              <a:gd name="connsiteX164" fmla="*/ 340947 w 1605470"/>
              <a:gd name="connsiteY164" fmla="*/ 1142577 h 6858000"/>
              <a:gd name="connsiteX165" fmla="*/ 330253 w 1605470"/>
              <a:gd name="connsiteY165" fmla="*/ 1088484 h 6858000"/>
              <a:gd name="connsiteX166" fmla="*/ 314647 w 1605470"/>
              <a:gd name="connsiteY166" fmla="*/ 1053424 h 6858000"/>
              <a:gd name="connsiteX167" fmla="*/ 322906 w 1605470"/>
              <a:gd name="connsiteY167" fmla="*/ 1044367 h 6858000"/>
              <a:gd name="connsiteX168" fmla="*/ 326818 w 1605470"/>
              <a:gd name="connsiteY168" fmla="*/ 1022828 h 6858000"/>
              <a:gd name="connsiteX169" fmla="*/ 320445 w 1605470"/>
              <a:gd name="connsiteY169" fmla="*/ 932283 h 6858000"/>
              <a:gd name="connsiteX170" fmla="*/ 322681 w 1605470"/>
              <a:gd name="connsiteY170" fmla="*/ 915925 h 6858000"/>
              <a:gd name="connsiteX171" fmla="*/ 315310 w 1605470"/>
              <a:gd name="connsiteY171" fmla="*/ 896999 h 6858000"/>
              <a:gd name="connsiteX172" fmla="*/ 284718 w 1605470"/>
              <a:gd name="connsiteY172" fmla="*/ 821517 h 6858000"/>
              <a:gd name="connsiteX173" fmla="*/ 270682 w 1605470"/>
              <a:gd name="connsiteY173" fmla="*/ 786519 h 6858000"/>
              <a:gd name="connsiteX174" fmla="*/ 265483 w 1605470"/>
              <a:gd name="connsiteY174" fmla="*/ 784963 h 6858000"/>
              <a:gd name="connsiteX175" fmla="*/ 270939 w 1605470"/>
              <a:gd name="connsiteY175" fmla="*/ 776648 h 6858000"/>
              <a:gd name="connsiteX176" fmla="*/ 263668 w 1605470"/>
              <a:gd name="connsiteY176" fmla="*/ 751353 h 6858000"/>
              <a:gd name="connsiteX177" fmla="*/ 254540 w 1605470"/>
              <a:gd name="connsiteY177" fmla="*/ 741965 h 6858000"/>
              <a:gd name="connsiteX178" fmla="*/ 252501 w 1605470"/>
              <a:gd name="connsiteY178" fmla="*/ 724635 h 6858000"/>
              <a:gd name="connsiteX179" fmla="*/ 248897 w 1605470"/>
              <a:gd name="connsiteY179" fmla="*/ 681659 h 6858000"/>
              <a:gd name="connsiteX180" fmla="*/ 234316 w 1605470"/>
              <a:gd name="connsiteY180" fmla="*/ 635218 h 6858000"/>
              <a:gd name="connsiteX181" fmla="*/ 239327 w 1605470"/>
              <a:gd name="connsiteY181" fmla="*/ 613763 h 6858000"/>
              <a:gd name="connsiteX182" fmla="*/ 225269 w 1605470"/>
              <a:gd name="connsiteY182" fmla="*/ 598582 h 6858000"/>
              <a:gd name="connsiteX183" fmla="*/ 224950 w 1605470"/>
              <a:gd name="connsiteY183" fmla="*/ 576846 h 6858000"/>
              <a:gd name="connsiteX184" fmla="*/ 204632 w 1605470"/>
              <a:gd name="connsiteY184" fmla="*/ 553868 h 6858000"/>
              <a:gd name="connsiteX185" fmla="*/ 239317 w 1605470"/>
              <a:gd name="connsiteY185" fmla="*/ 517614 h 6858000"/>
              <a:gd name="connsiteX186" fmla="*/ 201693 w 1605470"/>
              <a:gd name="connsiteY186" fmla="*/ 469651 h 6858000"/>
              <a:gd name="connsiteX187" fmla="*/ 195012 w 1605470"/>
              <a:gd name="connsiteY187" fmla="*/ 448559 h 6858000"/>
              <a:gd name="connsiteX188" fmla="*/ 201434 w 1605470"/>
              <a:gd name="connsiteY188" fmla="*/ 441529 h 6858000"/>
              <a:gd name="connsiteX189" fmla="*/ 200655 w 1605470"/>
              <a:gd name="connsiteY189" fmla="*/ 428927 h 6858000"/>
              <a:gd name="connsiteX190" fmla="*/ 190059 w 1605470"/>
              <a:gd name="connsiteY190" fmla="*/ 430161 h 6858000"/>
              <a:gd name="connsiteX191" fmla="*/ 184450 w 1605470"/>
              <a:gd name="connsiteY191" fmla="*/ 396240 h 6858000"/>
              <a:gd name="connsiteX192" fmla="*/ 146196 w 1605470"/>
              <a:gd name="connsiteY192" fmla="*/ 358810 h 6858000"/>
              <a:gd name="connsiteX193" fmla="*/ 124571 w 1605470"/>
              <a:gd name="connsiteY193" fmla="*/ 302178 h 6858000"/>
              <a:gd name="connsiteX194" fmla="*/ 103243 w 1605470"/>
              <a:gd name="connsiteY194" fmla="*/ 211375 h 6858000"/>
              <a:gd name="connsiteX195" fmla="*/ 94571 w 1605470"/>
              <a:gd name="connsiteY195" fmla="*/ 184179 h 6858000"/>
              <a:gd name="connsiteX196" fmla="*/ 13437 w 1605470"/>
              <a:gd name="connsiteY196" fmla="*/ 19287 h 6858000"/>
              <a:gd name="connsiteX197" fmla="*/ 0 w 1605470"/>
              <a:gd name="connsiteY197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33116 w 1605470"/>
              <a:gd name="connsiteY140" fmla="*/ 2358011 h 6858000"/>
              <a:gd name="connsiteX141" fmla="*/ 501423 w 1605470"/>
              <a:gd name="connsiteY141" fmla="*/ 2249479 h 6858000"/>
              <a:gd name="connsiteX142" fmla="*/ 486968 w 1605470"/>
              <a:gd name="connsiteY142" fmla="*/ 2182937 h 6858000"/>
              <a:gd name="connsiteX143" fmla="*/ 488555 w 1605470"/>
              <a:gd name="connsiteY143" fmla="*/ 2155135 h 6858000"/>
              <a:gd name="connsiteX144" fmla="*/ 486013 w 1605470"/>
              <a:gd name="connsiteY144" fmla="*/ 2118008 h 6858000"/>
              <a:gd name="connsiteX145" fmla="*/ 487006 w 1605470"/>
              <a:gd name="connsiteY145" fmla="*/ 2050531 h 6858000"/>
              <a:gd name="connsiteX146" fmla="*/ 478812 w 1605470"/>
              <a:gd name="connsiteY146" fmla="*/ 1963269 h 6858000"/>
              <a:gd name="connsiteX147" fmla="*/ 442619 w 1605470"/>
              <a:gd name="connsiteY147" fmla="*/ 1910499 h 6858000"/>
              <a:gd name="connsiteX148" fmla="*/ 446785 w 1605470"/>
              <a:gd name="connsiteY148" fmla="*/ 1903212 h 6858000"/>
              <a:gd name="connsiteX149" fmla="*/ 436547 w 1605470"/>
              <a:gd name="connsiteY149" fmla="*/ 1861531 h 6858000"/>
              <a:gd name="connsiteX150" fmla="*/ 364290 w 1605470"/>
              <a:gd name="connsiteY150" fmla="*/ 1728772 h 6858000"/>
              <a:gd name="connsiteX151" fmla="*/ 345287 w 1605470"/>
              <a:gd name="connsiteY151" fmla="*/ 1646953 h 6858000"/>
              <a:gd name="connsiteX152" fmla="*/ 344412 w 1605470"/>
              <a:gd name="connsiteY152" fmla="*/ 1615777 h 6858000"/>
              <a:gd name="connsiteX153" fmla="*/ 342578 w 1605470"/>
              <a:gd name="connsiteY153" fmla="*/ 1563678 h 6858000"/>
              <a:gd name="connsiteX154" fmla="*/ 355658 w 1605470"/>
              <a:gd name="connsiteY154" fmla="*/ 1519474 h 6858000"/>
              <a:gd name="connsiteX155" fmla="*/ 348400 w 1605470"/>
              <a:gd name="connsiteY155" fmla="*/ 1477995 h 6858000"/>
              <a:gd name="connsiteX156" fmla="*/ 328025 w 1605470"/>
              <a:gd name="connsiteY156" fmla="*/ 1475165 h 6858000"/>
              <a:gd name="connsiteX157" fmla="*/ 326326 w 1605470"/>
              <a:gd name="connsiteY157" fmla="*/ 1428585 h 6858000"/>
              <a:gd name="connsiteX158" fmla="*/ 325799 w 1605470"/>
              <a:gd name="connsiteY158" fmla="*/ 1357181 h 6858000"/>
              <a:gd name="connsiteX159" fmla="*/ 320507 w 1605470"/>
              <a:gd name="connsiteY159" fmla="*/ 1347099 h 6858000"/>
              <a:gd name="connsiteX160" fmla="*/ 335347 w 1605470"/>
              <a:gd name="connsiteY160" fmla="*/ 1334233 h 6858000"/>
              <a:gd name="connsiteX161" fmla="*/ 342792 w 1605470"/>
              <a:gd name="connsiteY161" fmla="*/ 1307086 h 6858000"/>
              <a:gd name="connsiteX162" fmla="*/ 343980 w 1605470"/>
              <a:gd name="connsiteY162" fmla="*/ 1189033 h 6858000"/>
              <a:gd name="connsiteX163" fmla="*/ 348665 w 1605470"/>
              <a:gd name="connsiteY163" fmla="*/ 1168288 h 6858000"/>
              <a:gd name="connsiteX164" fmla="*/ 340947 w 1605470"/>
              <a:gd name="connsiteY164" fmla="*/ 1142577 h 6858000"/>
              <a:gd name="connsiteX165" fmla="*/ 330253 w 1605470"/>
              <a:gd name="connsiteY165" fmla="*/ 1088484 h 6858000"/>
              <a:gd name="connsiteX166" fmla="*/ 314647 w 1605470"/>
              <a:gd name="connsiteY166" fmla="*/ 1053424 h 6858000"/>
              <a:gd name="connsiteX167" fmla="*/ 322906 w 1605470"/>
              <a:gd name="connsiteY167" fmla="*/ 1044367 h 6858000"/>
              <a:gd name="connsiteX168" fmla="*/ 326818 w 1605470"/>
              <a:gd name="connsiteY168" fmla="*/ 1022828 h 6858000"/>
              <a:gd name="connsiteX169" fmla="*/ 320445 w 1605470"/>
              <a:gd name="connsiteY169" fmla="*/ 932283 h 6858000"/>
              <a:gd name="connsiteX170" fmla="*/ 322681 w 1605470"/>
              <a:gd name="connsiteY170" fmla="*/ 915925 h 6858000"/>
              <a:gd name="connsiteX171" fmla="*/ 315310 w 1605470"/>
              <a:gd name="connsiteY171" fmla="*/ 896999 h 6858000"/>
              <a:gd name="connsiteX172" fmla="*/ 284718 w 1605470"/>
              <a:gd name="connsiteY172" fmla="*/ 821517 h 6858000"/>
              <a:gd name="connsiteX173" fmla="*/ 270682 w 1605470"/>
              <a:gd name="connsiteY173" fmla="*/ 786519 h 6858000"/>
              <a:gd name="connsiteX174" fmla="*/ 265483 w 1605470"/>
              <a:gd name="connsiteY174" fmla="*/ 784963 h 6858000"/>
              <a:gd name="connsiteX175" fmla="*/ 263668 w 1605470"/>
              <a:gd name="connsiteY175" fmla="*/ 751353 h 6858000"/>
              <a:gd name="connsiteX176" fmla="*/ 254540 w 1605470"/>
              <a:gd name="connsiteY176" fmla="*/ 741965 h 6858000"/>
              <a:gd name="connsiteX177" fmla="*/ 252501 w 1605470"/>
              <a:gd name="connsiteY177" fmla="*/ 724635 h 6858000"/>
              <a:gd name="connsiteX178" fmla="*/ 248897 w 1605470"/>
              <a:gd name="connsiteY178" fmla="*/ 681659 h 6858000"/>
              <a:gd name="connsiteX179" fmla="*/ 234316 w 1605470"/>
              <a:gd name="connsiteY179" fmla="*/ 635218 h 6858000"/>
              <a:gd name="connsiteX180" fmla="*/ 239327 w 1605470"/>
              <a:gd name="connsiteY180" fmla="*/ 613763 h 6858000"/>
              <a:gd name="connsiteX181" fmla="*/ 225269 w 1605470"/>
              <a:gd name="connsiteY181" fmla="*/ 598582 h 6858000"/>
              <a:gd name="connsiteX182" fmla="*/ 224950 w 1605470"/>
              <a:gd name="connsiteY182" fmla="*/ 576846 h 6858000"/>
              <a:gd name="connsiteX183" fmla="*/ 204632 w 1605470"/>
              <a:gd name="connsiteY183" fmla="*/ 553868 h 6858000"/>
              <a:gd name="connsiteX184" fmla="*/ 239317 w 1605470"/>
              <a:gd name="connsiteY184" fmla="*/ 517614 h 6858000"/>
              <a:gd name="connsiteX185" fmla="*/ 201693 w 1605470"/>
              <a:gd name="connsiteY185" fmla="*/ 469651 h 6858000"/>
              <a:gd name="connsiteX186" fmla="*/ 195012 w 1605470"/>
              <a:gd name="connsiteY186" fmla="*/ 448559 h 6858000"/>
              <a:gd name="connsiteX187" fmla="*/ 201434 w 1605470"/>
              <a:gd name="connsiteY187" fmla="*/ 441529 h 6858000"/>
              <a:gd name="connsiteX188" fmla="*/ 200655 w 1605470"/>
              <a:gd name="connsiteY188" fmla="*/ 428927 h 6858000"/>
              <a:gd name="connsiteX189" fmla="*/ 190059 w 1605470"/>
              <a:gd name="connsiteY189" fmla="*/ 430161 h 6858000"/>
              <a:gd name="connsiteX190" fmla="*/ 184450 w 1605470"/>
              <a:gd name="connsiteY190" fmla="*/ 396240 h 6858000"/>
              <a:gd name="connsiteX191" fmla="*/ 146196 w 1605470"/>
              <a:gd name="connsiteY191" fmla="*/ 358810 h 6858000"/>
              <a:gd name="connsiteX192" fmla="*/ 124571 w 1605470"/>
              <a:gd name="connsiteY192" fmla="*/ 302178 h 6858000"/>
              <a:gd name="connsiteX193" fmla="*/ 103243 w 1605470"/>
              <a:gd name="connsiteY193" fmla="*/ 211375 h 6858000"/>
              <a:gd name="connsiteX194" fmla="*/ 94571 w 1605470"/>
              <a:gd name="connsiteY194" fmla="*/ 184179 h 6858000"/>
              <a:gd name="connsiteX195" fmla="*/ 13437 w 1605470"/>
              <a:gd name="connsiteY195" fmla="*/ 19287 h 6858000"/>
              <a:gd name="connsiteX196" fmla="*/ 0 w 1605470"/>
              <a:gd name="connsiteY196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33116 w 1605470"/>
              <a:gd name="connsiteY140" fmla="*/ 2358011 h 6858000"/>
              <a:gd name="connsiteX141" fmla="*/ 501423 w 1605470"/>
              <a:gd name="connsiteY141" fmla="*/ 2249479 h 6858000"/>
              <a:gd name="connsiteX142" fmla="*/ 486968 w 1605470"/>
              <a:gd name="connsiteY142" fmla="*/ 2182937 h 6858000"/>
              <a:gd name="connsiteX143" fmla="*/ 488555 w 1605470"/>
              <a:gd name="connsiteY143" fmla="*/ 2155135 h 6858000"/>
              <a:gd name="connsiteX144" fmla="*/ 486013 w 1605470"/>
              <a:gd name="connsiteY144" fmla="*/ 2118008 h 6858000"/>
              <a:gd name="connsiteX145" fmla="*/ 487006 w 1605470"/>
              <a:gd name="connsiteY145" fmla="*/ 2050531 h 6858000"/>
              <a:gd name="connsiteX146" fmla="*/ 478812 w 1605470"/>
              <a:gd name="connsiteY146" fmla="*/ 1963269 h 6858000"/>
              <a:gd name="connsiteX147" fmla="*/ 442619 w 1605470"/>
              <a:gd name="connsiteY147" fmla="*/ 1910499 h 6858000"/>
              <a:gd name="connsiteX148" fmla="*/ 446785 w 1605470"/>
              <a:gd name="connsiteY148" fmla="*/ 1903212 h 6858000"/>
              <a:gd name="connsiteX149" fmla="*/ 436547 w 1605470"/>
              <a:gd name="connsiteY149" fmla="*/ 1861531 h 6858000"/>
              <a:gd name="connsiteX150" fmla="*/ 364290 w 1605470"/>
              <a:gd name="connsiteY150" fmla="*/ 1728772 h 6858000"/>
              <a:gd name="connsiteX151" fmla="*/ 345287 w 1605470"/>
              <a:gd name="connsiteY151" fmla="*/ 1646953 h 6858000"/>
              <a:gd name="connsiteX152" fmla="*/ 344412 w 1605470"/>
              <a:gd name="connsiteY152" fmla="*/ 1615777 h 6858000"/>
              <a:gd name="connsiteX153" fmla="*/ 342578 w 1605470"/>
              <a:gd name="connsiteY153" fmla="*/ 1563678 h 6858000"/>
              <a:gd name="connsiteX154" fmla="*/ 355658 w 1605470"/>
              <a:gd name="connsiteY154" fmla="*/ 1519474 h 6858000"/>
              <a:gd name="connsiteX155" fmla="*/ 348400 w 1605470"/>
              <a:gd name="connsiteY155" fmla="*/ 1477995 h 6858000"/>
              <a:gd name="connsiteX156" fmla="*/ 328025 w 1605470"/>
              <a:gd name="connsiteY156" fmla="*/ 1475165 h 6858000"/>
              <a:gd name="connsiteX157" fmla="*/ 326326 w 1605470"/>
              <a:gd name="connsiteY157" fmla="*/ 1428585 h 6858000"/>
              <a:gd name="connsiteX158" fmla="*/ 325799 w 1605470"/>
              <a:gd name="connsiteY158" fmla="*/ 1357181 h 6858000"/>
              <a:gd name="connsiteX159" fmla="*/ 320507 w 1605470"/>
              <a:gd name="connsiteY159" fmla="*/ 1347099 h 6858000"/>
              <a:gd name="connsiteX160" fmla="*/ 335347 w 1605470"/>
              <a:gd name="connsiteY160" fmla="*/ 1334233 h 6858000"/>
              <a:gd name="connsiteX161" fmla="*/ 342792 w 1605470"/>
              <a:gd name="connsiteY161" fmla="*/ 1307086 h 6858000"/>
              <a:gd name="connsiteX162" fmla="*/ 343980 w 1605470"/>
              <a:gd name="connsiteY162" fmla="*/ 1189033 h 6858000"/>
              <a:gd name="connsiteX163" fmla="*/ 348665 w 1605470"/>
              <a:gd name="connsiteY163" fmla="*/ 1168288 h 6858000"/>
              <a:gd name="connsiteX164" fmla="*/ 340947 w 1605470"/>
              <a:gd name="connsiteY164" fmla="*/ 1142577 h 6858000"/>
              <a:gd name="connsiteX165" fmla="*/ 330253 w 1605470"/>
              <a:gd name="connsiteY165" fmla="*/ 1088484 h 6858000"/>
              <a:gd name="connsiteX166" fmla="*/ 314647 w 1605470"/>
              <a:gd name="connsiteY166" fmla="*/ 1053424 h 6858000"/>
              <a:gd name="connsiteX167" fmla="*/ 322906 w 1605470"/>
              <a:gd name="connsiteY167" fmla="*/ 1044367 h 6858000"/>
              <a:gd name="connsiteX168" fmla="*/ 326818 w 1605470"/>
              <a:gd name="connsiteY168" fmla="*/ 1022828 h 6858000"/>
              <a:gd name="connsiteX169" fmla="*/ 320445 w 1605470"/>
              <a:gd name="connsiteY169" fmla="*/ 932283 h 6858000"/>
              <a:gd name="connsiteX170" fmla="*/ 322681 w 1605470"/>
              <a:gd name="connsiteY170" fmla="*/ 915925 h 6858000"/>
              <a:gd name="connsiteX171" fmla="*/ 315310 w 1605470"/>
              <a:gd name="connsiteY171" fmla="*/ 896999 h 6858000"/>
              <a:gd name="connsiteX172" fmla="*/ 284718 w 1605470"/>
              <a:gd name="connsiteY172" fmla="*/ 821517 h 6858000"/>
              <a:gd name="connsiteX173" fmla="*/ 270682 w 1605470"/>
              <a:gd name="connsiteY173" fmla="*/ 786519 h 6858000"/>
              <a:gd name="connsiteX174" fmla="*/ 263668 w 1605470"/>
              <a:gd name="connsiteY174" fmla="*/ 751353 h 6858000"/>
              <a:gd name="connsiteX175" fmla="*/ 254540 w 1605470"/>
              <a:gd name="connsiteY175" fmla="*/ 741965 h 6858000"/>
              <a:gd name="connsiteX176" fmla="*/ 252501 w 1605470"/>
              <a:gd name="connsiteY176" fmla="*/ 724635 h 6858000"/>
              <a:gd name="connsiteX177" fmla="*/ 248897 w 1605470"/>
              <a:gd name="connsiteY177" fmla="*/ 681659 h 6858000"/>
              <a:gd name="connsiteX178" fmla="*/ 234316 w 1605470"/>
              <a:gd name="connsiteY178" fmla="*/ 635218 h 6858000"/>
              <a:gd name="connsiteX179" fmla="*/ 239327 w 1605470"/>
              <a:gd name="connsiteY179" fmla="*/ 613763 h 6858000"/>
              <a:gd name="connsiteX180" fmla="*/ 225269 w 1605470"/>
              <a:gd name="connsiteY180" fmla="*/ 598582 h 6858000"/>
              <a:gd name="connsiteX181" fmla="*/ 224950 w 1605470"/>
              <a:gd name="connsiteY181" fmla="*/ 576846 h 6858000"/>
              <a:gd name="connsiteX182" fmla="*/ 204632 w 1605470"/>
              <a:gd name="connsiteY182" fmla="*/ 553868 h 6858000"/>
              <a:gd name="connsiteX183" fmla="*/ 239317 w 1605470"/>
              <a:gd name="connsiteY183" fmla="*/ 517614 h 6858000"/>
              <a:gd name="connsiteX184" fmla="*/ 201693 w 1605470"/>
              <a:gd name="connsiteY184" fmla="*/ 469651 h 6858000"/>
              <a:gd name="connsiteX185" fmla="*/ 195012 w 1605470"/>
              <a:gd name="connsiteY185" fmla="*/ 448559 h 6858000"/>
              <a:gd name="connsiteX186" fmla="*/ 201434 w 1605470"/>
              <a:gd name="connsiteY186" fmla="*/ 441529 h 6858000"/>
              <a:gd name="connsiteX187" fmla="*/ 200655 w 1605470"/>
              <a:gd name="connsiteY187" fmla="*/ 428927 h 6858000"/>
              <a:gd name="connsiteX188" fmla="*/ 190059 w 1605470"/>
              <a:gd name="connsiteY188" fmla="*/ 430161 h 6858000"/>
              <a:gd name="connsiteX189" fmla="*/ 184450 w 1605470"/>
              <a:gd name="connsiteY189" fmla="*/ 396240 h 6858000"/>
              <a:gd name="connsiteX190" fmla="*/ 146196 w 1605470"/>
              <a:gd name="connsiteY190" fmla="*/ 358810 h 6858000"/>
              <a:gd name="connsiteX191" fmla="*/ 124571 w 1605470"/>
              <a:gd name="connsiteY191" fmla="*/ 302178 h 6858000"/>
              <a:gd name="connsiteX192" fmla="*/ 103243 w 1605470"/>
              <a:gd name="connsiteY192" fmla="*/ 211375 h 6858000"/>
              <a:gd name="connsiteX193" fmla="*/ 94571 w 1605470"/>
              <a:gd name="connsiteY193" fmla="*/ 184179 h 6858000"/>
              <a:gd name="connsiteX194" fmla="*/ 13437 w 1605470"/>
              <a:gd name="connsiteY194" fmla="*/ 19287 h 6858000"/>
              <a:gd name="connsiteX195" fmla="*/ 0 w 1605470"/>
              <a:gd name="connsiteY195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33116 w 1605470"/>
              <a:gd name="connsiteY140" fmla="*/ 2358011 h 6858000"/>
              <a:gd name="connsiteX141" fmla="*/ 501423 w 1605470"/>
              <a:gd name="connsiteY141" fmla="*/ 2249479 h 6858000"/>
              <a:gd name="connsiteX142" fmla="*/ 486968 w 1605470"/>
              <a:gd name="connsiteY142" fmla="*/ 2182937 h 6858000"/>
              <a:gd name="connsiteX143" fmla="*/ 488555 w 1605470"/>
              <a:gd name="connsiteY143" fmla="*/ 2155135 h 6858000"/>
              <a:gd name="connsiteX144" fmla="*/ 486013 w 1605470"/>
              <a:gd name="connsiteY144" fmla="*/ 2118008 h 6858000"/>
              <a:gd name="connsiteX145" fmla="*/ 487006 w 1605470"/>
              <a:gd name="connsiteY145" fmla="*/ 2050531 h 6858000"/>
              <a:gd name="connsiteX146" fmla="*/ 478812 w 1605470"/>
              <a:gd name="connsiteY146" fmla="*/ 1963269 h 6858000"/>
              <a:gd name="connsiteX147" fmla="*/ 442619 w 1605470"/>
              <a:gd name="connsiteY147" fmla="*/ 1910499 h 6858000"/>
              <a:gd name="connsiteX148" fmla="*/ 446785 w 1605470"/>
              <a:gd name="connsiteY148" fmla="*/ 1903212 h 6858000"/>
              <a:gd name="connsiteX149" fmla="*/ 436547 w 1605470"/>
              <a:gd name="connsiteY149" fmla="*/ 1861531 h 6858000"/>
              <a:gd name="connsiteX150" fmla="*/ 364290 w 1605470"/>
              <a:gd name="connsiteY150" fmla="*/ 1728772 h 6858000"/>
              <a:gd name="connsiteX151" fmla="*/ 345287 w 1605470"/>
              <a:gd name="connsiteY151" fmla="*/ 1646953 h 6858000"/>
              <a:gd name="connsiteX152" fmla="*/ 344412 w 1605470"/>
              <a:gd name="connsiteY152" fmla="*/ 1615777 h 6858000"/>
              <a:gd name="connsiteX153" fmla="*/ 342578 w 1605470"/>
              <a:gd name="connsiteY153" fmla="*/ 1563678 h 6858000"/>
              <a:gd name="connsiteX154" fmla="*/ 355658 w 1605470"/>
              <a:gd name="connsiteY154" fmla="*/ 1519474 h 6858000"/>
              <a:gd name="connsiteX155" fmla="*/ 348400 w 1605470"/>
              <a:gd name="connsiteY155" fmla="*/ 1477995 h 6858000"/>
              <a:gd name="connsiteX156" fmla="*/ 328025 w 1605470"/>
              <a:gd name="connsiteY156" fmla="*/ 1475165 h 6858000"/>
              <a:gd name="connsiteX157" fmla="*/ 326326 w 1605470"/>
              <a:gd name="connsiteY157" fmla="*/ 1428585 h 6858000"/>
              <a:gd name="connsiteX158" fmla="*/ 325799 w 1605470"/>
              <a:gd name="connsiteY158" fmla="*/ 1357181 h 6858000"/>
              <a:gd name="connsiteX159" fmla="*/ 320507 w 1605470"/>
              <a:gd name="connsiteY159" fmla="*/ 1347099 h 6858000"/>
              <a:gd name="connsiteX160" fmla="*/ 335347 w 1605470"/>
              <a:gd name="connsiteY160" fmla="*/ 1334233 h 6858000"/>
              <a:gd name="connsiteX161" fmla="*/ 342792 w 1605470"/>
              <a:gd name="connsiteY161" fmla="*/ 1307086 h 6858000"/>
              <a:gd name="connsiteX162" fmla="*/ 343980 w 1605470"/>
              <a:gd name="connsiteY162" fmla="*/ 1189033 h 6858000"/>
              <a:gd name="connsiteX163" fmla="*/ 348665 w 1605470"/>
              <a:gd name="connsiteY163" fmla="*/ 1168288 h 6858000"/>
              <a:gd name="connsiteX164" fmla="*/ 340947 w 1605470"/>
              <a:gd name="connsiteY164" fmla="*/ 1142577 h 6858000"/>
              <a:gd name="connsiteX165" fmla="*/ 330253 w 1605470"/>
              <a:gd name="connsiteY165" fmla="*/ 1088484 h 6858000"/>
              <a:gd name="connsiteX166" fmla="*/ 314647 w 1605470"/>
              <a:gd name="connsiteY166" fmla="*/ 1053424 h 6858000"/>
              <a:gd name="connsiteX167" fmla="*/ 322906 w 1605470"/>
              <a:gd name="connsiteY167" fmla="*/ 1044367 h 6858000"/>
              <a:gd name="connsiteX168" fmla="*/ 326818 w 1605470"/>
              <a:gd name="connsiteY168" fmla="*/ 1022828 h 6858000"/>
              <a:gd name="connsiteX169" fmla="*/ 320445 w 1605470"/>
              <a:gd name="connsiteY169" fmla="*/ 932283 h 6858000"/>
              <a:gd name="connsiteX170" fmla="*/ 322681 w 1605470"/>
              <a:gd name="connsiteY170" fmla="*/ 915925 h 6858000"/>
              <a:gd name="connsiteX171" fmla="*/ 315310 w 1605470"/>
              <a:gd name="connsiteY171" fmla="*/ 896999 h 6858000"/>
              <a:gd name="connsiteX172" fmla="*/ 284718 w 1605470"/>
              <a:gd name="connsiteY172" fmla="*/ 821517 h 6858000"/>
              <a:gd name="connsiteX173" fmla="*/ 263668 w 1605470"/>
              <a:gd name="connsiteY173" fmla="*/ 751353 h 6858000"/>
              <a:gd name="connsiteX174" fmla="*/ 254540 w 1605470"/>
              <a:gd name="connsiteY174" fmla="*/ 741965 h 6858000"/>
              <a:gd name="connsiteX175" fmla="*/ 252501 w 1605470"/>
              <a:gd name="connsiteY175" fmla="*/ 724635 h 6858000"/>
              <a:gd name="connsiteX176" fmla="*/ 248897 w 1605470"/>
              <a:gd name="connsiteY176" fmla="*/ 681659 h 6858000"/>
              <a:gd name="connsiteX177" fmla="*/ 234316 w 1605470"/>
              <a:gd name="connsiteY177" fmla="*/ 635218 h 6858000"/>
              <a:gd name="connsiteX178" fmla="*/ 239327 w 1605470"/>
              <a:gd name="connsiteY178" fmla="*/ 613763 h 6858000"/>
              <a:gd name="connsiteX179" fmla="*/ 225269 w 1605470"/>
              <a:gd name="connsiteY179" fmla="*/ 598582 h 6858000"/>
              <a:gd name="connsiteX180" fmla="*/ 224950 w 1605470"/>
              <a:gd name="connsiteY180" fmla="*/ 576846 h 6858000"/>
              <a:gd name="connsiteX181" fmla="*/ 204632 w 1605470"/>
              <a:gd name="connsiteY181" fmla="*/ 553868 h 6858000"/>
              <a:gd name="connsiteX182" fmla="*/ 239317 w 1605470"/>
              <a:gd name="connsiteY182" fmla="*/ 517614 h 6858000"/>
              <a:gd name="connsiteX183" fmla="*/ 201693 w 1605470"/>
              <a:gd name="connsiteY183" fmla="*/ 469651 h 6858000"/>
              <a:gd name="connsiteX184" fmla="*/ 195012 w 1605470"/>
              <a:gd name="connsiteY184" fmla="*/ 448559 h 6858000"/>
              <a:gd name="connsiteX185" fmla="*/ 201434 w 1605470"/>
              <a:gd name="connsiteY185" fmla="*/ 441529 h 6858000"/>
              <a:gd name="connsiteX186" fmla="*/ 200655 w 1605470"/>
              <a:gd name="connsiteY186" fmla="*/ 428927 h 6858000"/>
              <a:gd name="connsiteX187" fmla="*/ 190059 w 1605470"/>
              <a:gd name="connsiteY187" fmla="*/ 430161 h 6858000"/>
              <a:gd name="connsiteX188" fmla="*/ 184450 w 1605470"/>
              <a:gd name="connsiteY188" fmla="*/ 396240 h 6858000"/>
              <a:gd name="connsiteX189" fmla="*/ 146196 w 1605470"/>
              <a:gd name="connsiteY189" fmla="*/ 358810 h 6858000"/>
              <a:gd name="connsiteX190" fmla="*/ 124571 w 1605470"/>
              <a:gd name="connsiteY190" fmla="*/ 302178 h 6858000"/>
              <a:gd name="connsiteX191" fmla="*/ 103243 w 1605470"/>
              <a:gd name="connsiteY191" fmla="*/ 211375 h 6858000"/>
              <a:gd name="connsiteX192" fmla="*/ 94571 w 1605470"/>
              <a:gd name="connsiteY192" fmla="*/ 184179 h 6858000"/>
              <a:gd name="connsiteX193" fmla="*/ 13437 w 1605470"/>
              <a:gd name="connsiteY193" fmla="*/ 19287 h 6858000"/>
              <a:gd name="connsiteX194" fmla="*/ 0 w 1605470"/>
              <a:gd name="connsiteY194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01423 w 1605470"/>
              <a:gd name="connsiteY140" fmla="*/ 2249479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64290 w 1605470"/>
              <a:gd name="connsiteY149" fmla="*/ 1728772 h 6858000"/>
              <a:gd name="connsiteX150" fmla="*/ 345287 w 1605470"/>
              <a:gd name="connsiteY150" fmla="*/ 1646953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28025 w 1605470"/>
              <a:gd name="connsiteY155" fmla="*/ 1475165 h 6858000"/>
              <a:gd name="connsiteX156" fmla="*/ 326326 w 1605470"/>
              <a:gd name="connsiteY156" fmla="*/ 1428585 h 6858000"/>
              <a:gd name="connsiteX157" fmla="*/ 325799 w 1605470"/>
              <a:gd name="connsiteY157" fmla="*/ 1357181 h 6858000"/>
              <a:gd name="connsiteX158" fmla="*/ 320507 w 1605470"/>
              <a:gd name="connsiteY158" fmla="*/ 1347099 h 6858000"/>
              <a:gd name="connsiteX159" fmla="*/ 335347 w 1605470"/>
              <a:gd name="connsiteY159" fmla="*/ 1334233 h 6858000"/>
              <a:gd name="connsiteX160" fmla="*/ 342792 w 1605470"/>
              <a:gd name="connsiteY160" fmla="*/ 1307086 h 6858000"/>
              <a:gd name="connsiteX161" fmla="*/ 343980 w 1605470"/>
              <a:gd name="connsiteY161" fmla="*/ 1189033 h 6858000"/>
              <a:gd name="connsiteX162" fmla="*/ 348665 w 1605470"/>
              <a:gd name="connsiteY162" fmla="*/ 1168288 h 6858000"/>
              <a:gd name="connsiteX163" fmla="*/ 340947 w 1605470"/>
              <a:gd name="connsiteY163" fmla="*/ 1142577 h 6858000"/>
              <a:gd name="connsiteX164" fmla="*/ 330253 w 1605470"/>
              <a:gd name="connsiteY164" fmla="*/ 1088484 h 6858000"/>
              <a:gd name="connsiteX165" fmla="*/ 314647 w 1605470"/>
              <a:gd name="connsiteY165" fmla="*/ 1053424 h 6858000"/>
              <a:gd name="connsiteX166" fmla="*/ 322906 w 1605470"/>
              <a:gd name="connsiteY166" fmla="*/ 1044367 h 6858000"/>
              <a:gd name="connsiteX167" fmla="*/ 326818 w 1605470"/>
              <a:gd name="connsiteY167" fmla="*/ 1022828 h 6858000"/>
              <a:gd name="connsiteX168" fmla="*/ 320445 w 1605470"/>
              <a:gd name="connsiteY168" fmla="*/ 932283 h 6858000"/>
              <a:gd name="connsiteX169" fmla="*/ 322681 w 1605470"/>
              <a:gd name="connsiteY169" fmla="*/ 915925 h 6858000"/>
              <a:gd name="connsiteX170" fmla="*/ 315310 w 1605470"/>
              <a:gd name="connsiteY170" fmla="*/ 896999 h 6858000"/>
              <a:gd name="connsiteX171" fmla="*/ 284718 w 1605470"/>
              <a:gd name="connsiteY171" fmla="*/ 821517 h 6858000"/>
              <a:gd name="connsiteX172" fmla="*/ 263668 w 1605470"/>
              <a:gd name="connsiteY172" fmla="*/ 751353 h 6858000"/>
              <a:gd name="connsiteX173" fmla="*/ 254540 w 1605470"/>
              <a:gd name="connsiteY173" fmla="*/ 741965 h 6858000"/>
              <a:gd name="connsiteX174" fmla="*/ 252501 w 1605470"/>
              <a:gd name="connsiteY174" fmla="*/ 724635 h 6858000"/>
              <a:gd name="connsiteX175" fmla="*/ 248897 w 1605470"/>
              <a:gd name="connsiteY175" fmla="*/ 681659 h 6858000"/>
              <a:gd name="connsiteX176" fmla="*/ 234316 w 1605470"/>
              <a:gd name="connsiteY176" fmla="*/ 635218 h 6858000"/>
              <a:gd name="connsiteX177" fmla="*/ 239327 w 1605470"/>
              <a:gd name="connsiteY177" fmla="*/ 613763 h 6858000"/>
              <a:gd name="connsiteX178" fmla="*/ 225269 w 1605470"/>
              <a:gd name="connsiteY178" fmla="*/ 598582 h 6858000"/>
              <a:gd name="connsiteX179" fmla="*/ 224950 w 1605470"/>
              <a:gd name="connsiteY179" fmla="*/ 576846 h 6858000"/>
              <a:gd name="connsiteX180" fmla="*/ 204632 w 1605470"/>
              <a:gd name="connsiteY180" fmla="*/ 553868 h 6858000"/>
              <a:gd name="connsiteX181" fmla="*/ 239317 w 1605470"/>
              <a:gd name="connsiteY181" fmla="*/ 517614 h 6858000"/>
              <a:gd name="connsiteX182" fmla="*/ 201693 w 1605470"/>
              <a:gd name="connsiteY182" fmla="*/ 469651 h 6858000"/>
              <a:gd name="connsiteX183" fmla="*/ 195012 w 1605470"/>
              <a:gd name="connsiteY183" fmla="*/ 448559 h 6858000"/>
              <a:gd name="connsiteX184" fmla="*/ 201434 w 1605470"/>
              <a:gd name="connsiteY184" fmla="*/ 441529 h 6858000"/>
              <a:gd name="connsiteX185" fmla="*/ 200655 w 1605470"/>
              <a:gd name="connsiteY185" fmla="*/ 428927 h 6858000"/>
              <a:gd name="connsiteX186" fmla="*/ 190059 w 1605470"/>
              <a:gd name="connsiteY186" fmla="*/ 430161 h 6858000"/>
              <a:gd name="connsiteX187" fmla="*/ 184450 w 1605470"/>
              <a:gd name="connsiteY187" fmla="*/ 396240 h 6858000"/>
              <a:gd name="connsiteX188" fmla="*/ 146196 w 1605470"/>
              <a:gd name="connsiteY188" fmla="*/ 358810 h 6858000"/>
              <a:gd name="connsiteX189" fmla="*/ 124571 w 1605470"/>
              <a:gd name="connsiteY189" fmla="*/ 302178 h 6858000"/>
              <a:gd name="connsiteX190" fmla="*/ 103243 w 1605470"/>
              <a:gd name="connsiteY190" fmla="*/ 211375 h 6858000"/>
              <a:gd name="connsiteX191" fmla="*/ 94571 w 1605470"/>
              <a:gd name="connsiteY191" fmla="*/ 184179 h 6858000"/>
              <a:gd name="connsiteX192" fmla="*/ 13437 w 1605470"/>
              <a:gd name="connsiteY192" fmla="*/ 19287 h 6858000"/>
              <a:gd name="connsiteX193" fmla="*/ 0 w 1605470"/>
              <a:gd name="connsiteY193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64290 w 1605470"/>
              <a:gd name="connsiteY149" fmla="*/ 1728772 h 6858000"/>
              <a:gd name="connsiteX150" fmla="*/ 345287 w 1605470"/>
              <a:gd name="connsiteY150" fmla="*/ 1646953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28025 w 1605470"/>
              <a:gd name="connsiteY155" fmla="*/ 1475165 h 6858000"/>
              <a:gd name="connsiteX156" fmla="*/ 326326 w 1605470"/>
              <a:gd name="connsiteY156" fmla="*/ 1428585 h 6858000"/>
              <a:gd name="connsiteX157" fmla="*/ 325799 w 1605470"/>
              <a:gd name="connsiteY157" fmla="*/ 1357181 h 6858000"/>
              <a:gd name="connsiteX158" fmla="*/ 320507 w 1605470"/>
              <a:gd name="connsiteY158" fmla="*/ 1347099 h 6858000"/>
              <a:gd name="connsiteX159" fmla="*/ 335347 w 1605470"/>
              <a:gd name="connsiteY159" fmla="*/ 1334233 h 6858000"/>
              <a:gd name="connsiteX160" fmla="*/ 342792 w 1605470"/>
              <a:gd name="connsiteY160" fmla="*/ 1307086 h 6858000"/>
              <a:gd name="connsiteX161" fmla="*/ 343980 w 1605470"/>
              <a:gd name="connsiteY161" fmla="*/ 1189033 h 6858000"/>
              <a:gd name="connsiteX162" fmla="*/ 348665 w 1605470"/>
              <a:gd name="connsiteY162" fmla="*/ 1168288 h 6858000"/>
              <a:gd name="connsiteX163" fmla="*/ 340947 w 1605470"/>
              <a:gd name="connsiteY163" fmla="*/ 1142577 h 6858000"/>
              <a:gd name="connsiteX164" fmla="*/ 330253 w 1605470"/>
              <a:gd name="connsiteY164" fmla="*/ 1088484 h 6858000"/>
              <a:gd name="connsiteX165" fmla="*/ 314647 w 1605470"/>
              <a:gd name="connsiteY165" fmla="*/ 1053424 h 6858000"/>
              <a:gd name="connsiteX166" fmla="*/ 322906 w 1605470"/>
              <a:gd name="connsiteY166" fmla="*/ 1044367 h 6858000"/>
              <a:gd name="connsiteX167" fmla="*/ 326818 w 1605470"/>
              <a:gd name="connsiteY167" fmla="*/ 1022828 h 6858000"/>
              <a:gd name="connsiteX168" fmla="*/ 320445 w 1605470"/>
              <a:gd name="connsiteY168" fmla="*/ 932283 h 6858000"/>
              <a:gd name="connsiteX169" fmla="*/ 322681 w 1605470"/>
              <a:gd name="connsiteY169" fmla="*/ 915925 h 6858000"/>
              <a:gd name="connsiteX170" fmla="*/ 315310 w 1605470"/>
              <a:gd name="connsiteY170" fmla="*/ 896999 h 6858000"/>
              <a:gd name="connsiteX171" fmla="*/ 284718 w 1605470"/>
              <a:gd name="connsiteY171" fmla="*/ 821517 h 6858000"/>
              <a:gd name="connsiteX172" fmla="*/ 263668 w 1605470"/>
              <a:gd name="connsiteY172" fmla="*/ 751353 h 6858000"/>
              <a:gd name="connsiteX173" fmla="*/ 254540 w 1605470"/>
              <a:gd name="connsiteY173" fmla="*/ 741965 h 6858000"/>
              <a:gd name="connsiteX174" fmla="*/ 252501 w 1605470"/>
              <a:gd name="connsiteY174" fmla="*/ 724635 h 6858000"/>
              <a:gd name="connsiteX175" fmla="*/ 248897 w 1605470"/>
              <a:gd name="connsiteY175" fmla="*/ 681659 h 6858000"/>
              <a:gd name="connsiteX176" fmla="*/ 234316 w 1605470"/>
              <a:gd name="connsiteY176" fmla="*/ 635218 h 6858000"/>
              <a:gd name="connsiteX177" fmla="*/ 239327 w 1605470"/>
              <a:gd name="connsiteY177" fmla="*/ 613763 h 6858000"/>
              <a:gd name="connsiteX178" fmla="*/ 225269 w 1605470"/>
              <a:gd name="connsiteY178" fmla="*/ 598582 h 6858000"/>
              <a:gd name="connsiteX179" fmla="*/ 224950 w 1605470"/>
              <a:gd name="connsiteY179" fmla="*/ 576846 h 6858000"/>
              <a:gd name="connsiteX180" fmla="*/ 204632 w 1605470"/>
              <a:gd name="connsiteY180" fmla="*/ 553868 h 6858000"/>
              <a:gd name="connsiteX181" fmla="*/ 239317 w 1605470"/>
              <a:gd name="connsiteY181" fmla="*/ 517614 h 6858000"/>
              <a:gd name="connsiteX182" fmla="*/ 201693 w 1605470"/>
              <a:gd name="connsiteY182" fmla="*/ 469651 h 6858000"/>
              <a:gd name="connsiteX183" fmla="*/ 195012 w 1605470"/>
              <a:gd name="connsiteY183" fmla="*/ 448559 h 6858000"/>
              <a:gd name="connsiteX184" fmla="*/ 201434 w 1605470"/>
              <a:gd name="connsiteY184" fmla="*/ 441529 h 6858000"/>
              <a:gd name="connsiteX185" fmla="*/ 200655 w 1605470"/>
              <a:gd name="connsiteY185" fmla="*/ 428927 h 6858000"/>
              <a:gd name="connsiteX186" fmla="*/ 190059 w 1605470"/>
              <a:gd name="connsiteY186" fmla="*/ 430161 h 6858000"/>
              <a:gd name="connsiteX187" fmla="*/ 184450 w 1605470"/>
              <a:gd name="connsiteY187" fmla="*/ 396240 h 6858000"/>
              <a:gd name="connsiteX188" fmla="*/ 146196 w 1605470"/>
              <a:gd name="connsiteY188" fmla="*/ 358810 h 6858000"/>
              <a:gd name="connsiteX189" fmla="*/ 124571 w 1605470"/>
              <a:gd name="connsiteY189" fmla="*/ 302178 h 6858000"/>
              <a:gd name="connsiteX190" fmla="*/ 103243 w 1605470"/>
              <a:gd name="connsiteY190" fmla="*/ 211375 h 6858000"/>
              <a:gd name="connsiteX191" fmla="*/ 94571 w 1605470"/>
              <a:gd name="connsiteY191" fmla="*/ 184179 h 6858000"/>
              <a:gd name="connsiteX192" fmla="*/ 13437 w 1605470"/>
              <a:gd name="connsiteY192" fmla="*/ 19287 h 6858000"/>
              <a:gd name="connsiteX193" fmla="*/ 0 w 1605470"/>
              <a:gd name="connsiteY193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45287 w 1605470"/>
              <a:gd name="connsiteY150" fmla="*/ 1646953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28025 w 1605470"/>
              <a:gd name="connsiteY155" fmla="*/ 1475165 h 6858000"/>
              <a:gd name="connsiteX156" fmla="*/ 326326 w 1605470"/>
              <a:gd name="connsiteY156" fmla="*/ 1428585 h 6858000"/>
              <a:gd name="connsiteX157" fmla="*/ 325799 w 1605470"/>
              <a:gd name="connsiteY157" fmla="*/ 1357181 h 6858000"/>
              <a:gd name="connsiteX158" fmla="*/ 320507 w 1605470"/>
              <a:gd name="connsiteY158" fmla="*/ 1347099 h 6858000"/>
              <a:gd name="connsiteX159" fmla="*/ 335347 w 1605470"/>
              <a:gd name="connsiteY159" fmla="*/ 1334233 h 6858000"/>
              <a:gd name="connsiteX160" fmla="*/ 342792 w 1605470"/>
              <a:gd name="connsiteY160" fmla="*/ 1307086 h 6858000"/>
              <a:gd name="connsiteX161" fmla="*/ 343980 w 1605470"/>
              <a:gd name="connsiteY161" fmla="*/ 1189033 h 6858000"/>
              <a:gd name="connsiteX162" fmla="*/ 348665 w 1605470"/>
              <a:gd name="connsiteY162" fmla="*/ 1168288 h 6858000"/>
              <a:gd name="connsiteX163" fmla="*/ 340947 w 1605470"/>
              <a:gd name="connsiteY163" fmla="*/ 1142577 h 6858000"/>
              <a:gd name="connsiteX164" fmla="*/ 330253 w 1605470"/>
              <a:gd name="connsiteY164" fmla="*/ 1088484 h 6858000"/>
              <a:gd name="connsiteX165" fmla="*/ 314647 w 1605470"/>
              <a:gd name="connsiteY165" fmla="*/ 1053424 h 6858000"/>
              <a:gd name="connsiteX166" fmla="*/ 322906 w 1605470"/>
              <a:gd name="connsiteY166" fmla="*/ 1044367 h 6858000"/>
              <a:gd name="connsiteX167" fmla="*/ 326818 w 1605470"/>
              <a:gd name="connsiteY167" fmla="*/ 1022828 h 6858000"/>
              <a:gd name="connsiteX168" fmla="*/ 320445 w 1605470"/>
              <a:gd name="connsiteY168" fmla="*/ 932283 h 6858000"/>
              <a:gd name="connsiteX169" fmla="*/ 322681 w 1605470"/>
              <a:gd name="connsiteY169" fmla="*/ 915925 h 6858000"/>
              <a:gd name="connsiteX170" fmla="*/ 315310 w 1605470"/>
              <a:gd name="connsiteY170" fmla="*/ 896999 h 6858000"/>
              <a:gd name="connsiteX171" fmla="*/ 284718 w 1605470"/>
              <a:gd name="connsiteY171" fmla="*/ 821517 h 6858000"/>
              <a:gd name="connsiteX172" fmla="*/ 263668 w 1605470"/>
              <a:gd name="connsiteY172" fmla="*/ 751353 h 6858000"/>
              <a:gd name="connsiteX173" fmla="*/ 254540 w 1605470"/>
              <a:gd name="connsiteY173" fmla="*/ 741965 h 6858000"/>
              <a:gd name="connsiteX174" fmla="*/ 252501 w 1605470"/>
              <a:gd name="connsiteY174" fmla="*/ 724635 h 6858000"/>
              <a:gd name="connsiteX175" fmla="*/ 248897 w 1605470"/>
              <a:gd name="connsiteY175" fmla="*/ 681659 h 6858000"/>
              <a:gd name="connsiteX176" fmla="*/ 234316 w 1605470"/>
              <a:gd name="connsiteY176" fmla="*/ 635218 h 6858000"/>
              <a:gd name="connsiteX177" fmla="*/ 239327 w 1605470"/>
              <a:gd name="connsiteY177" fmla="*/ 613763 h 6858000"/>
              <a:gd name="connsiteX178" fmla="*/ 225269 w 1605470"/>
              <a:gd name="connsiteY178" fmla="*/ 598582 h 6858000"/>
              <a:gd name="connsiteX179" fmla="*/ 224950 w 1605470"/>
              <a:gd name="connsiteY179" fmla="*/ 576846 h 6858000"/>
              <a:gd name="connsiteX180" fmla="*/ 204632 w 1605470"/>
              <a:gd name="connsiteY180" fmla="*/ 553868 h 6858000"/>
              <a:gd name="connsiteX181" fmla="*/ 239317 w 1605470"/>
              <a:gd name="connsiteY181" fmla="*/ 517614 h 6858000"/>
              <a:gd name="connsiteX182" fmla="*/ 201693 w 1605470"/>
              <a:gd name="connsiteY182" fmla="*/ 469651 h 6858000"/>
              <a:gd name="connsiteX183" fmla="*/ 195012 w 1605470"/>
              <a:gd name="connsiteY183" fmla="*/ 448559 h 6858000"/>
              <a:gd name="connsiteX184" fmla="*/ 201434 w 1605470"/>
              <a:gd name="connsiteY184" fmla="*/ 441529 h 6858000"/>
              <a:gd name="connsiteX185" fmla="*/ 200655 w 1605470"/>
              <a:gd name="connsiteY185" fmla="*/ 428927 h 6858000"/>
              <a:gd name="connsiteX186" fmla="*/ 190059 w 1605470"/>
              <a:gd name="connsiteY186" fmla="*/ 430161 h 6858000"/>
              <a:gd name="connsiteX187" fmla="*/ 184450 w 1605470"/>
              <a:gd name="connsiteY187" fmla="*/ 396240 h 6858000"/>
              <a:gd name="connsiteX188" fmla="*/ 146196 w 1605470"/>
              <a:gd name="connsiteY188" fmla="*/ 358810 h 6858000"/>
              <a:gd name="connsiteX189" fmla="*/ 124571 w 1605470"/>
              <a:gd name="connsiteY189" fmla="*/ 302178 h 6858000"/>
              <a:gd name="connsiteX190" fmla="*/ 103243 w 1605470"/>
              <a:gd name="connsiteY190" fmla="*/ 211375 h 6858000"/>
              <a:gd name="connsiteX191" fmla="*/ 94571 w 1605470"/>
              <a:gd name="connsiteY191" fmla="*/ 184179 h 6858000"/>
              <a:gd name="connsiteX192" fmla="*/ 13437 w 1605470"/>
              <a:gd name="connsiteY192" fmla="*/ 19287 h 6858000"/>
              <a:gd name="connsiteX193" fmla="*/ 0 w 1605470"/>
              <a:gd name="connsiteY193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45287 w 1605470"/>
              <a:gd name="connsiteY150" fmla="*/ 1646953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26326 w 1605470"/>
              <a:gd name="connsiteY155" fmla="*/ 1428585 h 6858000"/>
              <a:gd name="connsiteX156" fmla="*/ 325799 w 1605470"/>
              <a:gd name="connsiteY156" fmla="*/ 1357181 h 6858000"/>
              <a:gd name="connsiteX157" fmla="*/ 320507 w 1605470"/>
              <a:gd name="connsiteY157" fmla="*/ 1347099 h 6858000"/>
              <a:gd name="connsiteX158" fmla="*/ 335347 w 1605470"/>
              <a:gd name="connsiteY158" fmla="*/ 1334233 h 6858000"/>
              <a:gd name="connsiteX159" fmla="*/ 342792 w 1605470"/>
              <a:gd name="connsiteY159" fmla="*/ 1307086 h 6858000"/>
              <a:gd name="connsiteX160" fmla="*/ 343980 w 1605470"/>
              <a:gd name="connsiteY160" fmla="*/ 1189033 h 6858000"/>
              <a:gd name="connsiteX161" fmla="*/ 348665 w 1605470"/>
              <a:gd name="connsiteY161" fmla="*/ 1168288 h 6858000"/>
              <a:gd name="connsiteX162" fmla="*/ 340947 w 1605470"/>
              <a:gd name="connsiteY162" fmla="*/ 1142577 h 6858000"/>
              <a:gd name="connsiteX163" fmla="*/ 330253 w 1605470"/>
              <a:gd name="connsiteY163" fmla="*/ 1088484 h 6858000"/>
              <a:gd name="connsiteX164" fmla="*/ 314647 w 1605470"/>
              <a:gd name="connsiteY164" fmla="*/ 1053424 h 6858000"/>
              <a:gd name="connsiteX165" fmla="*/ 322906 w 1605470"/>
              <a:gd name="connsiteY165" fmla="*/ 1044367 h 6858000"/>
              <a:gd name="connsiteX166" fmla="*/ 326818 w 1605470"/>
              <a:gd name="connsiteY166" fmla="*/ 1022828 h 6858000"/>
              <a:gd name="connsiteX167" fmla="*/ 320445 w 1605470"/>
              <a:gd name="connsiteY167" fmla="*/ 932283 h 6858000"/>
              <a:gd name="connsiteX168" fmla="*/ 322681 w 1605470"/>
              <a:gd name="connsiteY168" fmla="*/ 915925 h 6858000"/>
              <a:gd name="connsiteX169" fmla="*/ 315310 w 1605470"/>
              <a:gd name="connsiteY169" fmla="*/ 896999 h 6858000"/>
              <a:gd name="connsiteX170" fmla="*/ 284718 w 1605470"/>
              <a:gd name="connsiteY170" fmla="*/ 821517 h 6858000"/>
              <a:gd name="connsiteX171" fmla="*/ 263668 w 1605470"/>
              <a:gd name="connsiteY171" fmla="*/ 751353 h 6858000"/>
              <a:gd name="connsiteX172" fmla="*/ 254540 w 1605470"/>
              <a:gd name="connsiteY172" fmla="*/ 741965 h 6858000"/>
              <a:gd name="connsiteX173" fmla="*/ 252501 w 1605470"/>
              <a:gd name="connsiteY173" fmla="*/ 724635 h 6858000"/>
              <a:gd name="connsiteX174" fmla="*/ 248897 w 1605470"/>
              <a:gd name="connsiteY174" fmla="*/ 681659 h 6858000"/>
              <a:gd name="connsiteX175" fmla="*/ 234316 w 1605470"/>
              <a:gd name="connsiteY175" fmla="*/ 635218 h 6858000"/>
              <a:gd name="connsiteX176" fmla="*/ 239327 w 1605470"/>
              <a:gd name="connsiteY176" fmla="*/ 613763 h 6858000"/>
              <a:gd name="connsiteX177" fmla="*/ 225269 w 1605470"/>
              <a:gd name="connsiteY177" fmla="*/ 598582 h 6858000"/>
              <a:gd name="connsiteX178" fmla="*/ 224950 w 1605470"/>
              <a:gd name="connsiteY178" fmla="*/ 576846 h 6858000"/>
              <a:gd name="connsiteX179" fmla="*/ 204632 w 1605470"/>
              <a:gd name="connsiteY179" fmla="*/ 553868 h 6858000"/>
              <a:gd name="connsiteX180" fmla="*/ 239317 w 1605470"/>
              <a:gd name="connsiteY180" fmla="*/ 517614 h 6858000"/>
              <a:gd name="connsiteX181" fmla="*/ 201693 w 1605470"/>
              <a:gd name="connsiteY181" fmla="*/ 469651 h 6858000"/>
              <a:gd name="connsiteX182" fmla="*/ 195012 w 1605470"/>
              <a:gd name="connsiteY182" fmla="*/ 448559 h 6858000"/>
              <a:gd name="connsiteX183" fmla="*/ 201434 w 1605470"/>
              <a:gd name="connsiteY183" fmla="*/ 441529 h 6858000"/>
              <a:gd name="connsiteX184" fmla="*/ 200655 w 1605470"/>
              <a:gd name="connsiteY184" fmla="*/ 428927 h 6858000"/>
              <a:gd name="connsiteX185" fmla="*/ 190059 w 1605470"/>
              <a:gd name="connsiteY185" fmla="*/ 430161 h 6858000"/>
              <a:gd name="connsiteX186" fmla="*/ 184450 w 1605470"/>
              <a:gd name="connsiteY186" fmla="*/ 396240 h 6858000"/>
              <a:gd name="connsiteX187" fmla="*/ 146196 w 1605470"/>
              <a:gd name="connsiteY187" fmla="*/ 358810 h 6858000"/>
              <a:gd name="connsiteX188" fmla="*/ 124571 w 1605470"/>
              <a:gd name="connsiteY188" fmla="*/ 302178 h 6858000"/>
              <a:gd name="connsiteX189" fmla="*/ 103243 w 1605470"/>
              <a:gd name="connsiteY189" fmla="*/ 211375 h 6858000"/>
              <a:gd name="connsiteX190" fmla="*/ 94571 w 1605470"/>
              <a:gd name="connsiteY190" fmla="*/ 184179 h 6858000"/>
              <a:gd name="connsiteX191" fmla="*/ 13437 w 1605470"/>
              <a:gd name="connsiteY191" fmla="*/ 19287 h 6858000"/>
              <a:gd name="connsiteX192" fmla="*/ 0 w 1605470"/>
              <a:gd name="connsiteY192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45287 w 1605470"/>
              <a:gd name="connsiteY150" fmla="*/ 1646953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25799 w 1605470"/>
              <a:gd name="connsiteY155" fmla="*/ 1357181 h 6858000"/>
              <a:gd name="connsiteX156" fmla="*/ 320507 w 1605470"/>
              <a:gd name="connsiteY156" fmla="*/ 1347099 h 6858000"/>
              <a:gd name="connsiteX157" fmla="*/ 335347 w 1605470"/>
              <a:gd name="connsiteY157" fmla="*/ 1334233 h 6858000"/>
              <a:gd name="connsiteX158" fmla="*/ 342792 w 1605470"/>
              <a:gd name="connsiteY158" fmla="*/ 1307086 h 6858000"/>
              <a:gd name="connsiteX159" fmla="*/ 343980 w 1605470"/>
              <a:gd name="connsiteY159" fmla="*/ 1189033 h 6858000"/>
              <a:gd name="connsiteX160" fmla="*/ 348665 w 1605470"/>
              <a:gd name="connsiteY160" fmla="*/ 1168288 h 6858000"/>
              <a:gd name="connsiteX161" fmla="*/ 340947 w 1605470"/>
              <a:gd name="connsiteY161" fmla="*/ 1142577 h 6858000"/>
              <a:gd name="connsiteX162" fmla="*/ 330253 w 1605470"/>
              <a:gd name="connsiteY162" fmla="*/ 1088484 h 6858000"/>
              <a:gd name="connsiteX163" fmla="*/ 314647 w 1605470"/>
              <a:gd name="connsiteY163" fmla="*/ 1053424 h 6858000"/>
              <a:gd name="connsiteX164" fmla="*/ 322906 w 1605470"/>
              <a:gd name="connsiteY164" fmla="*/ 1044367 h 6858000"/>
              <a:gd name="connsiteX165" fmla="*/ 326818 w 1605470"/>
              <a:gd name="connsiteY165" fmla="*/ 1022828 h 6858000"/>
              <a:gd name="connsiteX166" fmla="*/ 320445 w 1605470"/>
              <a:gd name="connsiteY166" fmla="*/ 932283 h 6858000"/>
              <a:gd name="connsiteX167" fmla="*/ 322681 w 1605470"/>
              <a:gd name="connsiteY167" fmla="*/ 915925 h 6858000"/>
              <a:gd name="connsiteX168" fmla="*/ 315310 w 1605470"/>
              <a:gd name="connsiteY168" fmla="*/ 896999 h 6858000"/>
              <a:gd name="connsiteX169" fmla="*/ 284718 w 1605470"/>
              <a:gd name="connsiteY169" fmla="*/ 821517 h 6858000"/>
              <a:gd name="connsiteX170" fmla="*/ 263668 w 1605470"/>
              <a:gd name="connsiteY170" fmla="*/ 751353 h 6858000"/>
              <a:gd name="connsiteX171" fmla="*/ 254540 w 1605470"/>
              <a:gd name="connsiteY171" fmla="*/ 741965 h 6858000"/>
              <a:gd name="connsiteX172" fmla="*/ 252501 w 1605470"/>
              <a:gd name="connsiteY172" fmla="*/ 724635 h 6858000"/>
              <a:gd name="connsiteX173" fmla="*/ 248897 w 1605470"/>
              <a:gd name="connsiteY173" fmla="*/ 681659 h 6858000"/>
              <a:gd name="connsiteX174" fmla="*/ 234316 w 1605470"/>
              <a:gd name="connsiteY174" fmla="*/ 635218 h 6858000"/>
              <a:gd name="connsiteX175" fmla="*/ 239327 w 1605470"/>
              <a:gd name="connsiteY175" fmla="*/ 613763 h 6858000"/>
              <a:gd name="connsiteX176" fmla="*/ 225269 w 1605470"/>
              <a:gd name="connsiteY176" fmla="*/ 598582 h 6858000"/>
              <a:gd name="connsiteX177" fmla="*/ 224950 w 1605470"/>
              <a:gd name="connsiteY177" fmla="*/ 576846 h 6858000"/>
              <a:gd name="connsiteX178" fmla="*/ 204632 w 1605470"/>
              <a:gd name="connsiteY178" fmla="*/ 553868 h 6858000"/>
              <a:gd name="connsiteX179" fmla="*/ 239317 w 1605470"/>
              <a:gd name="connsiteY179" fmla="*/ 517614 h 6858000"/>
              <a:gd name="connsiteX180" fmla="*/ 201693 w 1605470"/>
              <a:gd name="connsiteY180" fmla="*/ 469651 h 6858000"/>
              <a:gd name="connsiteX181" fmla="*/ 195012 w 1605470"/>
              <a:gd name="connsiteY181" fmla="*/ 448559 h 6858000"/>
              <a:gd name="connsiteX182" fmla="*/ 201434 w 1605470"/>
              <a:gd name="connsiteY182" fmla="*/ 441529 h 6858000"/>
              <a:gd name="connsiteX183" fmla="*/ 200655 w 1605470"/>
              <a:gd name="connsiteY183" fmla="*/ 428927 h 6858000"/>
              <a:gd name="connsiteX184" fmla="*/ 190059 w 1605470"/>
              <a:gd name="connsiteY184" fmla="*/ 430161 h 6858000"/>
              <a:gd name="connsiteX185" fmla="*/ 184450 w 1605470"/>
              <a:gd name="connsiteY185" fmla="*/ 396240 h 6858000"/>
              <a:gd name="connsiteX186" fmla="*/ 146196 w 1605470"/>
              <a:gd name="connsiteY186" fmla="*/ 358810 h 6858000"/>
              <a:gd name="connsiteX187" fmla="*/ 124571 w 1605470"/>
              <a:gd name="connsiteY187" fmla="*/ 302178 h 6858000"/>
              <a:gd name="connsiteX188" fmla="*/ 103243 w 1605470"/>
              <a:gd name="connsiteY188" fmla="*/ 211375 h 6858000"/>
              <a:gd name="connsiteX189" fmla="*/ 94571 w 1605470"/>
              <a:gd name="connsiteY189" fmla="*/ 184179 h 6858000"/>
              <a:gd name="connsiteX190" fmla="*/ 13437 w 1605470"/>
              <a:gd name="connsiteY190" fmla="*/ 19287 h 6858000"/>
              <a:gd name="connsiteX191" fmla="*/ 0 w 1605470"/>
              <a:gd name="connsiteY191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62657 w 1605470"/>
              <a:gd name="connsiteY150" fmla="*/ 1663540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25799 w 1605470"/>
              <a:gd name="connsiteY155" fmla="*/ 1357181 h 6858000"/>
              <a:gd name="connsiteX156" fmla="*/ 320507 w 1605470"/>
              <a:gd name="connsiteY156" fmla="*/ 1347099 h 6858000"/>
              <a:gd name="connsiteX157" fmla="*/ 335347 w 1605470"/>
              <a:gd name="connsiteY157" fmla="*/ 1334233 h 6858000"/>
              <a:gd name="connsiteX158" fmla="*/ 342792 w 1605470"/>
              <a:gd name="connsiteY158" fmla="*/ 1307086 h 6858000"/>
              <a:gd name="connsiteX159" fmla="*/ 343980 w 1605470"/>
              <a:gd name="connsiteY159" fmla="*/ 1189033 h 6858000"/>
              <a:gd name="connsiteX160" fmla="*/ 348665 w 1605470"/>
              <a:gd name="connsiteY160" fmla="*/ 1168288 h 6858000"/>
              <a:gd name="connsiteX161" fmla="*/ 340947 w 1605470"/>
              <a:gd name="connsiteY161" fmla="*/ 1142577 h 6858000"/>
              <a:gd name="connsiteX162" fmla="*/ 330253 w 1605470"/>
              <a:gd name="connsiteY162" fmla="*/ 1088484 h 6858000"/>
              <a:gd name="connsiteX163" fmla="*/ 314647 w 1605470"/>
              <a:gd name="connsiteY163" fmla="*/ 1053424 h 6858000"/>
              <a:gd name="connsiteX164" fmla="*/ 322906 w 1605470"/>
              <a:gd name="connsiteY164" fmla="*/ 1044367 h 6858000"/>
              <a:gd name="connsiteX165" fmla="*/ 326818 w 1605470"/>
              <a:gd name="connsiteY165" fmla="*/ 1022828 h 6858000"/>
              <a:gd name="connsiteX166" fmla="*/ 320445 w 1605470"/>
              <a:gd name="connsiteY166" fmla="*/ 932283 h 6858000"/>
              <a:gd name="connsiteX167" fmla="*/ 322681 w 1605470"/>
              <a:gd name="connsiteY167" fmla="*/ 915925 h 6858000"/>
              <a:gd name="connsiteX168" fmla="*/ 315310 w 1605470"/>
              <a:gd name="connsiteY168" fmla="*/ 896999 h 6858000"/>
              <a:gd name="connsiteX169" fmla="*/ 284718 w 1605470"/>
              <a:gd name="connsiteY169" fmla="*/ 821517 h 6858000"/>
              <a:gd name="connsiteX170" fmla="*/ 263668 w 1605470"/>
              <a:gd name="connsiteY170" fmla="*/ 751353 h 6858000"/>
              <a:gd name="connsiteX171" fmla="*/ 254540 w 1605470"/>
              <a:gd name="connsiteY171" fmla="*/ 741965 h 6858000"/>
              <a:gd name="connsiteX172" fmla="*/ 252501 w 1605470"/>
              <a:gd name="connsiteY172" fmla="*/ 724635 h 6858000"/>
              <a:gd name="connsiteX173" fmla="*/ 248897 w 1605470"/>
              <a:gd name="connsiteY173" fmla="*/ 681659 h 6858000"/>
              <a:gd name="connsiteX174" fmla="*/ 234316 w 1605470"/>
              <a:gd name="connsiteY174" fmla="*/ 635218 h 6858000"/>
              <a:gd name="connsiteX175" fmla="*/ 239327 w 1605470"/>
              <a:gd name="connsiteY175" fmla="*/ 613763 h 6858000"/>
              <a:gd name="connsiteX176" fmla="*/ 225269 w 1605470"/>
              <a:gd name="connsiteY176" fmla="*/ 598582 h 6858000"/>
              <a:gd name="connsiteX177" fmla="*/ 224950 w 1605470"/>
              <a:gd name="connsiteY177" fmla="*/ 576846 h 6858000"/>
              <a:gd name="connsiteX178" fmla="*/ 204632 w 1605470"/>
              <a:gd name="connsiteY178" fmla="*/ 553868 h 6858000"/>
              <a:gd name="connsiteX179" fmla="*/ 239317 w 1605470"/>
              <a:gd name="connsiteY179" fmla="*/ 517614 h 6858000"/>
              <a:gd name="connsiteX180" fmla="*/ 201693 w 1605470"/>
              <a:gd name="connsiteY180" fmla="*/ 469651 h 6858000"/>
              <a:gd name="connsiteX181" fmla="*/ 195012 w 1605470"/>
              <a:gd name="connsiteY181" fmla="*/ 448559 h 6858000"/>
              <a:gd name="connsiteX182" fmla="*/ 201434 w 1605470"/>
              <a:gd name="connsiteY182" fmla="*/ 441529 h 6858000"/>
              <a:gd name="connsiteX183" fmla="*/ 200655 w 1605470"/>
              <a:gd name="connsiteY183" fmla="*/ 428927 h 6858000"/>
              <a:gd name="connsiteX184" fmla="*/ 190059 w 1605470"/>
              <a:gd name="connsiteY184" fmla="*/ 430161 h 6858000"/>
              <a:gd name="connsiteX185" fmla="*/ 184450 w 1605470"/>
              <a:gd name="connsiteY185" fmla="*/ 396240 h 6858000"/>
              <a:gd name="connsiteX186" fmla="*/ 146196 w 1605470"/>
              <a:gd name="connsiteY186" fmla="*/ 358810 h 6858000"/>
              <a:gd name="connsiteX187" fmla="*/ 124571 w 1605470"/>
              <a:gd name="connsiteY187" fmla="*/ 302178 h 6858000"/>
              <a:gd name="connsiteX188" fmla="*/ 103243 w 1605470"/>
              <a:gd name="connsiteY188" fmla="*/ 211375 h 6858000"/>
              <a:gd name="connsiteX189" fmla="*/ 94571 w 1605470"/>
              <a:gd name="connsiteY189" fmla="*/ 184179 h 6858000"/>
              <a:gd name="connsiteX190" fmla="*/ 13437 w 1605470"/>
              <a:gd name="connsiteY190" fmla="*/ 19287 h 6858000"/>
              <a:gd name="connsiteX191" fmla="*/ 0 w 1605470"/>
              <a:gd name="connsiteY191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62657 w 1605470"/>
              <a:gd name="connsiteY150" fmla="*/ 1663540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25799 w 1605470"/>
              <a:gd name="connsiteY155" fmla="*/ 1357181 h 6858000"/>
              <a:gd name="connsiteX156" fmla="*/ 320507 w 1605470"/>
              <a:gd name="connsiteY156" fmla="*/ 1347099 h 6858000"/>
              <a:gd name="connsiteX157" fmla="*/ 335347 w 1605470"/>
              <a:gd name="connsiteY157" fmla="*/ 1334233 h 6858000"/>
              <a:gd name="connsiteX158" fmla="*/ 342792 w 1605470"/>
              <a:gd name="connsiteY158" fmla="*/ 1307086 h 6858000"/>
              <a:gd name="connsiteX159" fmla="*/ 343980 w 1605470"/>
              <a:gd name="connsiteY159" fmla="*/ 1189033 h 6858000"/>
              <a:gd name="connsiteX160" fmla="*/ 348665 w 1605470"/>
              <a:gd name="connsiteY160" fmla="*/ 1168288 h 6858000"/>
              <a:gd name="connsiteX161" fmla="*/ 340947 w 1605470"/>
              <a:gd name="connsiteY161" fmla="*/ 1142577 h 6858000"/>
              <a:gd name="connsiteX162" fmla="*/ 330253 w 1605470"/>
              <a:gd name="connsiteY162" fmla="*/ 1088484 h 6858000"/>
              <a:gd name="connsiteX163" fmla="*/ 314647 w 1605470"/>
              <a:gd name="connsiteY163" fmla="*/ 1053424 h 6858000"/>
              <a:gd name="connsiteX164" fmla="*/ 322906 w 1605470"/>
              <a:gd name="connsiteY164" fmla="*/ 1044367 h 6858000"/>
              <a:gd name="connsiteX165" fmla="*/ 326818 w 1605470"/>
              <a:gd name="connsiteY165" fmla="*/ 1022828 h 6858000"/>
              <a:gd name="connsiteX166" fmla="*/ 320445 w 1605470"/>
              <a:gd name="connsiteY166" fmla="*/ 932283 h 6858000"/>
              <a:gd name="connsiteX167" fmla="*/ 322681 w 1605470"/>
              <a:gd name="connsiteY167" fmla="*/ 915925 h 6858000"/>
              <a:gd name="connsiteX168" fmla="*/ 315310 w 1605470"/>
              <a:gd name="connsiteY168" fmla="*/ 896999 h 6858000"/>
              <a:gd name="connsiteX169" fmla="*/ 284718 w 1605470"/>
              <a:gd name="connsiteY169" fmla="*/ 821517 h 6858000"/>
              <a:gd name="connsiteX170" fmla="*/ 263668 w 1605470"/>
              <a:gd name="connsiteY170" fmla="*/ 751353 h 6858000"/>
              <a:gd name="connsiteX171" fmla="*/ 254540 w 1605470"/>
              <a:gd name="connsiteY171" fmla="*/ 741965 h 6858000"/>
              <a:gd name="connsiteX172" fmla="*/ 252501 w 1605470"/>
              <a:gd name="connsiteY172" fmla="*/ 724635 h 6858000"/>
              <a:gd name="connsiteX173" fmla="*/ 248897 w 1605470"/>
              <a:gd name="connsiteY173" fmla="*/ 681659 h 6858000"/>
              <a:gd name="connsiteX174" fmla="*/ 234316 w 1605470"/>
              <a:gd name="connsiteY174" fmla="*/ 635218 h 6858000"/>
              <a:gd name="connsiteX175" fmla="*/ 239327 w 1605470"/>
              <a:gd name="connsiteY175" fmla="*/ 613763 h 6858000"/>
              <a:gd name="connsiteX176" fmla="*/ 225269 w 1605470"/>
              <a:gd name="connsiteY176" fmla="*/ 598582 h 6858000"/>
              <a:gd name="connsiteX177" fmla="*/ 224950 w 1605470"/>
              <a:gd name="connsiteY177" fmla="*/ 576846 h 6858000"/>
              <a:gd name="connsiteX178" fmla="*/ 204632 w 1605470"/>
              <a:gd name="connsiteY178" fmla="*/ 553868 h 6858000"/>
              <a:gd name="connsiteX179" fmla="*/ 239317 w 1605470"/>
              <a:gd name="connsiteY179" fmla="*/ 517614 h 6858000"/>
              <a:gd name="connsiteX180" fmla="*/ 201693 w 1605470"/>
              <a:gd name="connsiteY180" fmla="*/ 469651 h 6858000"/>
              <a:gd name="connsiteX181" fmla="*/ 195012 w 1605470"/>
              <a:gd name="connsiteY181" fmla="*/ 448559 h 6858000"/>
              <a:gd name="connsiteX182" fmla="*/ 201434 w 1605470"/>
              <a:gd name="connsiteY182" fmla="*/ 441529 h 6858000"/>
              <a:gd name="connsiteX183" fmla="*/ 200655 w 1605470"/>
              <a:gd name="connsiteY183" fmla="*/ 428927 h 6858000"/>
              <a:gd name="connsiteX184" fmla="*/ 190059 w 1605470"/>
              <a:gd name="connsiteY184" fmla="*/ 430161 h 6858000"/>
              <a:gd name="connsiteX185" fmla="*/ 184450 w 1605470"/>
              <a:gd name="connsiteY185" fmla="*/ 396240 h 6858000"/>
              <a:gd name="connsiteX186" fmla="*/ 146196 w 1605470"/>
              <a:gd name="connsiteY186" fmla="*/ 358810 h 6858000"/>
              <a:gd name="connsiteX187" fmla="*/ 124571 w 1605470"/>
              <a:gd name="connsiteY187" fmla="*/ 302178 h 6858000"/>
              <a:gd name="connsiteX188" fmla="*/ 103243 w 1605470"/>
              <a:gd name="connsiteY188" fmla="*/ 211375 h 6858000"/>
              <a:gd name="connsiteX189" fmla="*/ 94571 w 1605470"/>
              <a:gd name="connsiteY189" fmla="*/ 184179 h 6858000"/>
              <a:gd name="connsiteX190" fmla="*/ 13437 w 1605470"/>
              <a:gd name="connsiteY190" fmla="*/ 19287 h 6858000"/>
              <a:gd name="connsiteX191" fmla="*/ 0 w 1605470"/>
              <a:gd name="connsiteY191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62657 w 1605470"/>
              <a:gd name="connsiteY150" fmla="*/ 1663540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25799 w 1605470"/>
              <a:gd name="connsiteY155" fmla="*/ 1357181 h 6858000"/>
              <a:gd name="connsiteX156" fmla="*/ 320507 w 1605470"/>
              <a:gd name="connsiteY156" fmla="*/ 1347099 h 6858000"/>
              <a:gd name="connsiteX157" fmla="*/ 335347 w 1605470"/>
              <a:gd name="connsiteY157" fmla="*/ 1334233 h 6858000"/>
              <a:gd name="connsiteX158" fmla="*/ 342792 w 1605470"/>
              <a:gd name="connsiteY158" fmla="*/ 1307086 h 6858000"/>
              <a:gd name="connsiteX159" fmla="*/ 343980 w 1605470"/>
              <a:gd name="connsiteY159" fmla="*/ 1189033 h 6858000"/>
              <a:gd name="connsiteX160" fmla="*/ 348665 w 1605470"/>
              <a:gd name="connsiteY160" fmla="*/ 1168288 h 6858000"/>
              <a:gd name="connsiteX161" fmla="*/ 340947 w 1605470"/>
              <a:gd name="connsiteY161" fmla="*/ 1142577 h 6858000"/>
              <a:gd name="connsiteX162" fmla="*/ 330253 w 1605470"/>
              <a:gd name="connsiteY162" fmla="*/ 1088484 h 6858000"/>
              <a:gd name="connsiteX163" fmla="*/ 314647 w 1605470"/>
              <a:gd name="connsiteY163" fmla="*/ 1053424 h 6858000"/>
              <a:gd name="connsiteX164" fmla="*/ 322906 w 1605470"/>
              <a:gd name="connsiteY164" fmla="*/ 1044367 h 6858000"/>
              <a:gd name="connsiteX165" fmla="*/ 322475 w 1605470"/>
              <a:gd name="connsiteY165" fmla="*/ 1002093 h 6858000"/>
              <a:gd name="connsiteX166" fmla="*/ 320445 w 1605470"/>
              <a:gd name="connsiteY166" fmla="*/ 932283 h 6858000"/>
              <a:gd name="connsiteX167" fmla="*/ 322681 w 1605470"/>
              <a:gd name="connsiteY167" fmla="*/ 915925 h 6858000"/>
              <a:gd name="connsiteX168" fmla="*/ 315310 w 1605470"/>
              <a:gd name="connsiteY168" fmla="*/ 896999 h 6858000"/>
              <a:gd name="connsiteX169" fmla="*/ 284718 w 1605470"/>
              <a:gd name="connsiteY169" fmla="*/ 821517 h 6858000"/>
              <a:gd name="connsiteX170" fmla="*/ 263668 w 1605470"/>
              <a:gd name="connsiteY170" fmla="*/ 751353 h 6858000"/>
              <a:gd name="connsiteX171" fmla="*/ 254540 w 1605470"/>
              <a:gd name="connsiteY171" fmla="*/ 741965 h 6858000"/>
              <a:gd name="connsiteX172" fmla="*/ 252501 w 1605470"/>
              <a:gd name="connsiteY172" fmla="*/ 724635 h 6858000"/>
              <a:gd name="connsiteX173" fmla="*/ 248897 w 1605470"/>
              <a:gd name="connsiteY173" fmla="*/ 681659 h 6858000"/>
              <a:gd name="connsiteX174" fmla="*/ 234316 w 1605470"/>
              <a:gd name="connsiteY174" fmla="*/ 635218 h 6858000"/>
              <a:gd name="connsiteX175" fmla="*/ 239327 w 1605470"/>
              <a:gd name="connsiteY175" fmla="*/ 613763 h 6858000"/>
              <a:gd name="connsiteX176" fmla="*/ 225269 w 1605470"/>
              <a:gd name="connsiteY176" fmla="*/ 598582 h 6858000"/>
              <a:gd name="connsiteX177" fmla="*/ 224950 w 1605470"/>
              <a:gd name="connsiteY177" fmla="*/ 576846 h 6858000"/>
              <a:gd name="connsiteX178" fmla="*/ 204632 w 1605470"/>
              <a:gd name="connsiteY178" fmla="*/ 553868 h 6858000"/>
              <a:gd name="connsiteX179" fmla="*/ 239317 w 1605470"/>
              <a:gd name="connsiteY179" fmla="*/ 517614 h 6858000"/>
              <a:gd name="connsiteX180" fmla="*/ 201693 w 1605470"/>
              <a:gd name="connsiteY180" fmla="*/ 469651 h 6858000"/>
              <a:gd name="connsiteX181" fmla="*/ 195012 w 1605470"/>
              <a:gd name="connsiteY181" fmla="*/ 448559 h 6858000"/>
              <a:gd name="connsiteX182" fmla="*/ 201434 w 1605470"/>
              <a:gd name="connsiteY182" fmla="*/ 441529 h 6858000"/>
              <a:gd name="connsiteX183" fmla="*/ 200655 w 1605470"/>
              <a:gd name="connsiteY183" fmla="*/ 428927 h 6858000"/>
              <a:gd name="connsiteX184" fmla="*/ 190059 w 1605470"/>
              <a:gd name="connsiteY184" fmla="*/ 430161 h 6858000"/>
              <a:gd name="connsiteX185" fmla="*/ 184450 w 1605470"/>
              <a:gd name="connsiteY185" fmla="*/ 396240 h 6858000"/>
              <a:gd name="connsiteX186" fmla="*/ 146196 w 1605470"/>
              <a:gd name="connsiteY186" fmla="*/ 358810 h 6858000"/>
              <a:gd name="connsiteX187" fmla="*/ 124571 w 1605470"/>
              <a:gd name="connsiteY187" fmla="*/ 302178 h 6858000"/>
              <a:gd name="connsiteX188" fmla="*/ 103243 w 1605470"/>
              <a:gd name="connsiteY188" fmla="*/ 211375 h 6858000"/>
              <a:gd name="connsiteX189" fmla="*/ 94571 w 1605470"/>
              <a:gd name="connsiteY189" fmla="*/ 184179 h 6858000"/>
              <a:gd name="connsiteX190" fmla="*/ 13437 w 1605470"/>
              <a:gd name="connsiteY190" fmla="*/ 19287 h 6858000"/>
              <a:gd name="connsiteX191" fmla="*/ 0 w 1605470"/>
              <a:gd name="connsiteY191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62657 w 1605470"/>
              <a:gd name="connsiteY150" fmla="*/ 1663540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25799 w 1605470"/>
              <a:gd name="connsiteY155" fmla="*/ 1357181 h 6858000"/>
              <a:gd name="connsiteX156" fmla="*/ 320507 w 1605470"/>
              <a:gd name="connsiteY156" fmla="*/ 1347099 h 6858000"/>
              <a:gd name="connsiteX157" fmla="*/ 335347 w 1605470"/>
              <a:gd name="connsiteY157" fmla="*/ 1334233 h 6858000"/>
              <a:gd name="connsiteX158" fmla="*/ 342792 w 1605470"/>
              <a:gd name="connsiteY158" fmla="*/ 1307086 h 6858000"/>
              <a:gd name="connsiteX159" fmla="*/ 343980 w 1605470"/>
              <a:gd name="connsiteY159" fmla="*/ 1189033 h 6858000"/>
              <a:gd name="connsiteX160" fmla="*/ 348665 w 1605470"/>
              <a:gd name="connsiteY160" fmla="*/ 1168288 h 6858000"/>
              <a:gd name="connsiteX161" fmla="*/ 340947 w 1605470"/>
              <a:gd name="connsiteY161" fmla="*/ 1142577 h 6858000"/>
              <a:gd name="connsiteX162" fmla="*/ 330253 w 1605470"/>
              <a:gd name="connsiteY162" fmla="*/ 1088484 h 6858000"/>
              <a:gd name="connsiteX163" fmla="*/ 314647 w 1605470"/>
              <a:gd name="connsiteY163" fmla="*/ 1053424 h 6858000"/>
              <a:gd name="connsiteX164" fmla="*/ 322475 w 1605470"/>
              <a:gd name="connsiteY164" fmla="*/ 1002093 h 6858000"/>
              <a:gd name="connsiteX165" fmla="*/ 320445 w 1605470"/>
              <a:gd name="connsiteY165" fmla="*/ 932283 h 6858000"/>
              <a:gd name="connsiteX166" fmla="*/ 322681 w 1605470"/>
              <a:gd name="connsiteY166" fmla="*/ 915925 h 6858000"/>
              <a:gd name="connsiteX167" fmla="*/ 315310 w 1605470"/>
              <a:gd name="connsiteY167" fmla="*/ 896999 h 6858000"/>
              <a:gd name="connsiteX168" fmla="*/ 284718 w 1605470"/>
              <a:gd name="connsiteY168" fmla="*/ 821517 h 6858000"/>
              <a:gd name="connsiteX169" fmla="*/ 263668 w 1605470"/>
              <a:gd name="connsiteY169" fmla="*/ 751353 h 6858000"/>
              <a:gd name="connsiteX170" fmla="*/ 254540 w 1605470"/>
              <a:gd name="connsiteY170" fmla="*/ 741965 h 6858000"/>
              <a:gd name="connsiteX171" fmla="*/ 252501 w 1605470"/>
              <a:gd name="connsiteY171" fmla="*/ 724635 h 6858000"/>
              <a:gd name="connsiteX172" fmla="*/ 248897 w 1605470"/>
              <a:gd name="connsiteY172" fmla="*/ 681659 h 6858000"/>
              <a:gd name="connsiteX173" fmla="*/ 234316 w 1605470"/>
              <a:gd name="connsiteY173" fmla="*/ 635218 h 6858000"/>
              <a:gd name="connsiteX174" fmla="*/ 239327 w 1605470"/>
              <a:gd name="connsiteY174" fmla="*/ 613763 h 6858000"/>
              <a:gd name="connsiteX175" fmla="*/ 225269 w 1605470"/>
              <a:gd name="connsiteY175" fmla="*/ 598582 h 6858000"/>
              <a:gd name="connsiteX176" fmla="*/ 224950 w 1605470"/>
              <a:gd name="connsiteY176" fmla="*/ 576846 h 6858000"/>
              <a:gd name="connsiteX177" fmla="*/ 204632 w 1605470"/>
              <a:gd name="connsiteY177" fmla="*/ 553868 h 6858000"/>
              <a:gd name="connsiteX178" fmla="*/ 239317 w 1605470"/>
              <a:gd name="connsiteY178" fmla="*/ 517614 h 6858000"/>
              <a:gd name="connsiteX179" fmla="*/ 201693 w 1605470"/>
              <a:gd name="connsiteY179" fmla="*/ 469651 h 6858000"/>
              <a:gd name="connsiteX180" fmla="*/ 195012 w 1605470"/>
              <a:gd name="connsiteY180" fmla="*/ 448559 h 6858000"/>
              <a:gd name="connsiteX181" fmla="*/ 201434 w 1605470"/>
              <a:gd name="connsiteY181" fmla="*/ 441529 h 6858000"/>
              <a:gd name="connsiteX182" fmla="*/ 200655 w 1605470"/>
              <a:gd name="connsiteY182" fmla="*/ 428927 h 6858000"/>
              <a:gd name="connsiteX183" fmla="*/ 190059 w 1605470"/>
              <a:gd name="connsiteY183" fmla="*/ 430161 h 6858000"/>
              <a:gd name="connsiteX184" fmla="*/ 184450 w 1605470"/>
              <a:gd name="connsiteY184" fmla="*/ 396240 h 6858000"/>
              <a:gd name="connsiteX185" fmla="*/ 146196 w 1605470"/>
              <a:gd name="connsiteY185" fmla="*/ 358810 h 6858000"/>
              <a:gd name="connsiteX186" fmla="*/ 124571 w 1605470"/>
              <a:gd name="connsiteY186" fmla="*/ 302178 h 6858000"/>
              <a:gd name="connsiteX187" fmla="*/ 103243 w 1605470"/>
              <a:gd name="connsiteY187" fmla="*/ 211375 h 6858000"/>
              <a:gd name="connsiteX188" fmla="*/ 94571 w 1605470"/>
              <a:gd name="connsiteY188" fmla="*/ 184179 h 6858000"/>
              <a:gd name="connsiteX189" fmla="*/ 13437 w 1605470"/>
              <a:gd name="connsiteY189" fmla="*/ 19287 h 6858000"/>
              <a:gd name="connsiteX190" fmla="*/ 0 w 1605470"/>
              <a:gd name="connsiteY190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62657 w 1605470"/>
              <a:gd name="connsiteY150" fmla="*/ 1663540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25799 w 1605470"/>
              <a:gd name="connsiteY155" fmla="*/ 1357181 h 6858000"/>
              <a:gd name="connsiteX156" fmla="*/ 320507 w 1605470"/>
              <a:gd name="connsiteY156" fmla="*/ 1347099 h 6858000"/>
              <a:gd name="connsiteX157" fmla="*/ 335347 w 1605470"/>
              <a:gd name="connsiteY157" fmla="*/ 1334233 h 6858000"/>
              <a:gd name="connsiteX158" fmla="*/ 342792 w 1605470"/>
              <a:gd name="connsiteY158" fmla="*/ 1307086 h 6858000"/>
              <a:gd name="connsiteX159" fmla="*/ 343980 w 1605470"/>
              <a:gd name="connsiteY159" fmla="*/ 1189033 h 6858000"/>
              <a:gd name="connsiteX160" fmla="*/ 348665 w 1605470"/>
              <a:gd name="connsiteY160" fmla="*/ 1168288 h 6858000"/>
              <a:gd name="connsiteX161" fmla="*/ 340947 w 1605470"/>
              <a:gd name="connsiteY161" fmla="*/ 1142577 h 6858000"/>
              <a:gd name="connsiteX162" fmla="*/ 330253 w 1605470"/>
              <a:gd name="connsiteY162" fmla="*/ 1088484 h 6858000"/>
              <a:gd name="connsiteX163" fmla="*/ 336360 w 1605470"/>
              <a:gd name="connsiteY163" fmla="*/ 1045131 h 6858000"/>
              <a:gd name="connsiteX164" fmla="*/ 322475 w 1605470"/>
              <a:gd name="connsiteY164" fmla="*/ 1002093 h 6858000"/>
              <a:gd name="connsiteX165" fmla="*/ 320445 w 1605470"/>
              <a:gd name="connsiteY165" fmla="*/ 932283 h 6858000"/>
              <a:gd name="connsiteX166" fmla="*/ 322681 w 1605470"/>
              <a:gd name="connsiteY166" fmla="*/ 915925 h 6858000"/>
              <a:gd name="connsiteX167" fmla="*/ 315310 w 1605470"/>
              <a:gd name="connsiteY167" fmla="*/ 896999 h 6858000"/>
              <a:gd name="connsiteX168" fmla="*/ 284718 w 1605470"/>
              <a:gd name="connsiteY168" fmla="*/ 821517 h 6858000"/>
              <a:gd name="connsiteX169" fmla="*/ 263668 w 1605470"/>
              <a:gd name="connsiteY169" fmla="*/ 751353 h 6858000"/>
              <a:gd name="connsiteX170" fmla="*/ 254540 w 1605470"/>
              <a:gd name="connsiteY170" fmla="*/ 741965 h 6858000"/>
              <a:gd name="connsiteX171" fmla="*/ 252501 w 1605470"/>
              <a:gd name="connsiteY171" fmla="*/ 724635 h 6858000"/>
              <a:gd name="connsiteX172" fmla="*/ 248897 w 1605470"/>
              <a:gd name="connsiteY172" fmla="*/ 681659 h 6858000"/>
              <a:gd name="connsiteX173" fmla="*/ 234316 w 1605470"/>
              <a:gd name="connsiteY173" fmla="*/ 635218 h 6858000"/>
              <a:gd name="connsiteX174" fmla="*/ 239327 w 1605470"/>
              <a:gd name="connsiteY174" fmla="*/ 613763 h 6858000"/>
              <a:gd name="connsiteX175" fmla="*/ 225269 w 1605470"/>
              <a:gd name="connsiteY175" fmla="*/ 598582 h 6858000"/>
              <a:gd name="connsiteX176" fmla="*/ 224950 w 1605470"/>
              <a:gd name="connsiteY176" fmla="*/ 576846 h 6858000"/>
              <a:gd name="connsiteX177" fmla="*/ 204632 w 1605470"/>
              <a:gd name="connsiteY177" fmla="*/ 553868 h 6858000"/>
              <a:gd name="connsiteX178" fmla="*/ 239317 w 1605470"/>
              <a:gd name="connsiteY178" fmla="*/ 517614 h 6858000"/>
              <a:gd name="connsiteX179" fmla="*/ 201693 w 1605470"/>
              <a:gd name="connsiteY179" fmla="*/ 469651 h 6858000"/>
              <a:gd name="connsiteX180" fmla="*/ 195012 w 1605470"/>
              <a:gd name="connsiteY180" fmla="*/ 448559 h 6858000"/>
              <a:gd name="connsiteX181" fmla="*/ 201434 w 1605470"/>
              <a:gd name="connsiteY181" fmla="*/ 441529 h 6858000"/>
              <a:gd name="connsiteX182" fmla="*/ 200655 w 1605470"/>
              <a:gd name="connsiteY182" fmla="*/ 428927 h 6858000"/>
              <a:gd name="connsiteX183" fmla="*/ 190059 w 1605470"/>
              <a:gd name="connsiteY183" fmla="*/ 430161 h 6858000"/>
              <a:gd name="connsiteX184" fmla="*/ 184450 w 1605470"/>
              <a:gd name="connsiteY184" fmla="*/ 396240 h 6858000"/>
              <a:gd name="connsiteX185" fmla="*/ 146196 w 1605470"/>
              <a:gd name="connsiteY185" fmla="*/ 358810 h 6858000"/>
              <a:gd name="connsiteX186" fmla="*/ 124571 w 1605470"/>
              <a:gd name="connsiteY186" fmla="*/ 302178 h 6858000"/>
              <a:gd name="connsiteX187" fmla="*/ 103243 w 1605470"/>
              <a:gd name="connsiteY187" fmla="*/ 211375 h 6858000"/>
              <a:gd name="connsiteX188" fmla="*/ 94571 w 1605470"/>
              <a:gd name="connsiteY188" fmla="*/ 184179 h 6858000"/>
              <a:gd name="connsiteX189" fmla="*/ 13437 w 1605470"/>
              <a:gd name="connsiteY189" fmla="*/ 19287 h 6858000"/>
              <a:gd name="connsiteX190" fmla="*/ 0 w 1605470"/>
              <a:gd name="connsiteY190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62657 w 1605470"/>
              <a:gd name="connsiteY150" fmla="*/ 1663540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25799 w 1605470"/>
              <a:gd name="connsiteY155" fmla="*/ 1357181 h 6858000"/>
              <a:gd name="connsiteX156" fmla="*/ 320507 w 1605470"/>
              <a:gd name="connsiteY156" fmla="*/ 1347099 h 6858000"/>
              <a:gd name="connsiteX157" fmla="*/ 342792 w 1605470"/>
              <a:gd name="connsiteY157" fmla="*/ 1307086 h 6858000"/>
              <a:gd name="connsiteX158" fmla="*/ 343980 w 1605470"/>
              <a:gd name="connsiteY158" fmla="*/ 1189033 h 6858000"/>
              <a:gd name="connsiteX159" fmla="*/ 348665 w 1605470"/>
              <a:gd name="connsiteY159" fmla="*/ 1168288 h 6858000"/>
              <a:gd name="connsiteX160" fmla="*/ 340947 w 1605470"/>
              <a:gd name="connsiteY160" fmla="*/ 1142577 h 6858000"/>
              <a:gd name="connsiteX161" fmla="*/ 330253 w 1605470"/>
              <a:gd name="connsiteY161" fmla="*/ 1088484 h 6858000"/>
              <a:gd name="connsiteX162" fmla="*/ 336360 w 1605470"/>
              <a:gd name="connsiteY162" fmla="*/ 1045131 h 6858000"/>
              <a:gd name="connsiteX163" fmla="*/ 322475 w 1605470"/>
              <a:gd name="connsiteY163" fmla="*/ 1002093 h 6858000"/>
              <a:gd name="connsiteX164" fmla="*/ 320445 w 1605470"/>
              <a:gd name="connsiteY164" fmla="*/ 932283 h 6858000"/>
              <a:gd name="connsiteX165" fmla="*/ 322681 w 1605470"/>
              <a:gd name="connsiteY165" fmla="*/ 915925 h 6858000"/>
              <a:gd name="connsiteX166" fmla="*/ 315310 w 1605470"/>
              <a:gd name="connsiteY166" fmla="*/ 896999 h 6858000"/>
              <a:gd name="connsiteX167" fmla="*/ 284718 w 1605470"/>
              <a:gd name="connsiteY167" fmla="*/ 821517 h 6858000"/>
              <a:gd name="connsiteX168" fmla="*/ 263668 w 1605470"/>
              <a:gd name="connsiteY168" fmla="*/ 751353 h 6858000"/>
              <a:gd name="connsiteX169" fmla="*/ 254540 w 1605470"/>
              <a:gd name="connsiteY169" fmla="*/ 741965 h 6858000"/>
              <a:gd name="connsiteX170" fmla="*/ 252501 w 1605470"/>
              <a:gd name="connsiteY170" fmla="*/ 724635 h 6858000"/>
              <a:gd name="connsiteX171" fmla="*/ 248897 w 1605470"/>
              <a:gd name="connsiteY171" fmla="*/ 681659 h 6858000"/>
              <a:gd name="connsiteX172" fmla="*/ 234316 w 1605470"/>
              <a:gd name="connsiteY172" fmla="*/ 635218 h 6858000"/>
              <a:gd name="connsiteX173" fmla="*/ 239327 w 1605470"/>
              <a:gd name="connsiteY173" fmla="*/ 613763 h 6858000"/>
              <a:gd name="connsiteX174" fmla="*/ 225269 w 1605470"/>
              <a:gd name="connsiteY174" fmla="*/ 598582 h 6858000"/>
              <a:gd name="connsiteX175" fmla="*/ 224950 w 1605470"/>
              <a:gd name="connsiteY175" fmla="*/ 576846 h 6858000"/>
              <a:gd name="connsiteX176" fmla="*/ 204632 w 1605470"/>
              <a:gd name="connsiteY176" fmla="*/ 553868 h 6858000"/>
              <a:gd name="connsiteX177" fmla="*/ 239317 w 1605470"/>
              <a:gd name="connsiteY177" fmla="*/ 517614 h 6858000"/>
              <a:gd name="connsiteX178" fmla="*/ 201693 w 1605470"/>
              <a:gd name="connsiteY178" fmla="*/ 469651 h 6858000"/>
              <a:gd name="connsiteX179" fmla="*/ 195012 w 1605470"/>
              <a:gd name="connsiteY179" fmla="*/ 448559 h 6858000"/>
              <a:gd name="connsiteX180" fmla="*/ 201434 w 1605470"/>
              <a:gd name="connsiteY180" fmla="*/ 441529 h 6858000"/>
              <a:gd name="connsiteX181" fmla="*/ 200655 w 1605470"/>
              <a:gd name="connsiteY181" fmla="*/ 428927 h 6858000"/>
              <a:gd name="connsiteX182" fmla="*/ 190059 w 1605470"/>
              <a:gd name="connsiteY182" fmla="*/ 430161 h 6858000"/>
              <a:gd name="connsiteX183" fmla="*/ 184450 w 1605470"/>
              <a:gd name="connsiteY183" fmla="*/ 396240 h 6858000"/>
              <a:gd name="connsiteX184" fmla="*/ 146196 w 1605470"/>
              <a:gd name="connsiteY184" fmla="*/ 358810 h 6858000"/>
              <a:gd name="connsiteX185" fmla="*/ 124571 w 1605470"/>
              <a:gd name="connsiteY185" fmla="*/ 302178 h 6858000"/>
              <a:gd name="connsiteX186" fmla="*/ 103243 w 1605470"/>
              <a:gd name="connsiteY186" fmla="*/ 211375 h 6858000"/>
              <a:gd name="connsiteX187" fmla="*/ 94571 w 1605470"/>
              <a:gd name="connsiteY187" fmla="*/ 184179 h 6858000"/>
              <a:gd name="connsiteX188" fmla="*/ 13437 w 1605470"/>
              <a:gd name="connsiteY188" fmla="*/ 19287 h 6858000"/>
              <a:gd name="connsiteX189" fmla="*/ 0 w 1605470"/>
              <a:gd name="connsiteY189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62657 w 1605470"/>
              <a:gd name="connsiteY150" fmla="*/ 1663540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25799 w 1605470"/>
              <a:gd name="connsiteY155" fmla="*/ 1357181 h 6858000"/>
              <a:gd name="connsiteX156" fmla="*/ 342792 w 1605470"/>
              <a:gd name="connsiteY156" fmla="*/ 1307086 h 6858000"/>
              <a:gd name="connsiteX157" fmla="*/ 343980 w 1605470"/>
              <a:gd name="connsiteY157" fmla="*/ 1189033 h 6858000"/>
              <a:gd name="connsiteX158" fmla="*/ 348665 w 1605470"/>
              <a:gd name="connsiteY158" fmla="*/ 1168288 h 6858000"/>
              <a:gd name="connsiteX159" fmla="*/ 340947 w 1605470"/>
              <a:gd name="connsiteY159" fmla="*/ 1142577 h 6858000"/>
              <a:gd name="connsiteX160" fmla="*/ 330253 w 1605470"/>
              <a:gd name="connsiteY160" fmla="*/ 1088484 h 6858000"/>
              <a:gd name="connsiteX161" fmla="*/ 336360 w 1605470"/>
              <a:gd name="connsiteY161" fmla="*/ 1045131 h 6858000"/>
              <a:gd name="connsiteX162" fmla="*/ 322475 w 1605470"/>
              <a:gd name="connsiteY162" fmla="*/ 1002093 h 6858000"/>
              <a:gd name="connsiteX163" fmla="*/ 320445 w 1605470"/>
              <a:gd name="connsiteY163" fmla="*/ 932283 h 6858000"/>
              <a:gd name="connsiteX164" fmla="*/ 322681 w 1605470"/>
              <a:gd name="connsiteY164" fmla="*/ 915925 h 6858000"/>
              <a:gd name="connsiteX165" fmla="*/ 315310 w 1605470"/>
              <a:gd name="connsiteY165" fmla="*/ 896999 h 6858000"/>
              <a:gd name="connsiteX166" fmla="*/ 284718 w 1605470"/>
              <a:gd name="connsiteY166" fmla="*/ 821517 h 6858000"/>
              <a:gd name="connsiteX167" fmla="*/ 263668 w 1605470"/>
              <a:gd name="connsiteY167" fmla="*/ 751353 h 6858000"/>
              <a:gd name="connsiteX168" fmla="*/ 254540 w 1605470"/>
              <a:gd name="connsiteY168" fmla="*/ 741965 h 6858000"/>
              <a:gd name="connsiteX169" fmla="*/ 252501 w 1605470"/>
              <a:gd name="connsiteY169" fmla="*/ 724635 h 6858000"/>
              <a:gd name="connsiteX170" fmla="*/ 248897 w 1605470"/>
              <a:gd name="connsiteY170" fmla="*/ 681659 h 6858000"/>
              <a:gd name="connsiteX171" fmla="*/ 234316 w 1605470"/>
              <a:gd name="connsiteY171" fmla="*/ 635218 h 6858000"/>
              <a:gd name="connsiteX172" fmla="*/ 239327 w 1605470"/>
              <a:gd name="connsiteY172" fmla="*/ 613763 h 6858000"/>
              <a:gd name="connsiteX173" fmla="*/ 225269 w 1605470"/>
              <a:gd name="connsiteY173" fmla="*/ 598582 h 6858000"/>
              <a:gd name="connsiteX174" fmla="*/ 224950 w 1605470"/>
              <a:gd name="connsiteY174" fmla="*/ 576846 h 6858000"/>
              <a:gd name="connsiteX175" fmla="*/ 204632 w 1605470"/>
              <a:gd name="connsiteY175" fmla="*/ 553868 h 6858000"/>
              <a:gd name="connsiteX176" fmla="*/ 239317 w 1605470"/>
              <a:gd name="connsiteY176" fmla="*/ 517614 h 6858000"/>
              <a:gd name="connsiteX177" fmla="*/ 201693 w 1605470"/>
              <a:gd name="connsiteY177" fmla="*/ 469651 h 6858000"/>
              <a:gd name="connsiteX178" fmla="*/ 195012 w 1605470"/>
              <a:gd name="connsiteY178" fmla="*/ 448559 h 6858000"/>
              <a:gd name="connsiteX179" fmla="*/ 201434 w 1605470"/>
              <a:gd name="connsiteY179" fmla="*/ 441529 h 6858000"/>
              <a:gd name="connsiteX180" fmla="*/ 200655 w 1605470"/>
              <a:gd name="connsiteY180" fmla="*/ 428927 h 6858000"/>
              <a:gd name="connsiteX181" fmla="*/ 190059 w 1605470"/>
              <a:gd name="connsiteY181" fmla="*/ 430161 h 6858000"/>
              <a:gd name="connsiteX182" fmla="*/ 184450 w 1605470"/>
              <a:gd name="connsiteY182" fmla="*/ 396240 h 6858000"/>
              <a:gd name="connsiteX183" fmla="*/ 146196 w 1605470"/>
              <a:gd name="connsiteY183" fmla="*/ 358810 h 6858000"/>
              <a:gd name="connsiteX184" fmla="*/ 124571 w 1605470"/>
              <a:gd name="connsiteY184" fmla="*/ 302178 h 6858000"/>
              <a:gd name="connsiteX185" fmla="*/ 103243 w 1605470"/>
              <a:gd name="connsiteY185" fmla="*/ 211375 h 6858000"/>
              <a:gd name="connsiteX186" fmla="*/ 94571 w 1605470"/>
              <a:gd name="connsiteY186" fmla="*/ 184179 h 6858000"/>
              <a:gd name="connsiteX187" fmla="*/ 13437 w 1605470"/>
              <a:gd name="connsiteY187" fmla="*/ 19287 h 6858000"/>
              <a:gd name="connsiteX188" fmla="*/ 0 w 1605470"/>
              <a:gd name="connsiteY188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62657 w 1605470"/>
              <a:gd name="connsiteY150" fmla="*/ 1663540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34485 w 1605470"/>
              <a:gd name="connsiteY155" fmla="*/ 1373769 h 6858000"/>
              <a:gd name="connsiteX156" fmla="*/ 342792 w 1605470"/>
              <a:gd name="connsiteY156" fmla="*/ 1307086 h 6858000"/>
              <a:gd name="connsiteX157" fmla="*/ 343980 w 1605470"/>
              <a:gd name="connsiteY157" fmla="*/ 1189033 h 6858000"/>
              <a:gd name="connsiteX158" fmla="*/ 348665 w 1605470"/>
              <a:gd name="connsiteY158" fmla="*/ 1168288 h 6858000"/>
              <a:gd name="connsiteX159" fmla="*/ 340947 w 1605470"/>
              <a:gd name="connsiteY159" fmla="*/ 1142577 h 6858000"/>
              <a:gd name="connsiteX160" fmla="*/ 330253 w 1605470"/>
              <a:gd name="connsiteY160" fmla="*/ 1088484 h 6858000"/>
              <a:gd name="connsiteX161" fmla="*/ 336360 w 1605470"/>
              <a:gd name="connsiteY161" fmla="*/ 1045131 h 6858000"/>
              <a:gd name="connsiteX162" fmla="*/ 322475 w 1605470"/>
              <a:gd name="connsiteY162" fmla="*/ 1002093 h 6858000"/>
              <a:gd name="connsiteX163" fmla="*/ 320445 w 1605470"/>
              <a:gd name="connsiteY163" fmla="*/ 932283 h 6858000"/>
              <a:gd name="connsiteX164" fmla="*/ 322681 w 1605470"/>
              <a:gd name="connsiteY164" fmla="*/ 915925 h 6858000"/>
              <a:gd name="connsiteX165" fmla="*/ 315310 w 1605470"/>
              <a:gd name="connsiteY165" fmla="*/ 896999 h 6858000"/>
              <a:gd name="connsiteX166" fmla="*/ 284718 w 1605470"/>
              <a:gd name="connsiteY166" fmla="*/ 821517 h 6858000"/>
              <a:gd name="connsiteX167" fmla="*/ 263668 w 1605470"/>
              <a:gd name="connsiteY167" fmla="*/ 751353 h 6858000"/>
              <a:gd name="connsiteX168" fmla="*/ 254540 w 1605470"/>
              <a:gd name="connsiteY168" fmla="*/ 741965 h 6858000"/>
              <a:gd name="connsiteX169" fmla="*/ 252501 w 1605470"/>
              <a:gd name="connsiteY169" fmla="*/ 724635 h 6858000"/>
              <a:gd name="connsiteX170" fmla="*/ 248897 w 1605470"/>
              <a:gd name="connsiteY170" fmla="*/ 681659 h 6858000"/>
              <a:gd name="connsiteX171" fmla="*/ 234316 w 1605470"/>
              <a:gd name="connsiteY171" fmla="*/ 635218 h 6858000"/>
              <a:gd name="connsiteX172" fmla="*/ 239327 w 1605470"/>
              <a:gd name="connsiteY172" fmla="*/ 613763 h 6858000"/>
              <a:gd name="connsiteX173" fmla="*/ 225269 w 1605470"/>
              <a:gd name="connsiteY173" fmla="*/ 598582 h 6858000"/>
              <a:gd name="connsiteX174" fmla="*/ 224950 w 1605470"/>
              <a:gd name="connsiteY174" fmla="*/ 576846 h 6858000"/>
              <a:gd name="connsiteX175" fmla="*/ 204632 w 1605470"/>
              <a:gd name="connsiteY175" fmla="*/ 553868 h 6858000"/>
              <a:gd name="connsiteX176" fmla="*/ 239317 w 1605470"/>
              <a:gd name="connsiteY176" fmla="*/ 517614 h 6858000"/>
              <a:gd name="connsiteX177" fmla="*/ 201693 w 1605470"/>
              <a:gd name="connsiteY177" fmla="*/ 469651 h 6858000"/>
              <a:gd name="connsiteX178" fmla="*/ 195012 w 1605470"/>
              <a:gd name="connsiteY178" fmla="*/ 448559 h 6858000"/>
              <a:gd name="connsiteX179" fmla="*/ 201434 w 1605470"/>
              <a:gd name="connsiteY179" fmla="*/ 441529 h 6858000"/>
              <a:gd name="connsiteX180" fmla="*/ 200655 w 1605470"/>
              <a:gd name="connsiteY180" fmla="*/ 428927 h 6858000"/>
              <a:gd name="connsiteX181" fmla="*/ 190059 w 1605470"/>
              <a:gd name="connsiteY181" fmla="*/ 430161 h 6858000"/>
              <a:gd name="connsiteX182" fmla="*/ 184450 w 1605470"/>
              <a:gd name="connsiteY182" fmla="*/ 396240 h 6858000"/>
              <a:gd name="connsiteX183" fmla="*/ 146196 w 1605470"/>
              <a:gd name="connsiteY183" fmla="*/ 358810 h 6858000"/>
              <a:gd name="connsiteX184" fmla="*/ 124571 w 1605470"/>
              <a:gd name="connsiteY184" fmla="*/ 302178 h 6858000"/>
              <a:gd name="connsiteX185" fmla="*/ 103243 w 1605470"/>
              <a:gd name="connsiteY185" fmla="*/ 211375 h 6858000"/>
              <a:gd name="connsiteX186" fmla="*/ 94571 w 1605470"/>
              <a:gd name="connsiteY186" fmla="*/ 184179 h 6858000"/>
              <a:gd name="connsiteX187" fmla="*/ 13437 w 1605470"/>
              <a:gd name="connsiteY187" fmla="*/ 19287 h 6858000"/>
              <a:gd name="connsiteX188" fmla="*/ 0 w 1605470"/>
              <a:gd name="connsiteY188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62657 w 1605470"/>
              <a:gd name="connsiteY150" fmla="*/ 1663540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34485 w 1605470"/>
              <a:gd name="connsiteY155" fmla="*/ 1373769 h 6858000"/>
              <a:gd name="connsiteX156" fmla="*/ 342792 w 1605470"/>
              <a:gd name="connsiteY156" fmla="*/ 1307086 h 6858000"/>
              <a:gd name="connsiteX157" fmla="*/ 343980 w 1605470"/>
              <a:gd name="connsiteY157" fmla="*/ 1189033 h 6858000"/>
              <a:gd name="connsiteX158" fmla="*/ 348665 w 1605470"/>
              <a:gd name="connsiteY158" fmla="*/ 1168288 h 6858000"/>
              <a:gd name="connsiteX159" fmla="*/ 340947 w 1605470"/>
              <a:gd name="connsiteY159" fmla="*/ 1142577 h 6858000"/>
              <a:gd name="connsiteX160" fmla="*/ 330253 w 1605470"/>
              <a:gd name="connsiteY160" fmla="*/ 1088484 h 6858000"/>
              <a:gd name="connsiteX161" fmla="*/ 336360 w 1605470"/>
              <a:gd name="connsiteY161" fmla="*/ 1045131 h 6858000"/>
              <a:gd name="connsiteX162" fmla="*/ 322475 w 1605470"/>
              <a:gd name="connsiteY162" fmla="*/ 1002093 h 6858000"/>
              <a:gd name="connsiteX163" fmla="*/ 320445 w 1605470"/>
              <a:gd name="connsiteY163" fmla="*/ 932283 h 6858000"/>
              <a:gd name="connsiteX164" fmla="*/ 322681 w 1605470"/>
              <a:gd name="connsiteY164" fmla="*/ 915925 h 6858000"/>
              <a:gd name="connsiteX165" fmla="*/ 315310 w 1605470"/>
              <a:gd name="connsiteY165" fmla="*/ 896999 h 6858000"/>
              <a:gd name="connsiteX166" fmla="*/ 284718 w 1605470"/>
              <a:gd name="connsiteY166" fmla="*/ 821517 h 6858000"/>
              <a:gd name="connsiteX167" fmla="*/ 263668 w 1605470"/>
              <a:gd name="connsiteY167" fmla="*/ 751353 h 6858000"/>
              <a:gd name="connsiteX168" fmla="*/ 254540 w 1605470"/>
              <a:gd name="connsiteY168" fmla="*/ 741965 h 6858000"/>
              <a:gd name="connsiteX169" fmla="*/ 248897 w 1605470"/>
              <a:gd name="connsiteY169" fmla="*/ 681659 h 6858000"/>
              <a:gd name="connsiteX170" fmla="*/ 234316 w 1605470"/>
              <a:gd name="connsiteY170" fmla="*/ 635218 h 6858000"/>
              <a:gd name="connsiteX171" fmla="*/ 239327 w 1605470"/>
              <a:gd name="connsiteY171" fmla="*/ 613763 h 6858000"/>
              <a:gd name="connsiteX172" fmla="*/ 225269 w 1605470"/>
              <a:gd name="connsiteY172" fmla="*/ 598582 h 6858000"/>
              <a:gd name="connsiteX173" fmla="*/ 224950 w 1605470"/>
              <a:gd name="connsiteY173" fmla="*/ 576846 h 6858000"/>
              <a:gd name="connsiteX174" fmla="*/ 204632 w 1605470"/>
              <a:gd name="connsiteY174" fmla="*/ 553868 h 6858000"/>
              <a:gd name="connsiteX175" fmla="*/ 239317 w 1605470"/>
              <a:gd name="connsiteY175" fmla="*/ 517614 h 6858000"/>
              <a:gd name="connsiteX176" fmla="*/ 201693 w 1605470"/>
              <a:gd name="connsiteY176" fmla="*/ 469651 h 6858000"/>
              <a:gd name="connsiteX177" fmla="*/ 195012 w 1605470"/>
              <a:gd name="connsiteY177" fmla="*/ 448559 h 6858000"/>
              <a:gd name="connsiteX178" fmla="*/ 201434 w 1605470"/>
              <a:gd name="connsiteY178" fmla="*/ 441529 h 6858000"/>
              <a:gd name="connsiteX179" fmla="*/ 200655 w 1605470"/>
              <a:gd name="connsiteY179" fmla="*/ 428927 h 6858000"/>
              <a:gd name="connsiteX180" fmla="*/ 190059 w 1605470"/>
              <a:gd name="connsiteY180" fmla="*/ 430161 h 6858000"/>
              <a:gd name="connsiteX181" fmla="*/ 184450 w 1605470"/>
              <a:gd name="connsiteY181" fmla="*/ 396240 h 6858000"/>
              <a:gd name="connsiteX182" fmla="*/ 146196 w 1605470"/>
              <a:gd name="connsiteY182" fmla="*/ 358810 h 6858000"/>
              <a:gd name="connsiteX183" fmla="*/ 124571 w 1605470"/>
              <a:gd name="connsiteY183" fmla="*/ 302178 h 6858000"/>
              <a:gd name="connsiteX184" fmla="*/ 103243 w 1605470"/>
              <a:gd name="connsiteY184" fmla="*/ 211375 h 6858000"/>
              <a:gd name="connsiteX185" fmla="*/ 94571 w 1605470"/>
              <a:gd name="connsiteY185" fmla="*/ 184179 h 6858000"/>
              <a:gd name="connsiteX186" fmla="*/ 13437 w 1605470"/>
              <a:gd name="connsiteY186" fmla="*/ 19287 h 6858000"/>
              <a:gd name="connsiteX187" fmla="*/ 0 w 1605470"/>
              <a:gd name="connsiteY187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62657 w 1605470"/>
              <a:gd name="connsiteY150" fmla="*/ 1663540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34485 w 1605470"/>
              <a:gd name="connsiteY155" fmla="*/ 1373769 h 6858000"/>
              <a:gd name="connsiteX156" fmla="*/ 342792 w 1605470"/>
              <a:gd name="connsiteY156" fmla="*/ 1307086 h 6858000"/>
              <a:gd name="connsiteX157" fmla="*/ 343980 w 1605470"/>
              <a:gd name="connsiteY157" fmla="*/ 1189033 h 6858000"/>
              <a:gd name="connsiteX158" fmla="*/ 348665 w 1605470"/>
              <a:gd name="connsiteY158" fmla="*/ 1168288 h 6858000"/>
              <a:gd name="connsiteX159" fmla="*/ 340947 w 1605470"/>
              <a:gd name="connsiteY159" fmla="*/ 1142577 h 6858000"/>
              <a:gd name="connsiteX160" fmla="*/ 330253 w 1605470"/>
              <a:gd name="connsiteY160" fmla="*/ 1088484 h 6858000"/>
              <a:gd name="connsiteX161" fmla="*/ 336360 w 1605470"/>
              <a:gd name="connsiteY161" fmla="*/ 1045131 h 6858000"/>
              <a:gd name="connsiteX162" fmla="*/ 322475 w 1605470"/>
              <a:gd name="connsiteY162" fmla="*/ 1002093 h 6858000"/>
              <a:gd name="connsiteX163" fmla="*/ 320445 w 1605470"/>
              <a:gd name="connsiteY163" fmla="*/ 932283 h 6858000"/>
              <a:gd name="connsiteX164" fmla="*/ 322681 w 1605470"/>
              <a:gd name="connsiteY164" fmla="*/ 915925 h 6858000"/>
              <a:gd name="connsiteX165" fmla="*/ 315310 w 1605470"/>
              <a:gd name="connsiteY165" fmla="*/ 896999 h 6858000"/>
              <a:gd name="connsiteX166" fmla="*/ 284718 w 1605470"/>
              <a:gd name="connsiteY166" fmla="*/ 821517 h 6858000"/>
              <a:gd name="connsiteX167" fmla="*/ 263668 w 1605470"/>
              <a:gd name="connsiteY167" fmla="*/ 751353 h 6858000"/>
              <a:gd name="connsiteX168" fmla="*/ 254540 w 1605470"/>
              <a:gd name="connsiteY168" fmla="*/ 741965 h 6858000"/>
              <a:gd name="connsiteX169" fmla="*/ 248897 w 1605470"/>
              <a:gd name="connsiteY169" fmla="*/ 681659 h 6858000"/>
              <a:gd name="connsiteX170" fmla="*/ 234316 w 1605470"/>
              <a:gd name="connsiteY170" fmla="*/ 635218 h 6858000"/>
              <a:gd name="connsiteX171" fmla="*/ 239327 w 1605470"/>
              <a:gd name="connsiteY171" fmla="*/ 613763 h 6858000"/>
              <a:gd name="connsiteX172" fmla="*/ 225269 w 1605470"/>
              <a:gd name="connsiteY172" fmla="*/ 598582 h 6858000"/>
              <a:gd name="connsiteX173" fmla="*/ 224950 w 1605470"/>
              <a:gd name="connsiteY173" fmla="*/ 576846 h 6858000"/>
              <a:gd name="connsiteX174" fmla="*/ 239317 w 1605470"/>
              <a:gd name="connsiteY174" fmla="*/ 517614 h 6858000"/>
              <a:gd name="connsiteX175" fmla="*/ 201693 w 1605470"/>
              <a:gd name="connsiteY175" fmla="*/ 469651 h 6858000"/>
              <a:gd name="connsiteX176" fmla="*/ 195012 w 1605470"/>
              <a:gd name="connsiteY176" fmla="*/ 448559 h 6858000"/>
              <a:gd name="connsiteX177" fmla="*/ 201434 w 1605470"/>
              <a:gd name="connsiteY177" fmla="*/ 441529 h 6858000"/>
              <a:gd name="connsiteX178" fmla="*/ 200655 w 1605470"/>
              <a:gd name="connsiteY178" fmla="*/ 428927 h 6858000"/>
              <a:gd name="connsiteX179" fmla="*/ 190059 w 1605470"/>
              <a:gd name="connsiteY179" fmla="*/ 430161 h 6858000"/>
              <a:gd name="connsiteX180" fmla="*/ 184450 w 1605470"/>
              <a:gd name="connsiteY180" fmla="*/ 396240 h 6858000"/>
              <a:gd name="connsiteX181" fmla="*/ 146196 w 1605470"/>
              <a:gd name="connsiteY181" fmla="*/ 358810 h 6858000"/>
              <a:gd name="connsiteX182" fmla="*/ 124571 w 1605470"/>
              <a:gd name="connsiteY182" fmla="*/ 302178 h 6858000"/>
              <a:gd name="connsiteX183" fmla="*/ 103243 w 1605470"/>
              <a:gd name="connsiteY183" fmla="*/ 211375 h 6858000"/>
              <a:gd name="connsiteX184" fmla="*/ 94571 w 1605470"/>
              <a:gd name="connsiteY184" fmla="*/ 184179 h 6858000"/>
              <a:gd name="connsiteX185" fmla="*/ 13437 w 1605470"/>
              <a:gd name="connsiteY185" fmla="*/ 19287 h 6858000"/>
              <a:gd name="connsiteX186" fmla="*/ 0 w 1605470"/>
              <a:gd name="connsiteY186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62657 w 1605470"/>
              <a:gd name="connsiteY150" fmla="*/ 1663540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34485 w 1605470"/>
              <a:gd name="connsiteY155" fmla="*/ 1373769 h 6858000"/>
              <a:gd name="connsiteX156" fmla="*/ 342792 w 1605470"/>
              <a:gd name="connsiteY156" fmla="*/ 1307086 h 6858000"/>
              <a:gd name="connsiteX157" fmla="*/ 343980 w 1605470"/>
              <a:gd name="connsiteY157" fmla="*/ 1189033 h 6858000"/>
              <a:gd name="connsiteX158" fmla="*/ 348665 w 1605470"/>
              <a:gd name="connsiteY158" fmla="*/ 1168288 h 6858000"/>
              <a:gd name="connsiteX159" fmla="*/ 340947 w 1605470"/>
              <a:gd name="connsiteY159" fmla="*/ 1142577 h 6858000"/>
              <a:gd name="connsiteX160" fmla="*/ 330253 w 1605470"/>
              <a:gd name="connsiteY160" fmla="*/ 1088484 h 6858000"/>
              <a:gd name="connsiteX161" fmla="*/ 336360 w 1605470"/>
              <a:gd name="connsiteY161" fmla="*/ 1045131 h 6858000"/>
              <a:gd name="connsiteX162" fmla="*/ 322475 w 1605470"/>
              <a:gd name="connsiteY162" fmla="*/ 1002093 h 6858000"/>
              <a:gd name="connsiteX163" fmla="*/ 320445 w 1605470"/>
              <a:gd name="connsiteY163" fmla="*/ 932283 h 6858000"/>
              <a:gd name="connsiteX164" fmla="*/ 322681 w 1605470"/>
              <a:gd name="connsiteY164" fmla="*/ 915925 h 6858000"/>
              <a:gd name="connsiteX165" fmla="*/ 315310 w 1605470"/>
              <a:gd name="connsiteY165" fmla="*/ 896999 h 6858000"/>
              <a:gd name="connsiteX166" fmla="*/ 284718 w 1605470"/>
              <a:gd name="connsiteY166" fmla="*/ 821517 h 6858000"/>
              <a:gd name="connsiteX167" fmla="*/ 263668 w 1605470"/>
              <a:gd name="connsiteY167" fmla="*/ 751353 h 6858000"/>
              <a:gd name="connsiteX168" fmla="*/ 254540 w 1605470"/>
              <a:gd name="connsiteY168" fmla="*/ 741965 h 6858000"/>
              <a:gd name="connsiteX169" fmla="*/ 248897 w 1605470"/>
              <a:gd name="connsiteY169" fmla="*/ 681659 h 6858000"/>
              <a:gd name="connsiteX170" fmla="*/ 234316 w 1605470"/>
              <a:gd name="connsiteY170" fmla="*/ 635218 h 6858000"/>
              <a:gd name="connsiteX171" fmla="*/ 239327 w 1605470"/>
              <a:gd name="connsiteY171" fmla="*/ 613763 h 6858000"/>
              <a:gd name="connsiteX172" fmla="*/ 225269 w 1605470"/>
              <a:gd name="connsiteY172" fmla="*/ 598582 h 6858000"/>
              <a:gd name="connsiteX173" fmla="*/ 224950 w 1605470"/>
              <a:gd name="connsiteY173" fmla="*/ 576846 h 6858000"/>
              <a:gd name="connsiteX174" fmla="*/ 239317 w 1605470"/>
              <a:gd name="connsiteY174" fmla="*/ 517614 h 6858000"/>
              <a:gd name="connsiteX175" fmla="*/ 201693 w 1605470"/>
              <a:gd name="connsiteY175" fmla="*/ 469651 h 6858000"/>
              <a:gd name="connsiteX176" fmla="*/ 195012 w 1605470"/>
              <a:gd name="connsiteY176" fmla="*/ 448559 h 6858000"/>
              <a:gd name="connsiteX177" fmla="*/ 201434 w 1605470"/>
              <a:gd name="connsiteY177" fmla="*/ 441529 h 6858000"/>
              <a:gd name="connsiteX178" fmla="*/ 200655 w 1605470"/>
              <a:gd name="connsiteY178" fmla="*/ 428927 h 6858000"/>
              <a:gd name="connsiteX179" fmla="*/ 190059 w 1605470"/>
              <a:gd name="connsiteY179" fmla="*/ 430161 h 6858000"/>
              <a:gd name="connsiteX180" fmla="*/ 184450 w 1605470"/>
              <a:gd name="connsiteY180" fmla="*/ 396240 h 6858000"/>
              <a:gd name="connsiteX181" fmla="*/ 124571 w 1605470"/>
              <a:gd name="connsiteY181" fmla="*/ 302178 h 6858000"/>
              <a:gd name="connsiteX182" fmla="*/ 103243 w 1605470"/>
              <a:gd name="connsiteY182" fmla="*/ 211375 h 6858000"/>
              <a:gd name="connsiteX183" fmla="*/ 94571 w 1605470"/>
              <a:gd name="connsiteY183" fmla="*/ 184179 h 6858000"/>
              <a:gd name="connsiteX184" fmla="*/ 13437 w 1605470"/>
              <a:gd name="connsiteY184" fmla="*/ 19287 h 6858000"/>
              <a:gd name="connsiteX185" fmla="*/ 0 w 1605470"/>
              <a:gd name="connsiteY185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62657 w 1605470"/>
              <a:gd name="connsiteY150" fmla="*/ 1663540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34485 w 1605470"/>
              <a:gd name="connsiteY155" fmla="*/ 1373769 h 6858000"/>
              <a:gd name="connsiteX156" fmla="*/ 342792 w 1605470"/>
              <a:gd name="connsiteY156" fmla="*/ 1307086 h 6858000"/>
              <a:gd name="connsiteX157" fmla="*/ 343980 w 1605470"/>
              <a:gd name="connsiteY157" fmla="*/ 1189033 h 6858000"/>
              <a:gd name="connsiteX158" fmla="*/ 348665 w 1605470"/>
              <a:gd name="connsiteY158" fmla="*/ 1168288 h 6858000"/>
              <a:gd name="connsiteX159" fmla="*/ 340947 w 1605470"/>
              <a:gd name="connsiteY159" fmla="*/ 1142577 h 6858000"/>
              <a:gd name="connsiteX160" fmla="*/ 330253 w 1605470"/>
              <a:gd name="connsiteY160" fmla="*/ 1088484 h 6858000"/>
              <a:gd name="connsiteX161" fmla="*/ 336360 w 1605470"/>
              <a:gd name="connsiteY161" fmla="*/ 1045131 h 6858000"/>
              <a:gd name="connsiteX162" fmla="*/ 322475 w 1605470"/>
              <a:gd name="connsiteY162" fmla="*/ 1002093 h 6858000"/>
              <a:gd name="connsiteX163" fmla="*/ 320445 w 1605470"/>
              <a:gd name="connsiteY163" fmla="*/ 932283 h 6858000"/>
              <a:gd name="connsiteX164" fmla="*/ 322681 w 1605470"/>
              <a:gd name="connsiteY164" fmla="*/ 915925 h 6858000"/>
              <a:gd name="connsiteX165" fmla="*/ 315310 w 1605470"/>
              <a:gd name="connsiteY165" fmla="*/ 896999 h 6858000"/>
              <a:gd name="connsiteX166" fmla="*/ 284718 w 1605470"/>
              <a:gd name="connsiteY166" fmla="*/ 821517 h 6858000"/>
              <a:gd name="connsiteX167" fmla="*/ 263668 w 1605470"/>
              <a:gd name="connsiteY167" fmla="*/ 751353 h 6858000"/>
              <a:gd name="connsiteX168" fmla="*/ 254540 w 1605470"/>
              <a:gd name="connsiteY168" fmla="*/ 741965 h 6858000"/>
              <a:gd name="connsiteX169" fmla="*/ 248897 w 1605470"/>
              <a:gd name="connsiteY169" fmla="*/ 681659 h 6858000"/>
              <a:gd name="connsiteX170" fmla="*/ 234316 w 1605470"/>
              <a:gd name="connsiteY170" fmla="*/ 635218 h 6858000"/>
              <a:gd name="connsiteX171" fmla="*/ 239327 w 1605470"/>
              <a:gd name="connsiteY171" fmla="*/ 613763 h 6858000"/>
              <a:gd name="connsiteX172" fmla="*/ 225269 w 1605470"/>
              <a:gd name="connsiteY172" fmla="*/ 598582 h 6858000"/>
              <a:gd name="connsiteX173" fmla="*/ 224950 w 1605470"/>
              <a:gd name="connsiteY173" fmla="*/ 576846 h 6858000"/>
              <a:gd name="connsiteX174" fmla="*/ 239317 w 1605470"/>
              <a:gd name="connsiteY174" fmla="*/ 517614 h 6858000"/>
              <a:gd name="connsiteX175" fmla="*/ 201693 w 1605470"/>
              <a:gd name="connsiteY175" fmla="*/ 469651 h 6858000"/>
              <a:gd name="connsiteX176" fmla="*/ 195012 w 1605470"/>
              <a:gd name="connsiteY176" fmla="*/ 448559 h 6858000"/>
              <a:gd name="connsiteX177" fmla="*/ 201434 w 1605470"/>
              <a:gd name="connsiteY177" fmla="*/ 441529 h 6858000"/>
              <a:gd name="connsiteX178" fmla="*/ 200655 w 1605470"/>
              <a:gd name="connsiteY178" fmla="*/ 428927 h 6858000"/>
              <a:gd name="connsiteX179" fmla="*/ 190059 w 1605470"/>
              <a:gd name="connsiteY179" fmla="*/ 430161 h 6858000"/>
              <a:gd name="connsiteX180" fmla="*/ 167079 w 1605470"/>
              <a:gd name="connsiteY180" fmla="*/ 367211 h 6858000"/>
              <a:gd name="connsiteX181" fmla="*/ 124571 w 1605470"/>
              <a:gd name="connsiteY181" fmla="*/ 302178 h 6858000"/>
              <a:gd name="connsiteX182" fmla="*/ 103243 w 1605470"/>
              <a:gd name="connsiteY182" fmla="*/ 211375 h 6858000"/>
              <a:gd name="connsiteX183" fmla="*/ 94571 w 1605470"/>
              <a:gd name="connsiteY183" fmla="*/ 184179 h 6858000"/>
              <a:gd name="connsiteX184" fmla="*/ 13437 w 1605470"/>
              <a:gd name="connsiteY184" fmla="*/ 19287 h 6858000"/>
              <a:gd name="connsiteX185" fmla="*/ 0 w 1605470"/>
              <a:gd name="connsiteY185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62657 w 1605470"/>
              <a:gd name="connsiteY150" fmla="*/ 1663540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34485 w 1605470"/>
              <a:gd name="connsiteY155" fmla="*/ 1373769 h 6858000"/>
              <a:gd name="connsiteX156" fmla="*/ 342792 w 1605470"/>
              <a:gd name="connsiteY156" fmla="*/ 1307086 h 6858000"/>
              <a:gd name="connsiteX157" fmla="*/ 343980 w 1605470"/>
              <a:gd name="connsiteY157" fmla="*/ 1189033 h 6858000"/>
              <a:gd name="connsiteX158" fmla="*/ 348665 w 1605470"/>
              <a:gd name="connsiteY158" fmla="*/ 1168288 h 6858000"/>
              <a:gd name="connsiteX159" fmla="*/ 340947 w 1605470"/>
              <a:gd name="connsiteY159" fmla="*/ 1142577 h 6858000"/>
              <a:gd name="connsiteX160" fmla="*/ 330253 w 1605470"/>
              <a:gd name="connsiteY160" fmla="*/ 1088484 h 6858000"/>
              <a:gd name="connsiteX161" fmla="*/ 336360 w 1605470"/>
              <a:gd name="connsiteY161" fmla="*/ 1045131 h 6858000"/>
              <a:gd name="connsiteX162" fmla="*/ 322475 w 1605470"/>
              <a:gd name="connsiteY162" fmla="*/ 1002093 h 6858000"/>
              <a:gd name="connsiteX163" fmla="*/ 320445 w 1605470"/>
              <a:gd name="connsiteY163" fmla="*/ 932283 h 6858000"/>
              <a:gd name="connsiteX164" fmla="*/ 322681 w 1605470"/>
              <a:gd name="connsiteY164" fmla="*/ 915925 h 6858000"/>
              <a:gd name="connsiteX165" fmla="*/ 315310 w 1605470"/>
              <a:gd name="connsiteY165" fmla="*/ 896999 h 6858000"/>
              <a:gd name="connsiteX166" fmla="*/ 284718 w 1605470"/>
              <a:gd name="connsiteY166" fmla="*/ 821517 h 6858000"/>
              <a:gd name="connsiteX167" fmla="*/ 263668 w 1605470"/>
              <a:gd name="connsiteY167" fmla="*/ 751353 h 6858000"/>
              <a:gd name="connsiteX168" fmla="*/ 254540 w 1605470"/>
              <a:gd name="connsiteY168" fmla="*/ 741965 h 6858000"/>
              <a:gd name="connsiteX169" fmla="*/ 248897 w 1605470"/>
              <a:gd name="connsiteY169" fmla="*/ 681659 h 6858000"/>
              <a:gd name="connsiteX170" fmla="*/ 234316 w 1605470"/>
              <a:gd name="connsiteY170" fmla="*/ 635218 h 6858000"/>
              <a:gd name="connsiteX171" fmla="*/ 239327 w 1605470"/>
              <a:gd name="connsiteY171" fmla="*/ 613763 h 6858000"/>
              <a:gd name="connsiteX172" fmla="*/ 225269 w 1605470"/>
              <a:gd name="connsiteY172" fmla="*/ 598582 h 6858000"/>
              <a:gd name="connsiteX173" fmla="*/ 224950 w 1605470"/>
              <a:gd name="connsiteY173" fmla="*/ 576846 h 6858000"/>
              <a:gd name="connsiteX174" fmla="*/ 239317 w 1605470"/>
              <a:gd name="connsiteY174" fmla="*/ 517614 h 6858000"/>
              <a:gd name="connsiteX175" fmla="*/ 219064 w 1605470"/>
              <a:gd name="connsiteY175" fmla="*/ 469651 h 6858000"/>
              <a:gd name="connsiteX176" fmla="*/ 195012 w 1605470"/>
              <a:gd name="connsiteY176" fmla="*/ 448559 h 6858000"/>
              <a:gd name="connsiteX177" fmla="*/ 201434 w 1605470"/>
              <a:gd name="connsiteY177" fmla="*/ 441529 h 6858000"/>
              <a:gd name="connsiteX178" fmla="*/ 200655 w 1605470"/>
              <a:gd name="connsiteY178" fmla="*/ 428927 h 6858000"/>
              <a:gd name="connsiteX179" fmla="*/ 190059 w 1605470"/>
              <a:gd name="connsiteY179" fmla="*/ 430161 h 6858000"/>
              <a:gd name="connsiteX180" fmla="*/ 167079 w 1605470"/>
              <a:gd name="connsiteY180" fmla="*/ 367211 h 6858000"/>
              <a:gd name="connsiteX181" fmla="*/ 124571 w 1605470"/>
              <a:gd name="connsiteY181" fmla="*/ 302178 h 6858000"/>
              <a:gd name="connsiteX182" fmla="*/ 103243 w 1605470"/>
              <a:gd name="connsiteY182" fmla="*/ 211375 h 6858000"/>
              <a:gd name="connsiteX183" fmla="*/ 94571 w 1605470"/>
              <a:gd name="connsiteY183" fmla="*/ 184179 h 6858000"/>
              <a:gd name="connsiteX184" fmla="*/ 13437 w 1605470"/>
              <a:gd name="connsiteY184" fmla="*/ 19287 h 6858000"/>
              <a:gd name="connsiteX185" fmla="*/ 0 w 1605470"/>
              <a:gd name="connsiteY185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62657 w 1605470"/>
              <a:gd name="connsiteY150" fmla="*/ 1663540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34485 w 1605470"/>
              <a:gd name="connsiteY155" fmla="*/ 1373769 h 6858000"/>
              <a:gd name="connsiteX156" fmla="*/ 342792 w 1605470"/>
              <a:gd name="connsiteY156" fmla="*/ 1307086 h 6858000"/>
              <a:gd name="connsiteX157" fmla="*/ 343980 w 1605470"/>
              <a:gd name="connsiteY157" fmla="*/ 1189033 h 6858000"/>
              <a:gd name="connsiteX158" fmla="*/ 348665 w 1605470"/>
              <a:gd name="connsiteY158" fmla="*/ 1168288 h 6858000"/>
              <a:gd name="connsiteX159" fmla="*/ 340947 w 1605470"/>
              <a:gd name="connsiteY159" fmla="*/ 1142577 h 6858000"/>
              <a:gd name="connsiteX160" fmla="*/ 330253 w 1605470"/>
              <a:gd name="connsiteY160" fmla="*/ 1088484 h 6858000"/>
              <a:gd name="connsiteX161" fmla="*/ 336360 w 1605470"/>
              <a:gd name="connsiteY161" fmla="*/ 1045131 h 6858000"/>
              <a:gd name="connsiteX162" fmla="*/ 322475 w 1605470"/>
              <a:gd name="connsiteY162" fmla="*/ 1002093 h 6858000"/>
              <a:gd name="connsiteX163" fmla="*/ 320445 w 1605470"/>
              <a:gd name="connsiteY163" fmla="*/ 932283 h 6858000"/>
              <a:gd name="connsiteX164" fmla="*/ 322681 w 1605470"/>
              <a:gd name="connsiteY164" fmla="*/ 915925 h 6858000"/>
              <a:gd name="connsiteX165" fmla="*/ 315310 w 1605470"/>
              <a:gd name="connsiteY165" fmla="*/ 896999 h 6858000"/>
              <a:gd name="connsiteX166" fmla="*/ 284718 w 1605470"/>
              <a:gd name="connsiteY166" fmla="*/ 821517 h 6858000"/>
              <a:gd name="connsiteX167" fmla="*/ 263668 w 1605470"/>
              <a:gd name="connsiteY167" fmla="*/ 751353 h 6858000"/>
              <a:gd name="connsiteX168" fmla="*/ 254540 w 1605470"/>
              <a:gd name="connsiteY168" fmla="*/ 741965 h 6858000"/>
              <a:gd name="connsiteX169" fmla="*/ 248897 w 1605470"/>
              <a:gd name="connsiteY169" fmla="*/ 681659 h 6858000"/>
              <a:gd name="connsiteX170" fmla="*/ 234316 w 1605470"/>
              <a:gd name="connsiteY170" fmla="*/ 635218 h 6858000"/>
              <a:gd name="connsiteX171" fmla="*/ 239327 w 1605470"/>
              <a:gd name="connsiteY171" fmla="*/ 613763 h 6858000"/>
              <a:gd name="connsiteX172" fmla="*/ 225269 w 1605470"/>
              <a:gd name="connsiteY172" fmla="*/ 598582 h 6858000"/>
              <a:gd name="connsiteX173" fmla="*/ 224950 w 1605470"/>
              <a:gd name="connsiteY173" fmla="*/ 576846 h 6858000"/>
              <a:gd name="connsiteX174" fmla="*/ 204576 w 1605470"/>
              <a:gd name="connsiteY174" fmla="*/ 530055 h 6858000"/>
              <a:gd name="connsiteX175" fmla="*/ 219064 w 1605470"/>
              <a:gd name="connsiteY175" fmla="*/ 469651 h 6858000"/>
              <a:gd name="connsiteX176" fmla="*/ 195012 w 1605470"/>
              <a:gd name="connsiteY176" fmla="*/ 448559 h 6858000"/>
              <a:gd name="connsiteX177" fmla="*/ 201434 w 1605470"/>
              <a:gd name="connsiteY177" fmla="*/ 441529 h 6858000"/>
              <a:gd name="connsiteX178" fmla="*/ 200655 w 1605470"/>
              <a:gd name="connsiteY178" fmla="*/ 428927 h 6858000"/>
              <a:gd name="connsiteX179" fmla="*/ 190059 w 1605470"/>
              <a:gd name="connsiteY179" fmla="*/ 430161 h 6858000"/>
              <a:gd name="connsiteX180" fmla="*/ 167079 w 1605470"/>
              <a:gd name="connsiteY180" fmla="*/ 367211 h 6858000"/>
              <a:gd name="connsiteX181" fmla="*/ 124571 w 1605470"/>
              <a:gd name="connsiteY181" fmla="*/ 302178 h 6858000"/>
              <a:gd name="connsiteX182" fmla="*/ 103243 w 1605470"/>
              <a:gd name="connsiteY182" fmla="*/ 211375 h 6858000"/>
              <a:gd name="connsiteX183" fmla="*/ 94571 w 1605470"/>
              <a:gd name="connsiteY183" fmla="*/ 184179 h 6858000"/>
              <a:gd name="connsiteX184" fmla="*/ 13437 w 1605470"/>
              <a:gd name="connsiteY184" fmla="*/ 19287 h 6858000"/>
              <a:gd name="connsiteX185" fmla="*/ 0 w 1605470"/>
              <a:gd name="connsiteY185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62657 w 1605470"/>
              <a:gd name="connsiteY150" fmla="*/ 1663540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34485 w 1605470"/>
              <a:gd name="connsiteY155" fmla="*/ 1373769 h 6858000"/>
              <a:gd name="connsiteX156" fmla="*/ 342792 w 1605470"/>
              <a:gd name="connsiteY156" fmla="*/ 1307086 h 6858000"/>
              <a:gd name="connsiteX157" fmla="*/ 343980 w 1605470"/>
              <a:gd name="connsiteY157" fmla="*/ 1189033 h 6858000"/>
              <a:gd name="connsiteX158" fmla="*/ 348665 w 1605470"/>
              <a:gd name="connsiteY158" fmla="*/ 1168288 h 6858000"/>
              <a:gd name="connsiteX159" fmla="*/ 340947 w 1605470"/>
              <a:gd name="connsiteY159" fmla="*/ 1142577 h 6858000"/>
              <a:gd name="connsiteX160" fmla="*/ 330253 w 1605470"/>
              <a:gd name="connsiteY160" fmla="*/ 1088484 h 6858000"/>
              <a:gd name="connsiteX161" fmla="*/ 336360 w 1605470"/>
              <a:gd name="connsiteY161" fmla="*/ 1045131 h 6858000"/>
              <a:gd name="connsiteX162" fmla="*/ 320445 w 1605470"/>
              <a:gd name="connsiteY162" fmla="*/ 932283 h 6858000"/>
              <a:gd name="connsiteX163" fmla="*/ 322681 w 1605470"/>
              <a:gd name="connsiteY163" fmla="*/ 915925 h 6858000"/>
              <a:gd name="connsiteX164" fmla="*/ 315310 w 1605470"/>
              <a:gd name="connsiteY164" fmla="*/ 896999 h 6858000"/>
              <a:gd name="connsiteX165" fmla="*/ 284718 w 1605470"/>
              <a:gd name="connsiteY165" fmla="*/ 821517 h 6858000"/>
              <a:gd name="connsiteX166" fmla="*/ 263668 w 1605470"/>
              <a:gd name="connsiteY166" fmla="*/ 751353 h 6858000"/>
              <a:gd name="connsiteX167" fmla="*/ 254540 w 1605470"/>
              <a:gd name="connsiteY167" fmla="*/ 741965 h 6858000"/>
              <a:gd name="connsiteX168" fmla="*/ 248897 w 1605470"/>
              <a:gd name="connsiteY168" fmla="*/ 681659 h 6858000"/>
              <a:gd name="connsiteX169" fmla="*/ 234316 w 1605470"/>
              <a:gd name="connsiteY169" fmla="*/ 635218 h 6858000"/>
              <a:gd name="connsiteX170" fmla="*/ 239327 w 1605470"/>
              <a:gd name="connsiteY170" fmla="*/ 613763 h 6858000"/>
              <a:gd name="connsiteX171" fmla="*/ 225269 w 1605470"/>
              <a:gd name="connsiteY171" fmla="*/ 598582 h 6858000"/>
              <a:gd name="connsiteX172" fmla="*/ 224950 w 1605470"/>
              <a:gd name="connsiteY172" fmla="*/ 576846 h 6858000"/>
              <a:gd name="connsiteX173" fmla="*/ 204576 w 1605470"/>
              <a:gd name="connsiteY173" fmla="*/ 530055 h 6858000"/>
              <a:gd name="connsiteX174" fmla="*/ 219064 w 1605470"/>
              <a:gd name="connsiteY174" fmla="*/ 469651 h 6858000"/>
              <a:gd name="connsiteX175" fmla="*/ 195012 w 1605470"/>
              <a:gd name="connsiteY175" fmla="*/ 448559 h 6858000"/>
              <a:gd name="connsiteX176" fmla="*/ 201434 w 1605470"/>
              <a:gd name="connsiteY176" fmla="*/ 441529 h 6858000"/>
              <a:gd name="connsiteX177" fmla="*/ 200655 w 1605470"/>
              <a:gd name="connsiteY177" fmla="*/ 428927 h 6858000"/>
              <a:gd name="connsiteX178" fmla="*/ 190059 w 1605470"/>
              <a:gd name="connsiteY178" fmla="*/ 430161 h 6858000"/>
              <a:gd name="connsiteX179" fmla="*/ 167079 w 1605470"/>
              <a:gd name="connsiteY179" fmla="*/ 367211 h 6858000"/>
              <a:gd name="connsiteX180" fmla="*/ 124571 w 1605470"/>
              <a:gd name="connsiteY180" fmla="*/ 302178 h 6858000"/>
              <a:gd name="connsiteX181" fmla="*/ 103243 w 1605470"/>
              <a:gd name="connsiteY181" fmla="*/ 211375 h 6858000"/>
              <a:gd name="connsiteX182" fmla="*/ 94571 w 1605470"/>
              <a:gd name="connsiteY182" fmla="*/ 184179 h 6858000"/>
              <a:gd name="connsiteX183" fmla="*/ 13437 w 1605470"/>
              <a:gd name="connsiteY183" fmla="*/ 19287 h 6858000"/>
              <a:gd name="connsiteX184" fmla="*/ 0 w 1605470"/>
              <a:gd name="connsiteY184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62657 w 1605470"/>
              <a:gd name="connsiteY150" fmla="*/ 1663540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34485 w 1605470"/>
              <a:gd name="connsiteY155" fmla="*/ 1373769 h 6858000"/>
              <a:gd name="connsiteX156" fmla="*/ 342792 w 1605470"/>
              <a:gd name="connsiteY156" fmla="*/ 1307086 h 6858000"/>
              <a:gd name="connsiteX157" fmla="*/ 343980 w 1605470"/>
              <a:gd name="connsiteY157" fmla="*/ 1189033 h 6858000"/>
              <a:gd name="connsiteX158" fmla="*/ 348665 w 1605470"/>
              <a:gd name="connsiteY158" fmla="*/ 1168288 h 6858000"/>
              <a:gd name="connsiteX159" fmla="*/ 340947 w 1605470"/>
              <a:gd name="connsiteY159" fmla="*/ 1142577 h 6858000"/>
              <a:gd name="connsiteX160" fmla="*/ 330253 w 1605470"/>
              <a:gd name="connsiteY160" fmla="*/ 1088484 h 6858000"/>
              <a:gd name="connsiteX161" fmla="*/ 318989 w 1605470"/>
              <a:gd name="connsiteY161" fmla="*/ 1016103 h 6858000"/>
              <a:gd name="connsiteX162" fmla="*/ 320445 w 1605470"/>
              <a:gd name="connsiteY162" fmla="*/ 932283 h 6858000"/>
              <a:gd name="connsiteX163" fmla="*/ 322681 w 1605470"/>
              <a:gd name="connsiteY163" fmla="*/ 915925 h 6858000"/>
              <a:gd name="connsiteX164" fmla="*/ 315310 w 1605470"/>
              <a:gd name="connsiteY164" fmla="*/ 896999 h 6858000"/>
              <a:gd name="connsiteX165" fmla="*/ 284718 w 1605470"/>
              <a:gd name="connsiteY165" fmla="*/ 821517 h 6858000"/>
              <a:gd name="connsiteX166" fmla="*/ 263668 w 1605470"/>
              <a:gd name="connsiteY166" fmla="*/ 751353 h 6858000"/>
              <a:gd name="connsiteX167" fmla="*/ 254540 w 1605470"/>
              <a:gd name="connsiteY167" fmla="*/ 741965 h 6858000"/>
              <a:gd name="connsiteX168" fmla="*/ 248897 w 1605470"/>
              <a:gd name="connsiteY168" fmla="*/ 681659 h 6858000"/>
              <a:gd name="connsiteX169" fmla="*/ 234316 w 1605470"/>
              <a:gd name="connsiteY169" fmla="*/ 635218 h 6858000"/>
              <a:gd name="connsiteX170" fmla="*/ 239327 w 1605470"/>
              <a:gd name="connsiteY170" fmla="*/ 613763 h 6858000"/>
              <a:gd name="connsiteX171" fmla="*/ 225269 w 1605470"/>
              <a:gd name="connsiteY171" fmla="*/ 598582 h 6858000"/>
              <a:gd name="connsiteX172" fmla="*/ 224950 w 1605470"/>
              <a:gd name="connsiteY172" fmla="*/ 576846 h 6858000"/>
              <a:gd name="connsiteX173" fmla="*/ 204576 w 1605470"/>
              <a:gd name="connsiteY173" fmla="*/ 530055 h 6858000"/>
              <a:gd name="connsiteX174" fmla="*/ 219064 w 1605470"/>
              <a:gd name="connsiteY174" fmla="*/ 469651 h 6858000"/>
              <a:gd name="connsiteX175" fmla="*/ 195012 w 1605470"/>
              <a:gd name="connsiteY175" fmla="*/ 448559 h 6858000"/>
              <a:gd name="connsiteX176" fmla="*/ 201434 w 1605470"/>
              <a:gd name="connsiteY176" fmla="*/ 441529 h 6858000"/>
              <a:gd name="connsiteX177" fmla="*/ 200655 w 1605470"/>
              <a:gd name="connsiteY177" fmla="*/ 428927 h 6858000"/>
              <a:gd name="connsiteX178" fmla="*/ 190059 w 1605470"/>
              <a:gd name="connsiteY178" fmla="*/ 430161 h 6858000"/>
              <a:gd name="connsiteX179" fmla="*/ 167079 w 1605470"/>
              <a:gd name="connsiteY179" fmla="*/ 367211 h 6858000"/>
              <a:gd name="connsiteX180" fmla="*/ 124571 w 1605470"/>
              <a:gd name="connsiteY180" fmla="*/ 302178 h 6858000"/>
              <a:gd name="connsiteX181" fmla="*/ 103243 w 1605470"/>
              <a:gd name="connsiteY181" fmla="*/ 211375 h 6858000"/>
              <a:gd name="connsiteX182" fmla="*/ 94571 w 1605470"/>
              <a:gd name="connsiteY182" fmla="*/ 184179 h 6858000"/>
              <a:gd name="connsiteX183" fmla="*/ 13437 w 1605470"/>
              <a:gd name="connsiteY183" fmla="*/ 19287 h 6858000"/>
              <a:gd name="connsiteX184" fmla="*/ 0 w 1605470"/>
              <a:gd name="connsiteY184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62657 w 1605470"/>
              <a:gd name="connsiteY150" fmla="*/ 1663540 h 6858000"/>
              <a:gd name="connsiteX151" fmla="*/ 344412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34485 w 1605470"/>
              <a:gd name="connsiteY155" fmla="*/ 1373769 h 6858000"/>
              <a:gd name="connsiteX156" fmla="*/ 342792 w 1605470"/>
              <a:gd name="connsiteY156" fmla="*/ 1307086 h 6858000"/>
              <a:gd name="connsiteX157" fmla="*/ 343980 w 1605470"/>
              <a:gd name="connsiteY157" fmla="*/ 1189033 h 6858000"/>
              <a:gd name="connsiteX158" fmla="*/ 348665 w 1605470"/>
              <a:gd name="connsiteY158" fmla="*/ 1168288 h 6858000"/>
              <a:gd name="connsiteX159" fmla="*/ 340947 w 1605470"/>
              <a:gd name="connsiteY159" fmla="*/ 1142577 h 6858000"/>
              <a:gd name="connsiteX160" fmla="*/ 330253 w 1605470"/>
              <a:gd name="connsiteY160" fmla="*/ 1088484 h 6858000"/>
              <a:gd name="connsiteX161" fmla="*/ 318989 w 1605470"/>
              <a:gd name="connsiteY161" fmla="*/ 1016103 h 6858000"/>
              <a:gd name="connsiteX162" fmla="*/ 320445 w 1605470"/>
              <a:gd name="connsiteY162" fmla="*/ 932283 h 6858000"/>
              <a:gd name="connsiteX163" fmla="*/ 322681 w 1605470"/>
              <a:gd name="connsiteY163" fmla="*/ 915925 h 6858000"/>
              <a:gd name="connsiteX164" fmla="*/ 315310 w 1605470"/>
              <a:gd name="connsiteY164" fmla="*/ 896999 h 6858000"/>
              <a:gd name="connsiteX165" fmla="*/ 284718 w 1605470"/>
              <a:gd name="connsiteY165" fmla="*/ 821517 h 6858000"/>
              <a:gd name="connsiteX166" fmla="*/ 263668 w 1605470"/>
              <a:gd name="connsiteY166" fmla="*/ 751353 h 6858000"/>
              <a:gd name="connsiteX167" fmla="*/ 263226 w 1605470"/>
              <a:gd name="connsiteY167" fmla="*/ 721230 h 6858000"/>
              <a:gd name="connsiteX168" fmla="*/ 248897 w 1605470"/>
              <a:gd name="connsiteY168" fmla="*/ 681659 h 6858000"/>
              <a:gd name="connsiteX169" fmla="*/ 234316 w 1605470"/>
              <a:gd name="connsiteY169" fmla="*/ 635218 h 6858000"/>
              <a:gd name="connsiteX170" fmla="*/ 239327 w 1605470"/>
              <a:gd name="connsiteY170" fmla="*/ 613763 h 6858000"/>
              <a:gd name="connsiteX171" fmla="*/ 225269 w 1605470"/>
              <a:gd name="connsiteY171" fmla="*/ 598582 h 6858000"/>
              <a:gd name="connsiteX172" fmla="*/ 224950 w 1605470"/>
              <a:gd name="connsiteY172" fmla="*/ 576846 h 6858000"/>
              <a:gd name="connsiteX173" fmla="*/ 204576 w 1605470"/>
              <a:gd name="connsiteY173" fmla="*/ 530055 h 6858000"/>
              <a:gd name="connsiteX174" fmla="*/ 219064 w 1605470"/>
              <a:gd name="connsiteY174" fmla="*/ 469651 h 6858000"/>
              <a:gd name="connsiteX175" fmla="*/ 195012 w 1605470"/>
              <a:gd name="connsiteY175" fmla="*/ 448559 h 6858000"/>
              <a:gd name="connsiteX176" fmla="*/ 201434 w 1605470"/>
              <a:gd name="connsiteY176" fmla="*/ 441529 h 6858000"/>
              <a:gd name="connsiteX177" fmla="*/ 200655 w 1605470"/>
              <a:gd name="connsiteY177" fmla="*/ 428927 h 6858000"/>
              <a:gd name="connsiteX178" fmla="*/ 190059 w 1605470"/>
              <a:gd name="connsiteY178" fmla="*/ 430161 h 6858000"/>
              <a:gd name="connsiteX179" fmla="*/ 167079 w 1605470"/>
              <a:gd name="connsiteY179" fmla="*/ 367211 h 6858000"/>
              <a:gd name="connsiteX180" fmla="*/ 124571 w 1605470"/>
              <a:gd name="connsiteY180" fmla="*/ 302178 h 6858000"/>
              <a:gd name="connsiteX181" fmla="*/ 103243 w 1605470"/>
              <a:gd name="connsiteY181" fmla="*/ 211375 h 6858000"/>
              <a:gd name="connsiteX182" fmla="*/ 94571 w 1605470"/>
              <a:gd name="connsiteY182" fmla="*/ 184179 h 6858000"/>
              <a:gd name="connsiteX183" fmla="*/ 13437 w 1605470"/>
              <a:gd name="connsiteY183" fmla="*/ 19287 h 6858000"/>
              <a:gd name="connsiteX184" fmla="*/ 0 w 1605470"/>
              <a:gd name="connsiteY184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596759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62657 w 1605470"/>
              <a:gd name="connsiteY150" fmla="*/ 1663540 h 6858000"/>
              <a:gd name="connsiteX151" fmla="*/ 361783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34485 w 1605470"/>
              <a:gd name="connsiteY155" fmla="*/ 1373769 h 6858000"/>
              <a:gd name="connsiteX156" fmla="*/ 342792 w 1605470"/>
              <a:gd name="connsiteY156" fmla="*/ 1307086 h 6858000"/>
              <a:gd name="connsiteX157" fmla="*/ 343980 w 1605470"/>
              <a:gd name="connsiteY157" fmla="*/ 1189033 h 6858000"/>
              <a:gd name="connsiteX158" fmla="*/ 348665 w 1605470"/>
              <a:gd name="connsiteY158" fmla="*/ 1168288 h 6858000"/>
              <a:gd name="connsiteX159" fmla="*/ 340947 w 1605470"/>
              <a:gd name="connsiteY159" fmla="*/ 1142577 h 6858000"/>
              <a:gd name="connsiteX160" fmla="*/ 330253 w 1605470"/>
              <a:gd name="connsiteY160" fmla="*/ 1088484 h 6858000"/>
              <a:gd name="connsiteX161" fmla="*/ 318989 w 1605470"/>
              <a:gd name="connsiteY161" fmla="*/ 1016103 h 6858000"/>
              <a:gd name="connsiteX162" fmla="*/ 320445 w 1605470"/>
              <a:gd name="connsiteY162" fmla="*/ 932283 h 6858000"/>
              <a:gd name="connsiteX163" fmla="*/ 322681 w 1605470"/>
              <a:gd name="connsiteY163" fmla="*/ 915925 h 6858000"/>
              <a:gd name="connsiteX164" fmla="*/ 315310 w 1605470"/>
              <a:gd name="connsiteY164" fmla="*/ 896999 h 6858000"/>
              <a:gd name="connsiteX165" fmla="*/ 284718 w 1605470"/>
              <a:gd name="connsiteY165" fmla="*/ 821517 h 6858000"/>
              <a:gd name="connsiteX166" fmla="*/ 263668 w 1605470"/>
              <a:gd name="connsiteY166" fmla="*/ 751353 h 6858000"/>
              <a:gd name="connsiteX167" fmla="*/ 263226 w 1605470"/>
              <a:gd name="connsiteY167" fmla="*/ 721230 h 6858000"/>
              <a:gd name="connsiteX168" fmla="*/ 248897 w 1605470"/>
              <a:gd name="connsiteY168" fmla="*/ 681659 h 6858000"/>
              <a:gd name="connsiteX169" fmla="*/ 234316 w 1605470"/>
              <a:gd name="connsiteY169" fmla="*/ 635218 h 6858000"/>
              <a:gd name="connsiteX170" fmla="*/ 239327 w 1605470"/>
              <a:gd name="connsiteY170" fmla="*/ 613763 h 6858000"/>
              <a:gd name="connsiteX171" fmla="*/ 225269 w 1605470"/>
              <a:gd name="connsiteY171" fmla="*/ 598582 h 6858000"/>
              <a:gd name="connsiteX172" fmla="*/ 224950 w 1605470"/>
              <a:gd name="connsiteY172" fmla="*/ 576846 h 6858000"/>
              <a:gd name="connsiteX173" fmla="*/ 204576 w 1605470"/>
              <a:gd name="connsiteY173" fmla="*/ 530055 h 6858000"/>
              <a:gd name="connsiteX174" fmla="*/ 219064 w 1605470"/>
              <a:gd name="connsiteY174" fmla="*/ 469651 h 6858000"/>
              <a:gd name="connsiteX175" fmla="*/ 195012 w 1605470"/>
              <a:gd name="connsiteY175" fmla="*/ 448559 h 6858000"/>
              <a:gd name="connsiteX176" fmla="*/ 201434 w 1605470"/>
              <a:gd name="connsiteY176" fmla="*/ 441529 h 6858000"/>
              <a:gd name="connsiteX177" fmla="*/ 200655 w 1605470"/>
              <a:gd name="connsiteY177" fmla="*/ 428927 h 6858000"/>
              <a:gd name="connsiteX178" fmla="*/ 190059 w 1605470"/>
              <a:gd name="connsiteY178" fmla="*/ 430161 h 6858000"/>
              <a:gd name="connsiteX179" fmla="*/ 167079 w 1605470"/>
              <a:gd name="connsiteY179" fmla="*/ 367211 h 6858000"/>
              <a:gd name="connsiteX180" fmla="*/ 124571 w 1605470"/>
              <a:gd name="connsiteY180" fmla="*/ 302178 h 6858000"/>
              <a:gd name="connsiteX181" fmla="*/ 103243 w 1605470"/>
              <a:gd name="connsiteY181" fmla="*/ 211375 h 6858000"/>
              <a:gd name="connsiteX182" fmla="*/ 94571 w 1605470"/>
              <a:gd name="connsiteY182" fmla="*/ 184179 h 6858000"/>
              <a:gd name="connsiteX183" fmla="*/ 13437 w 1605470"/>
              <a:gd name="connsiteY183" fmla="*/ 19287 h 6858000"/>
              <a:gd name="connsiteX184" fmla="*/ 0 w 1605470"/>
              <a:gd name="connsiteY184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622815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25179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62657 w 1605470"/>
              <a:gd name="connsiteY150" fmla="*/ 1663540 h 6858000"/>
              <a:gd name="connsiteX151" fmla="*/ 361783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34485 w 1605470"/>
              <a:gd name="connsiteY155" fmla="*/ 1373769 h 6858000"/>
              <a:gd name="connsiteX156" fmla="*/ 342792 w 1605470"/>
              <a:gd name="connsiteY156" fmla="*/ 1307086 h 6858000"/>
              <a:gd name="connsiteX157" fmla="*/ 343980 w 1605470"/>
              <a:gd name="connsiteY157" fmla="*/ 1189033 h 6858000"/>
              <a:gd name="connsiteX158" fmla="*/ 348665 w 1605470"/>
              <a:gd name="connsiteY158" fmla="*/ 1168288 h 6858000"/>
              <a:gd name="connsiteX159" fmla="*/ 340947 w 1605470"/>
              <a:gd name="connsiteY159" fmla="*/ 1142577 h 6858000"/>
              <a:gd name="connsiteX160" fmla="*/ 330253 w 1605470"/>
              <a:gd name="connsiteY160" fmla="*/ 1088484 h 6858000"/>
              <a:gd name="connsiteX161" fmla="*/ 318989 w 1605470"/>
              <a:gd name="connsiteY161" fmla="*/ 1016103 h 6858000"/>
              <a:gd name="connsiteX162" fmla="*/ 320445 w 1605470"/>
              <a:gd name="connsiteY162" fmla="*/ 932283 h 6858000"/>
              <a:gd name="connsiteX163" fmla="*/ 322681 w 1605470"/>
              <a:gd name="connsiteY163" fmla="*/ 915925 h 6858000"/>
              <a:gd name="connsiteX164" fmla="*/ 315310 w 1605470"/>
              <a:gd name="connsiteY164" fmla="*/ 896999 h 6858000"/>
              <a:gd name="connsiteX165" fmla="*/ 284718 w 1605470"/>
              <a:gd name="connsiteY165" fmla="*/ 821517 h 6858000"/>
              <a:gd name="connsiteX166" fmla="*/ 263668 w 1605470"/>
              <a:gd name="connsiteY166" fmla="*/ 751353 h 6858000"/>
              <a:gd name="connsiteX167" fmla="*/ 263226 w 1605470"/>
              <a:gd name="connsiteY167" fmla="*/ 721230 h 6858000"/>
              <a:gd name="connsiteX168" fmla="*/ 248897 w 1605470"/>
              <a:gd name="connsiteY168" fmla="*/ 681659 h 6858000"/>
              <a:gd name="connsiteX169" fmla="*/ 234316 w 1605470"/>
              <a:gd name="connsiteY169" fmla="*/ 635218 h 6858000"/>
              <a:gd name="connsiteX170" fmla="*/ 239327 w 1605470"/>
              <a:gd name="connsiteY170" fmla="*/ 613763 h 6858000"/>
              <a:gd name="connsiteX171" fmla="*/ 225269 w 1605470"/>
              <a:gd name="connsiteY171" fmla="*/ 598582 h 6858000"/>
              <a:gd name="connsiteX172" fmla="*/ 224950 w 1605470"/>
              <a:gd name="connsiteY172" fmla="*/ 576846 h 6858000"/>
              <a:gd name="connsiteX173" fmla="*/ 204576 w 1605470"/>
              <a:gd name="connsiteY173" fmla="*/ 530055 h 6858000"/>
              <a:gd name="connsiteX174" fmla="*/ 219064 w 1605470"/>
              <a:gd name="connsiteY174" fmla="*/ 469651 h 6858000"/>
              <a:gd name="connsiteX175" fmla="*/ 195012 w 1605470"/>
              <a:gd name="connsiteY175" fmla="*/ 448559 h 6858000"/>
              <a:gd name="connsiteX176" fmla="*/ 201434 w 1605470"/>
              <a:gd name="connsiteY176" fmla="*/ 441529 h 6858000"/>
              <a:gd name="connsiteX177" fmla="*/ 200655 w 1605470"/>
              <a:gd name="connsiteY177" fmla="*/ 428927 h 6858000"/>
              <a:gd name="connsiteX178" fmla="*/ 190059 w 1605470"/>
              <a:gd name="connsiteY178" fmla="*/ 430161 h 6858000"/>
              <a:gd name="connsiteX179" fmla="*/ 167079 w 1605470"/>
              <a:gd name="connsiteY179" fmla="*/ 367211 h 6858000"/>
              <a:gd name="connsiteX180" fmla="*/ 124571 w 1605470"/>
              <a:gd name="connsiteY180" fmla="*/ 302178 h 6858000"/>
              <a:gd name="connsiteX181" fmla="*/ 103243 w 1605470"/>
              <a:gd name="connsiteY181" fmla="*/ 211375 h 6858000"/>
              <a:gd name="connsiteX182" fmla="*/ 94571 w 1605470"/>
              <a:gd name="connsiteY182" fmla="*/ 184179 h 6858000"/>
              <a:gd name="connsiteX183" fmla="*/ 13437 w 1605470"/>
              <a:gd name="connsiteY183" fmla="*/ 19287 h 6858000"/>
              <a:gd name="connsiteX184" fmla="*/ 0 w 1605470"/>
              <a:gd name="connsiteY184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622815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42550 w 1605470"/>
              <a:gd name="connsiteY134" fmla="*/ 2447068 h 6858000"/>
              <a:gd name="connsiteX135" fmla="*/ 529511 w 1605470"/>
              <a:gd name="connsiteY135" fmla="*/ 2425819 h 6858000"/>
              <a:gd name="connsiteX136" fmla="*/ 530521 w 1605470"/>
              <a:gd name="connsiteY136" fmla="*/ 2422066 h 6858000"/>
              <a:gd name="connsiteX137" fmla="*/ 528878 w 1605470"/>
              <a:gd name="connsiteY137" fmla="*/ 2408971 h 6858000"/>
              <a:gd name="connsiteX138" fmla="*/ 535510 w 1605470"/>
              <a:gd name="connsiteY138" fmla="*/ 2402874 h 6858000"/>
              <a:gd name="connsiteX139" fmla="*/ 538122 w 1605470"/>
              <a:gd name="connsiteY139" fmla="*/ 2381443 h 6858000"/>
              <a:gd name="connsiteX140" fmla="*/ 514451 w 1605470"/>
              <a:gd name="connsiteY140" fmla="*/ 2261920 h 6858000"/>
              <a:gd name="connsiteX141" fmla="*/ 486968 w 1605470"/>
              <a:gd name="connsiteY141" fmla="*/ 2182937 h 6858000"/>
              <a:gd name="connsiteX142" fmla="*/ 488555 w 1605470"/>
              <a:gd name="connsiteY142" fmla="*/ 2155135 h 6858000"/>
              <a:gd name="connsiteX143" fmla="*/ 486013 w 1605470"/>
              <a:gd name="connsiteY143" fmla="*/ 2118008 h 6858000"/>
              <a:gd name="connsiteX144" fmla="*/ 487006 w 1605470"/>
              <a:gd name="connsiteY144" fmla="*/ 2050531 h 6858000"/>
              <a:gd name="connsiteX145" fmla="*/ 478812 w 1605470"/>
              <a:gd name="connsiteY145" fmla="*/ 1963269 h 6858000"/>
              <a:gd name="connsiteX146" fmla="*/ 442619 w 1605470"/>
              <a:gd name="connsiteY146" fmla="*/ 1910499 h 6858000"/>
              <a:gd name="connsiteX147" fmla="*/ 446785 w 1605470"/>
              <a:gd name="connsiteY147" fmla="*/ 1903212 h 6858000"/>
              <a:gd name="connsiteX148" fmla="*/ 436547 w 1605470"/>
              <a:gd name="connsiteY148" fmla="*/ 1861531 h 6858000"/>
              <a:gd name="connsiteX149" fmla="*/ 390346 w 1605470"/>
              <a:gd name="connsiteY149" fmla="*/ 1732919 h 6858000"/>
              <a:gd name="connsiteX150" fmla="*/ 362657 w 1605470"/>
              <a:gd name="connsiteY150" fmla="*/ 1663540 h 6858000"/>
              <a:gd name="connsiteX151" fmla="*/ 361783 w 1605470"/>
              <a:gd name="connsiteY151" fmla="*/ 1615777 h 6858000"/>
              <a:gd name="connsiteX152" fmla="*/ 342578 w 1605470"/>
              <a:gd name="connsiteY152" fmla="*/ 1563678 h 6858000"/>
              <a:gd name="connsiteX153" fmla="*/ 355658 w 1605470"/>
              <a:gd name="connsiteY153" fmla="*/ 1519474 h 6858000"/>
              <a:gd name="connsiteX154" fmla="*/ 348400 w 1605470"/>
              <a:gd name="connsiteY154" fmla="*/ 1477995 h 6858000"/>
              <a:gd name="connsiteX155" fmla="*/ 334485 w 1605470"/>
              <a:gd name="connsiteY155" fmla="*/ 1373769 h 6858000"/>
              <a:gd name="connsiteX156" fmla="*/ 342792 w 1605470"/>
              <a:gd name="connsiteY156" fmla="*/ 1307086 h 6858000"/>
              <a:gd name="connsiteX157" fmla="*/ 343980 w 1605470"/>
              <a:gd name="connsiteY157" fmla="*/ 1189033 h 6858000"/>
              <a:gd name="connsiteX158" fmla="*/ 348665 w 1605470"/>
              <a:gd name="connsiteY158" fmla="*/ 1168288 h 6858000"/>
              <a:gd name="connsiteX159" fmla="*/ 340947 w 1605470"/>
              <a:gd name="connsiteY159" fmla="*/ 1142577 h 6858000"/>
              <a:gd name="connsiteX160" fmla="*/ 330253 w 1605470"/>
              <a:gd name="connsiteY160" fmla="*/ 1088484 h 6858000"/>
              <a:gd name="connsiteX161" fmla="*/ 318989 w 1605470"/>
              <a:gd name="connsiteY161" fmla="*/ 1016103 h 6858000"/>
              <a:gd name="connsiteX162" fmla="*/ 320445 w 1605470"/>
              <a:gd name="connsiteY162" fmla="*/ 932283 h 6858000"/>
              <a:gd name="connsiteX163" fmla="*/ 322681 w 1605470"/>
              <a:gd name="connsiteY163" fmla="*/ 915925 h 6858000"/>
              <a:gd name="connsiteX164" fmla="*/ 315310 w 1605470"/>
              <a:gd name="connsiteY164" fmla="*/ 896999 h 6858000"/>
              <a:gd name="connsiteX165" fmla="*/ 284718 w 1605470"/>
              <a:gd name="connsiteY165" fmla="*/ 821517 h 6858000"/>
              <a:gd name="connsiteX166" fmla="*/ 263668 w 1605470"/>
              <a:gd name="connsiteY166" fmla="*/ 751353 h 6858000"/>
              <a:gd name="connsiteX167" fmla="*/ 263226 w 1605470"/>
              <a:gd name="connsiteY167" fmla="*/ 721230 h 6858000"/>
              <a:gd name="connsiteX168" fmla="*/ 248897 w 1605470"/>
              <a:gd name="connsiteY168" fmla="*/ 681659 h 6858000"/>
              <a:gd name="connsiteX169" fmla="*/ 234316 w 1605470"/>
              <a:gd name="connsiteY169" fmla="*/ 635218 h 6858000"/>
              <a:gd name="connsiteX170" fmla="*/ 239327 w 1605470"/>
              <a:gd name="connsiteY170" fmla="*/ 613763 h 6858000"/>
              <a:gd name="connsiteX171" fmla="*/ 225269 w 1605470"/>
              <a:gd name="connsiteY171" fmla="*/ 598582 h 6858000"/>
              <a:gd name="connsiteX172" fmla="*/ 224950 w 1605470"/>
              <a:gd name="connsiteY172" fmla="*/ 576846 h 6858000"/>
              <a:gd name="connsiteX173" fmla="*/ 204576 w 1605470"/>
              <a:gd name="connsiteY173" fmla="*/ 530055 h 6858000"/>
              <a:gd name="connsiteX174" fmla="*/ 219064 w 1605470"/>
              <a:gd name="connsiteY174" fmla="*/ 469651 h 6858000"/>
              <a:gd name="connsiteX175" fmla="*/ 195012 w 1605470"/>
              <a:gd name="connsiteY175" fmla="*/ 448559 h 6858000"/>
              <a:gd name="connsiteX176" fmla="*/ 201434 w 1605470"/>
              <a:gd name="connsiteY176" fmla="*/ 441529 h 6858000"/>
              <a:gd name="connsiteX177" fmla="*/ 200655 w 1605470"/>
              <a:gd name="connsiteY177" fmla="*/ 428927 h 6858000"/>
              <a:gd name="connsiteX178" fmla="*/ 190059 w 1605470"/>
              <a:gd name="connsiteY178" fmla="*/ 430161 h 6858000"/>
              <a:gd name="connsiteX179" fmla="*/ 167079 w 1605470"/>
              <a:gd name="connsiteY179" fmla="*/ 367211 h 6858000"/>
              <a:gd name="connsiteX180" fmla="*/ 124571 w 1605470"/>
              <a:gd name="connsiteY180" fmla="*/ 302178 h 6858000"/>
              <a:gd name="connsiteX181" fmla="*/ 103243 w 1605470"/>
              <a:gd name="connsiteY181" fmla="*/ 211375 h 6858000"/>
              <a:gd name="connsiteX182" fmla="*/ 94571 w 1605470"/>
              <a:gd name="connsiteY182" fmla="*/ 184179 h 6858000"/>
              <a:gd name="connsiteX183" fmla="*/ 13437 w 1605470"/>
              <a:gd name="connsiteY183" fmla="*/ 19287 h 6858000"/>
              <a:gd name="connsiteX184" fmla="*/ 0 w 1605470"/>
              <a:gd name="connsiteY184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622815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42550 w 1605470"/>
              <a:gd name="connsiteY134" fmla="*/ 2447068 h 6858000"/>
              <a:gd name="connsiteX135" fmla="*/ 529511 w 1605470"/>
              <a:gd name="connsiteY135" fmla="*/ 2425819 h 6858000"/>
              <a:gd name="connsiteX136" fmla="*/ 528878 w 1605470"/>
              <a:gd name="connsiteY136" fmla="*/ 2408971 h 6858000"/>
              <a:gd name="connsiteX137" fmla="*/ 535510 w 1605470"/>
              <a:gd name="connsiteY137" fmla="*/ 2402874 h 6858000"/>
              <a:gd name="connsiteX138" fmla="*/ 538122 w 1605470"/>
              <a:gd name="connsiteY138" fmla="*/ 2381443 h 6858000"/>
              <a:gd name="connsiteX139" fmla="*/ 514451 w 1605470"/>
              <a:gd name="connsiteY139" fmla="*/ 2261920 h 6858000"/>
              <a:gd name="connsiteX140" fmla="*/ 486968 w 1605470"/>
              <a:gd name="connsiteY140" fmla="*/ 2182937 h 6858000"/>
              <a:gd name="connsiteX141" fmla="*/ 488555 w 1605470"/>
              <a:gd name="connsiteY141" fmla="*/ 2155135 h 6858000"/>
              <a:gd name="connsiteX142" fmla="*/ 486013 w 1605470"/>
              <a:gd name="connsiteY142" fmla="*/ 2118008 h 6858000"/>
              <a:gd name="connsiteX143" fmla="*/ 487006 w 1605470"/>
              <a:gd name="connsiteY143" fmla="*/ 2050531 h 6858000"/>
              <a:gd name="connsiteX144" fmla="*/ 478812 w 1605470"/>
              <a:gd name="connsiteY144" fmla="*/ 1963269 h 6858000"/>
              <a:gd name="connsiteX145" fmla="*/ 442619 w 1605470"/>
              <a:gd name="connsiteY145" fmla="*/ 1910499 h 6858000"/>
              <a:gd name="connsiteX146" fmla="*/ 446785 w 1605470"/>
              <a:gd name="connsiteY146" fmla="*/ 1903212 h 6858000"/>
              <a:gd name="connsiteX147" fmla="*/ 436547 w 1605470"/>
              <a:gd name="connsiteY147" fmla="*/ 1861531 h 6858000"/>
              <a:gd name="connsiteX148" fmla="*/ 390346 w 1605470"/>
              <a:gd name="connsiteY148" fmla="*/ 1732919 h 6858000"/>
              <a:gd name="connsiteX149" fmla="*/ 362657 w 1605470"/>
              <a:gd name="connsiteY149" fmla="*/ 1663540 h 6858000"/>
              <a:gd name="connsiteX150" fmla="*/ 361783 w 1605470"/>
              <a:gd name="connsiteY150" fmla="*/ 1615777 h 6858000"/>
              <a:gd name="connsiteX151" fmla="*/ 342578 w 1605470"/>
              <a:gd name="connsiteY151" fmla="*/ 1563678 h 6858000"/>
              <a:gd name="connsiteX152" fmla="*/ 355658 w 1605470"/>
              <a:gd name="connsiteY152" fmla="*/ 1519474 h 6858000"/>
              <a:gd name="connsiteX153" fmla="*/ 348400 w 1605470"/>
              <a:gd name="connsiteY153" fmla="*/ 1477995 h 6858000"/>
              <a:gd name="connsiteX154" fmla="*/ 334485 w 1605470"/>
              <a:gd name="connsiteY154" fmla="*/ 1373769 h 6858000"/>
              <a:gd name="connsiteX155" fmla="*/ 342792 w 1605470"/>
              <a:gd name="connsiteY155" fmla="*/ 1307086 h 6858000"/>
              <a:gd name="connsiteX156" fmla="*/ 343980 w 1605470"/>
              <a:gd name="connsiteY156" fmla="*/ 1189033 h 6858000"/>
              <a:gd name="connsiteX157" fmla="*/ 348665 w 1605470"/>
              <a:gd name="connsiteY157" fmla="*/ 1168288 h 6858000"/>
              <a:gd name="connsiteX158" fmla="*/ 340947 w 1605470"/>
              <a:gd name="connsiteY158" fmla="*/ 1142577 h 6858000"/>
              <a:gd name="connsiteX159" fmla="*/ 330253 w 1605470"/>
              <a:gd name="connsiteY159" fmla="*/ 1088484 h 6858000"/>
              <a:gd name="connsiteX160" fmla="*/ 318989 w 1605470"/>
              <a:gd name="connsiteY160" fmla="*/ 1016103 h 6858000"/>
              <a:gd name="connsiteX161" fmla="*/ 320445 w 1605470"/>
              <a:gd name="connsiteY161" fmla="*/ 932283 h 6858000"/>
              <a:gd name="connsiteX162" fmla="*/ 322681 w 1605470"/>
              <a:gd name="connsiteY162" fmla="*/ 915925 h 6858000"/>
              <a:gd name="connsiteX163" fmla="*/ 315310 w 1605470"/>
              <a:gd name="connsiteY163" fmla="*/ 896999 h 6858000"/>
              <a:gd name="connsiteX164" fmla="*/ 284718 w 1605470"/>
              <a:gd name="connsiteY164" fmla="*/ 821517 h 6858000"/>
              <a:gd name="connsiteX165" fmla="*/ 263668 w 1605470"/>
              <a:gd name="connsiteY165" fmla="*/ 751353 h 6858000"/>
              <a:gd name="connsiteX166" fmla="*/ 263226 w 1605470"/>
              <a:gd name="connsiteY166" fmla="*/ 721230 h 6858000"/>
              <a:gd name="connsiteX167" fmla="*/ 248897 w 1605470"/>
              <a:gd name="connsiteY167" fmla="*/ 681659 h 6858000"/>
              <a:gd name="connsiteX168" fmla="*/ 234316 w 1605470"/>
              <a:gd name="connsiteY168" fmla="*/ 635218 h 6858000"/>
              <a:gd name="connsiteX169" fmla="*/ 239327 w 1605470"/>
              <a:gd name="connsiteY169" fmla="*/ 613763 h 6858000"/>
              <a:gd name="connsiteX170" fmla="*/ 225269 w 1605470"/>
              <a:gd name="connsiteY170" fmla="*/ 598582 h 6858000"/>
              <a:gd name="connsiteX171" fmla="*/ 224950 w 1605470"/>
              <a:gd name="connsiteY171" fmla="*/ 576846 h 6858000"/>
              <a:gd name="connsiteX172" fmla="*/ 204576 w 1605470"/>
              <a:gd name="connsiteY172" fmla="*/ 530055 h 6858000"/>
              <a:gd name="connsiteX173" fmla="*/ 219064 w 1605470"/>
              <a:gd name="connsiteY173" fmla="*/ 469651 h 6858000"/>
              <a:gd name="connsiteX174" fmla="*/ 195012 w 1605470"/>
              <a:gd name="connsiteY174" fmla="*/ 448559 h 6858000"/>
              <a:gd name="connsiteX175" fmla="*/ 201434 w 1605470"/>
              <a:gd name="connsiteY175" fmla="*/ 441529 h 6858000"/>
              <a:gd name="connsiteX176" fmla="*/ 200655 w 1605470"/>
              <a:gd name="connsiteY176" fmla="*/ 428927 h 6858000"/>
              <a:gd name="connsiteX177" fmla="*/ 190059 w 1605470"/>
              <a:gd name="connsiteY177" fmla="*/ 430161 h 6858000"/>
              <a:gd name="connsiteX178" fmla="*/ 167079 w 1605470"/>
              <a:gd name="connsiteY178" fmla="*/ 367211 h 6858000"/>
              <a:gd name="connsiteX179" fmla="*/ 124571 w 1605470"/>
              <a:gd name="connsiteY179" fmla="*/ 302178 h 6858000"/>
              <a:gd name="connsiteX180" fmla="*/ 103243 w 1605470"/>
              <a:gd name="connsiteY180" fmla="*/ 211375 h 6858000"/>
              <a:gd name="connsiteX181" fmla="*/ 94571 w 1605470"/>
              <a:gd name="connsiteY181" fmla="*/ 184179 h 6858000"/>
              <a:gd name="connsiteX182" fmla="*/ 13437 w 1605470"/>
              <a:gd name="connsiteY182" fmla="*/ 19287 h 6858000"/>
              <a:gd name="connsiteX183" fmla="*/ 0 w 1605470"/>
              <a:gd name="connsiteY183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1317 w 1605470"/>
              <a:gd name="connsiteY79" fmla="*/ 4346145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622815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42550 w 1605470"/>
              <a:gd name="connsiteY134" fmla="*/ 2447068 h 6858000"/>
              <a:gd name="connsiteX135" fmla="*/ 529511 w 1605470"/>
              <a:gd name="connsiteY135" fmla="*/ 2425819 h 6858000"/>
              <a:gd name="connsiteX136" fmla="*/ 528878 w 1605470"/>
              <a:gd name="connsiteY136" fmla="*/ 2408971 h 6858000"/>
              <a:gd name="connsiteX137" fmla="*/ 535510 w 1605470"/>
              <a:gd name="connsiteY137" fmla="*/ 2402874 h 6858000"/>
              <a:gd name="connsiteX138" fmla="*/ 538122 w 1605470"/>
              <a:gd name="connsiteY138" fmla="*/ 2381443 h 6858000"/>
              <a:gd name="connsiteX139" fmla="*/ 514451 w 1605470"/>
              <a:gd name="connsiteY139" fmla="*/ 2261920 h 6858000"/>
              <a:gd name="connsiteX140" fmla="*/ 486968 w 1605470"/>
              <a:gd name="connsiteY140" fmla="*/ 2182937 h 6858000"/>
              <a:gd name="connsiteX141" fmla="*/ 488555 w 1605470"/>
              <a:gd name="connsiteY141" fmla="*/ 2155135 h 6858000"/>
              <a:gd name="connsiteX142" fmla="*/ 486013 w 1605470"/>
              <a:gd name="connsiteY142" fmla="*/ 2118008 h 6858000"/>
              <a:gd name="connsiteX143" fmla="*/ 487006 w 1605470"/>
              <a:gd name="connsiteY143" fmla="*/ 2050531 h 6858000"/>
              <a:gd name="connsiteX144" fmla="*/ 478812 w 1605470"/>
              <a:gd name="connsiteY144" fmla="*/ 1963269 h 6858000"/>
              <a:gd name="connsiteX145" fmla="*/ 442619 w 1605470"/>
              <a:gd name="connsiteY145" fmla="*/ 1910499 h 6858000"/>
              <a:gd name="connsiteX146" fmla="*/ 446785 w 1605470"/>
              <a:gd name="connsiteY146" fmla="*/ 1903212 h 6858000"/>
              <a:gd name="connsiteX147" fmla="*/ 436547 w 1605470"/>
              <a:gd name="connsiteY147" fmla="*/ 1861531 h 6858000"/>
              <a:gd name="connsiteX148" fmla="*/ 390346 w 1605470"/>
              <a:gd name="connsiteY148" fmla="*/ 1732919 h 6858000"/>
              <a:gd name="connsiteX149" fmla="*/ 362657 w 1605470"/>
              <a:gd name="connsiteY149" fmla="*/ 1663540 h 6858000"/>
              <a:gd name="connsiteX150" fmla="*/ 361783 w 1605470"/>
              <a:gd name="connsiteY150" fmla="*/ 1615777 h 6858000"/>
              <a:gd name="connsiteX151" fmla="*/ 342578 w 1605470"/>
              <a:gd name="connsiteY151" fmla="*/ 1563678 h 6858000"/>
              <a:gd name="connsiteX152" fmla="*/ 355658 w 1605470"/>
              <a:gd name="connsiteY152" fmla="*/ 1519474 h 6858000"/>
              <a:gd name="connsiteX153" fmla="*/ 348400 w 1605470"/>
              <a:gd name="connsiteY153" fmla="*/ 1477995 h 6858000"/>
              <a:gd name="connsiteX154" fmla="*/ 334485 w 1605470"/>
              <a:gd name="connsiteY154" fmla="*/ 1373769 h 6858000"/>
              <a:gd name="connsiteX155" fmla="*/ 342792 w 1605470"/>
              <a:gd name="connsiteY155" fmla="*/ 1307086 h 6858000"/>
              <a:gd name="connsiteX156" fmla="*/ 343980 w 1605470"/>
              <a:gd name="connsiteY156" fmla="*/ 1189033 h 6858000"/>
              <a:gd name="connsiteX157" fmla="*/ 348665 w 1605470"/>
              <a:gd name="connsiteY157" fmla="*/ 1168288 h 6858000"/>
              <a:gd name="connsiteX158" fmla="*/ 340947 w 1605470"/>
              <a:gd name="connsiteY158" fmla="*/ 1142577 h 6858000"/>
              <a:gd name="connsiteX159" fmla="*/ 330253 w 1605470"/>
              <a:gd name="connsiteY159" fmla="*/ 1088484 h 6858000"/>
              <a:gd name="connsiteX160" fmla="*/ 318989 w 1605470"/>
              <a:gd name="connsiteY160" fmla="*/ 1016103 h 6858000"/>
              <a:gd name="connsiteX161" fmla="*/ 320445 w 1605470"/>
              <a:gd name="connsiteY161" fmla="*/ 932283 h 6858000"/>
              <a:gd name="connsiteX162" fmla="*/ 322681 w 1605470"/>
              <a:gd name="connsiteY162" fmla="*/ 915925 h 6858000"/>
              <a:gd name="connsiteX163" fmla="*/ 315310 w 1605470"/>
              <a:gd name="connsiteY163" fmla="*/ 896999 h 6858000"/>
              <a:gd name="connsiteX164" fmla="*/ 284718 w 1605470"/>
              <a:gd name="connsiteY164" fmla="*/ 821517 h 6858000"/>
              <a:gd name="connsiteX165" fmla="*/ 263668 w 1605470"/>
              <a:gd name="connsiteY165" fmla="*/ 751353 h 6858000"/>
              <a:gd name="connsiteX166" fmla="*/ 263226 w 1605470"/>
              <a:gd name="connsiteY166" fmla="*/ 721230 h 6858000"/>
              <a:gd name="connsiteX167" fmla="*/ 248897 w 1605470"/>
              <a:gd name="connsiteY167" fmla="*/ 681659 h 6858000"/>
              <a:gd name="connsiteX168" fmla="*/ 234316 w 1605470"/>
              <a:gd name="connsiteY168" fmla="*/ 635218 h 6858000"/>
              <a:gd name="connsiteX169" fmla="*/ 239327 w 1605470"/>
              <a:gd name="connsiteY169" fmla="*/ 613763 h 6858000"/>
              <a:gd name="connsiteX170" fmla="*/ 225269 w 1605470"/>
              <a:gd name="connsiteY170" fmla="*/ 598582 h 6858000"/>
              <a:gd name="connsiteX171" fmla="*/ 224950 w 1605470"/>
              <a:gd name="connsiteY171" fmla="*/ 576846 h 6858000"/>
              <a:gd name="connsiteX172" fmla="*/ 204576 w 1605470"/>
              <a:gd name="connsiteY172" fmla="*/ 530055 h 6858000"/>
              <a:gd name="connsiteX173" fmla="*/ 219064 w 1605470"/>
              <a:gd name="connsiteY173" fmla="*/ 469651 h 6858000"/>
              <a:gd name="connsiteX174" fmla="*/ 195012 w 1605470"/>
              <a:gd name="connsiteY174" fmla="*/ 448559 h 6858000"/>
              <a:gd name="connsiteX175" fmla="*/ 201434 w 1605470"/>
              <a:gd name="connsiteY175" fmla="*/ 441529 h 6858000"/>
              <a:gd name="connsiteX176" fmla="*/ 200655 w 1605470"/>
              <a:gd name="connsiteY176" fmla="*/ 428927 h 6858000"/>
              <a:gd name="connsiteX177" fmla="*/ 190059 w 1605470"/>
              <a:gd name="connsiteY177" fmla="*/ 430161 h 6858000"/>
              <a:gd name="connsiteX178" fmla="*/ 167079 w 1605470"/>
              <a:gd name="connsiteY178" fmla="*/ 367211 h 6858000"/>
              <a:gd name="connsiteX179" fmla="*/ 124571 w 1605470"/>
              <a:gd name="connsiteY179" fmla="*/ 302178 h 6858000"/>
              <a:gd name="connsiteX180" fmla="*/ 103243 w 1605470"/>
              <a:gd name="connsiteY180" fmla="*/ 211375 h 6858000"/>
              <a:gd name="connsiteX181" fmla="*/ 94571 w 1605470"/>
              <a:gd name="connsiteY181" fmla="*/ 184179 h 6858000"/>
              <a:gd name="connsiteX182" fmla="*/ 13437 w 1605470"/>
              <a:gd name="connsiteY182" fmla="*/ 19287 h 6858000"/>
              <a:gd name="connsiteX183" fmla="*/ 0 w 1605470"/>
              <a:gd name="connsiteY183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5660 w 1605470"/>
              <a:gd name="connsiteY79" fmla="*/ 4308823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622815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42550 w 1605470"/>
              <a:gd name="connsiteY134" fmla="*/ 2447068 h 6858000"/>
              <a:gd name="connsiteX135" fmla="*/ 529511 w 1605470"/>
              <a:gd name="connsiteY135" fmla="*/ 2425819 h 6858000"/>
              <a:gd name="connsiteX136" fmla="*/ 528878 w 1605470"/>
              <a:gd name="connsiteY136" fmla="*/ 2408971 h 6858000"/>
              <a:gd name="connsiteX137" fmla="*/ 535510 w 1605470"/>
              <a:gd name="connsiteY137" fmla="*/ 2402874 h 6858000"/>
              <a:gd name="connsiteX138" fmla="*/ 538122 w 1605470"/>
              <a:gd name="connsiteY138" fmla="*/ 2381443 h 6858000"/>
              <a:gd name="connsiteX139" fmla="*/ 514451 w 1605470"/>
              <a:gd name="connsiteY139" fmla="*/ 2261920 h 6858000"/>
              <a:gd name="connsiteX140" fmla="*/ 486968 w 1605470"/>
              <a:gd name="connsiteY140" fmla="*/ 2182937 h 6858000"/>
              <a:gd name="connsiteX141" fmla="*/ 488555 w 1605470"/>
              <a:gd name="connsiteY141" fmla="*/ 2155135 h 6858000"/>
              <a:gd name="connsiteX142" fmla="*/ 486013 w 1605470"/>
              <a:gd name="connsiteY142" fmla="*/ 2118008 h 6858000"/>
              <a:gd name="connsiteX143" fmla="*/ 487006 w 1605470"/>
              <a:gd name="connsiteY143" fmla="*/ 2050531 h 6858000"/>
              <a:gd name="connsiteX144" fmla="*/ 478812 w 1605470"/>
              <a:gd name="connsiteY144" fmla="*/ 1963269 h 6858000"/>
              <a:gd name="connsiteX145" fmla="*/ 442619 w 1605470"/>
              <a:gd name="connsiteY145" fmla="*/ 1910499 h 6858000"/>
              <a:gd name="connsiteX146" fmla="*/ 446785 w 1605470"/>
              <a:gd name="connsiteY146" fmla="*/ 1903212 h 6858000"/>
              <a:gd name="connsiteX147" fmla="*/ 436547 w 1605470"/>
              <a:gd name="connsiteY147" fmla="*/ 1861531 h 6858000"/>
              <a:gd name="connsiteX148" fmla="*/ 390346 w 1605470"/>
              <a:gd name="connsiteY148" fmla="*/ 1732919 h 6858000"/>
              <a:gd name="connsiteX149" fmla="*/ 362657 w 1605470"/>
              <a:gd name="connsiteY149" fmla="*/ 1663540 h 6858000"/>
              <a:gd name="connsiteX150" fmla="*/ 361783 w 1605470"/>
              <a:gd name="connsiteY150" fmla="*/ 1615777 h 6858000"/>
              <a:gd name="connsiteX151" fmla="*/ 342578 w 1605470"/>
              <a:gd name="connsiteY151" fmla="*/ 1563678 h 6858000"/>
              <a:gd name="connsiteX152" fmla="*/ 355658 w 1605470"/>
              <a:gd name="connsiteY152" fmla="*/ 1519474 h 6858000"/>
              <a:gd name="connsiteX153" fmla="*/ 348400 w 1605470"/>
              <a:gd name="connsiteY153" fmla="*/ 1477995 h 6858000"/>
              <a:gd name="connsiteX154" fmla="*/ 334485 w 1605470"/>
              <a:gd name="connsiteY154" fmla="*/ 1373769 h 6858000"/>
              <a:gd name="connsiteX155" fmla="*/ 342792 w 1605470"/>
              <a:gd name="connsiteY155" fmla="*/ 1307086 h 6858000"/>
              <a:gd name="connsiteX156" fmla="*/ 343980 w 1605470"/>
              <a:gd name="connsiteY156" fmla="*/ 1189033 h 6858000"/>
              <a:gd name="connsiteX157" fmla="*/ 348665 w 1605470"/>
              <a:gd name="connsiteY157" fmla="*/ 1168288 h 6858000"/>
              <a:gd name="connsiteX158" fmla="*/ 340947 w 1605470"/>
              <a:gd name="connsiteY158" fmla="*/ 1142577 h 6858000"/>
              <a:gd name="connsiteX159" fmla="*/ 330253 w 1605470"/>
              <a:gd name="connsiteY159" fmla="*/ 1088484 h 6858000"/>
              <a:gd name="connsiteX160" fmla="*/ 318989 w 1605470"/>
              <a:gd name="connsiteY160" fmla="*/ 1016103 h 6858000"/>
              <a:gd name="connsiteX161" fmla="*/ 320445 w 1605470"/>
              <a:gd name="connsiteY161" fmla="*/ 932283 h 6858000"/>
              <a:gd name="connsiteX162" fmla="*/ 322681 w 1605470"/>
              <a:gd name="connsiteY162" fmla="*/ 915925 h 6858000"/>
              <a:gd name="connsiteX163" fmla="*/ 315310 w 1605470"/>
              <a:gd name="connsiteY163" fmla="*/ 896999 h 6858000"/>
              <a:gd name="connsiteX164" fmla="*/ 284718 w 1605470"/>
              <a:gd name="connsiteY164" fmla="*/ 821517 h 6858000"/>
              <a:gd name="connsiteX165" fmla="*/ 263668 w 1605470"/>
              <a:gd name="connsiteY165" fmla="*/ 751353 h 6858000"/>
              <a:gd name="connsiteX166" fmla="*/ 263226 w 1605470"/>
              <a:gd name="connsiteY166" fmla="*/ 721230 h 6858000"/>
              <a:gd name="connsiteX167" fmla="*/ 248897 w 1605470"/>
              <a:gd name="connsiteY167" fmla="*/ 681659 h 6858000"/>
              <a:gd name="connsiteX168" fmla="*/ 234316 w 1605470"/>
              <a:gd name="connsiteY168" fmla="*/ 635218 h 6858000"/>
              <a:gd name="connsiteX169" fmla="*/ 239327 w 1605470"/>
              <a:gd name="connsiteY169" fmla="*/ 613763 h 6858000"/>
              <a:gd name="connsiteX170" fmla="*/ 225269 w 1605470"/>
              <a:gd name="connsiteY170" fmla="*/ 598582 h 6858000"/>
              <a:gd name="connsiteX171" fmla="*/ 224950 w 1605470"/>
              <a:gd name="connsiteY171" fmla="*/ 576846 h 6858000"/>
              <a:gd name="connsiteX172" fmla="*/ 204576 w 1605470"/>
              <a:gd name="connsiteY172" fmla="*/ 530055 h 6858000"/>
              <a:gd name="connsiteX173" fmla="*/ 219064 w 1605470"/>
              <a:gd name="connsiteY173" fmla="*/ 469651 h 6858000"/>
              <a:gd name="connsiteX174" fmla="*/ 195012 w 1605470"/>
              <a:gd name="connsiteY174" fmla="*/ 448559 h 6858000"/>
              <a:gd name="connsiteX175" fmla="*/ 201434 w 1605470"/>
              <a:gd name="connsiteY175" fmla="*/ 441529 h 6858000"/>
              <a:gd name="connsiteX176" fmla="*/ 200655 w 1605470"/>
              <a:gd name="connsiteY176" fmla="*/ 428927 h 6858000"/>
              <a:gd name="connsiteX177" fmla="*/ 190059 w 1605470"/>
              <a:gd name="connsiteY177" fmla="*/ 430161 h 6858000"/>
              <a:gd name="connsiteX178" fmla="*/ 167079 w 1605470"/>
              <a:gd name="connsiteY178" fmla="*/ 367211 h 6858000"/>
              <a:gd name="connsiteX179" fmla="*/ 124571 w 1605470"/>
              <a:gd name="connsiteY179" fmla="*/ 302178 h 6858000"/>
              <a:gd name="connsiteX180" fmla="*/ 103243 w 1605470"/>
              <a:gd name="connsiteY180" fmla="*/ 211375 h 6858000"/>
              <a:gd name="connsiteX181" fmla="*/ 94571 w 1605470"/>
              <a:gd name="connsiteY181" fmla="*/ 184179 h 6858000"/>
              <a:gd name="connsiteX182" fmla="*/ 13437 w 1605470"/>
              <a:gd name="connsiteY182" fmla="*/ 19287 h 6858000"/>
              <a:gd name="connsiteX183" fmla="*/ 0 w 1605470"/>
              <a:gd name="connsiteY183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5660 w 1605470"/>
              <a:gd name="connsiteY79" fmla="*/ 4308823 h 6858000"/>
              <a:gd name="connsiteX80" fmla="*/ 715481 w 1605470"/>
              <a:gd name="connsiteY80" fmla="*/ 4214165 h 6858000"/>
              <a:gd name="connsiteX81" fmla="*/ 721848 w 1605470"/>
              <a:gd name="connsiteY81" fmla="*/ 4061253 h 6858000"/>
              <a:gd name="connsiteX82" fmla="*/ 710868 w 1605470"/>
              <a:gd name="connsiteY82" fmla="*/ 4048827 h 6858000"/>
              <a:gd name="connsiteX83" fmla="*/ 704810 w 1605470"/>
              <a:gd name="connsiteY83" fmla="*/ 4033999 h 6858000"/>
              <a:gd name="connsiteX84" fmla="*/ 705959 w 1605470"/>
              <a:gd name="connsiteY84" fmla="*/ 4031933 h 6858000"/>
              <a:gd name="connsiteX85" fmla="*/ 704535 w 1605470"/>
              <a:gd name="connsiteY85" fmla="*/ 4013953 h 6858000"/>
              <a:gd name="connsiteX86" fmla="*/ 700443 w 1605470"/>
              <a:gd name="connsiteY86" fmla="*/ 4010511 h 6858000"/>
              <a:gd name="connsiteX87" fmla="*/ 698282 w 1605470"/>
              <a:gd name="connsiteY87" fmla="*/ 3998331 h 6858000"/>
              <a:gd name="connsiteX88" fmla="*/ 690830 w 1605470"/>
              <a:gd name="connsiteY88" fmla="*/ 3974753 h 6858000"/>
              <a:gd name="connsiteX89" fmla="*/ 692428 w 1605470"/>
              <a:gd name="connsiteY89" fmla="*/ 3969950 h 6858000"/>
              <a:gd name="connsiteX90" fmla="*/ 685850 w 1605470"/>
              <a:gd name="connsiteY90" fmla="*/ 3933779 h 6858000"/>
              <a:gd name="connsiteX91" fmla="*/ 687181 w 1605470"/>
              <a:gd name="connsiteY91" fmla="*/ 3933093 h 6858000"/>
              <a:gd name="connsiteX92" fmla="*/ 691535 w 1605470"/>
              <a:gd name="connsiteY92" fmla="*/ 3922082 h 6858000"/>
              <a:gd name="connsiteX93" fmla="*/ 696613 w 1605470"/>
              <a:gd name="connsiteY93" fmla="*/ 3901461 h 6858000"/>
              <a:gd name="connsiteX94" fmla="*/ 725908 w 1605470"/>
              <a:gd name="connsiteY94" fmla="*/ 3851605 h 6858000"/>
              <a:gd name="connsiteX95" fmla="*/ 719207 w 1605470"/>
              <a:gd name="connsiteY95" fmla="*/ 3813873 h 6858000"/>
              <a:gd name="connsiteX96" fmla="*/ 718632 w 1605470"/>
              <a:gd name="connsiteY96" fmla="*/ 3806161 h 6858000"/>
              <a:gd name="connsiteX97" fmla="*/ 718939 w 1605470"/>
              <a:gd name="connsiteY97" fmla="*/ 3805957 h 6858000"/>
              <a:gd name="connsiteX98" fmla="*/ 718966 w 1605470"/>
              <a:gd name="connsiteY98" fmla="*/ 3797724 h 6858000"/>
              <a:gd name="connsiteX99" fmla="*/ 717581 w 1605470"/>
              <a:gd name="connsiteY99" fmla="*/ 3792098 h 6858000"/>
              <a:gd name="connsiteX100" fmla="*/ 716465 w 1605470"/>
              <a:gd name="connsiteY100" fmla="*/ 3777135 h 6858000"/>
              <a:gd name="connsiteX101" fmla="*/ 718198 w 1605470"/>
              <a:gd name="connsiteY101" fmla="*/ 3771656 h 6858000"/>
              <a:gd name="connsiteX102" fmla="*/ 721941 w 1605470"/>
              <a:gd name="connsiteY102" fmla="*/ 3769007 h 6858000"/>
              <a:gd name="connsiteX103" fmla="*/ 721407 w 1605470"/>
              <a:gd name="connsiteY103" fmla="*/ 3767709 h 6858000"/>
              <a:gd name="connsiteX104" fmla="*/ 730103 w 1605470"/>
              <a:gd name="connsiteY104" fmla="*/ 3738082 h 6858000"/>
              <a:gd name="connsiteX105" fmla="*/ 737449 w 1605470"/>
              <a:gd name="connsiteY105" fmla="*/ 3673397 h 6858000"/>
              <a:gd name="connsiteX106" fmla="*/ 736745 w 1605470"/>
              <a:gd name="connsiteY106" fmla="*/ 3637109 h 6858000"/>
              <a:gd name="connsiteX107" fmla="*/ 740188 w 1605470"/>
              <a:gd name="connsiteY107" fmla="*/ 3536883 h 6858000"/>
              <a:gd name="connsiteX108" fmla="*/ 747726 w 1605470"/>
              <a:gd name="connsiteY108" fmla="*/ 3435652 h 6858000"/>
              <a:gd name="connsiteX109" fmla="*/ 774383 w 1605470"/>
              <a:gd name="connsiteY109" fmla="*/ 3381564 h 6858000"/>
              <a:gd name="connsiteX110" fmla="*/ 774870 w 1605470"/>
              <a:gd name="connsiteY110" fmla="*/ 3375761 h 6858000"/>
              <a:gd name="connsiteX111" fmla="*/ 770510 w 1605470"/>
              <a:gd name="connsiteY111" fmla="*/ 3361844 h 6858000"/>
              <a:gd name="connsiteX112" fmla="*/ 767933 w 1605470"/>
              <a:gd name="connsiteY112" fmla="*/ 3356929 h 6858000"/>
              <a:gd name="connsiteX113" fmla="*/ 766158 w 1605470"/>
              <a:gd name="connsiteY113" fmla="*/ 3349058 h 6858000"/>
              <a:gd name="connsiteX114" fmla="*/ 766414 w 1605470"/>
              <a:gd name="connsiteY114" fmla="*/ 3348763 h 6858000"/>
              <a:gd name="connsiteX115" fmla="*/ 764166 w 1605470"/>
              <a:gd name="connsiteY115" fmla="*/ 3341588 h 6858000"/>
              <a:gd name="connsiteX116" fmla="*/ 749397 w 1605470"/>
              <a:gd name="connsiteY116" fmla="*/ 3307769 h 6858000"/>
              <a:gd name="connsiteX117" fmla="*/ 766960 w 1605470"/>
              <a:gd name="connsiteY117" fmla="*/ 3250522 h 6858000"/>
              <a:gd name="connsiteX118" fmla="*/ 767385 w 1605470"/>
              <a:gd name="connsiteY118" fmla="*/ 3229163 h 6858000"/>
              <a:gd name="connsiteX119" fmla="*/ 769208 w 1605470"/>
              <a:gd name="connsiteY119" fmla="*/ 3217217 h 6858000"/>
              <a:gd name="connsiteX120" fmla="*/ 770350 w 1605470"/>
              <a:gd name="connsiteY120" fmla="*/ 3216125 h 6858000"/>
              <a:gd name="connsiteX121" fmla="*/ 756043 w 1605470"/>
              <a:gd name="connsiteY121" fmla="*/ 3183755 h 6858000"/>
              <a:gd name="connsiteX122" fmla="*/ 756544 w 1605470"/>
              <a:gd name="connsiteY122" fmla="*/ 3178642 h 6858000"/>
              <a:gd name="connsiteX123" fmla="*/ 744144 w 1605470"/>
              <a:gd name="connsiteY123" fmla="*/ 3158586 h 6858000"/>
              <a:gd name="connsiteX124" fmla="*/ 739378 w 1605470"/>
              <a:gd name="connsiteY124" fmla="*/ 3147669 h 6858000"/>
              <a:gd name="connsiteX125" fmla="*/ 734648 w 1605470"/>
              <a:gd name="connsiteY125" fmla="*/ 3145733 h 6858000"/>
              <a:gd name="connsiteX126" fmla="*/ 729329 w 1605470"/>
              <a:gd name="connsiteY126" fmla="*/ 3129034 h 6858000"/>
              <a:gd name="connsiteX127" fmla="*/ 729994 w 1605470"/>
              <a:gd name="connsiteY127" fmla="*/ 3126682 h 6858000"/>
              <a:gd name="connsiteX128" fmla="*/ 720862 w 1605470"/>
              <a:gd name="connsiteY128" fmla="*/ 3114519 h 6858000"/>
              <a:gd name="connsiteX129" fmla="*/ 707471 w 1605470"/>
              <a:gd name="connsiteY129" fmla="*/ 3106272 h 6858000"/>
              <a:gd name="connsiteX130" fmla="*/ 680201 w 1605470"/>
              <a:gd name="connsiteY130" fmla="*/ 2958185 h 6858000"/>
              <a:gd name="connsiteX131" fmla="*/ 622815 w 1605470"/>
              <a:gd name="connsiteY131" fmla="*/ 2762989 h 6858000"/>
              <a:gd name="connsiteX132" fmla="*/ 571733 w 1605470"/>
              <a:gd name="connsiteY132" fmla="*/ 2554718 h 6858000"/>
              <a:gd name="connsiteX133" fmla="*/ 551827 w 1605470"/>
              <a:gd name="connsiteY133" fmla="*/ 2485734 h 6858000"/>
              <a:gd name="connsiteX134" fmla="*/ 542550 w 1605470"/>
              <a:gd name="connsiteY134" fmla="*/ 2447068 h 6858000"/>
              <a:gd name="connsiteX135" fmla="*/ 529511 w 1605470"/>
              <a:gd name="connsiteY135" fmla="*/ 2425819 h 6858000"/>
              <a:gd name="connsiteX136" fmla="*/ 528878 w 1605470"/>
              <a:gd name="connsiteY136" fmla="*/ 2408971 h 6858000"/>
              <a:gd name="connsiteX137" fmla="*/ 535510 w 1605470"/>
              <a:gd name="connsiteY137" fmla="*/ 2402874 h 6858000"/>
              <a:gd name="connsiteX138" fmla="*/ 538122 w 1605470"/>
              <a:gd name="connsiteY138" fmla="*/ 2381443 h 6858000"/>
              <a:gd name="connsiteX139" fmla="*/ 514451 w 1605470"/>
              <a:gd name="connsiteY139" fmla="*/ 2261920 h 6858000"/>
              <a:gd name="connsiteX140" fmla="*/ 486968 w 1605470"/>
              <a:gd name="connsiteY140" fmla="*/ 2182937 h 6858000"/>
              <a:gd name="connsiteX141" fmla="*/ 488555 w 1605470"/>
              <a:gd name="connsiteY141" fmla="*/ 2155135 h 6858000"/>
              <a:gd name="connsiteX142" fmla="*/ 486013 w 1605470"/>
              <a:gd name="connsiteY142" fmla="*/ 2118008 h 6858000"/>
              <a:gd name="connsiteX143" fmla="*/ 487006 w 1605470"/>
              <a:gd name="connsiteY143" fmla="*/ 2050531 h 6858000"/>
              <a:gd name="connsiteX144" fmla="*/ 478812 w 1605470"/>
              <a:gd name="connsiteY144" fmla="*/ 1963269 h 6858000"/>
              <a:gd name="connsiteX145" fmla="*/ 442619 w 1605470"/>
              <a:gd name="connsiteY145" fmla="*/ 1910499 h 6858000"/>
              <a:gd name="connsiteX146" fmla="*/ 446785 w 1605470"/>
              <a:gd name="connsiteY146" fmla="*/ 1903212 h 6858000"/>
              <a:gd name="connsiteX147" fmla="*/ 436547 w 1605470"/>
              <a:gd name="connsiteY147" fmla="*/ 1861531 h 6858000"/>
              <a:gd name="connsiteX148" fmla="*/ 390346 w 1605470"/>
              <a:gd name="connsiteY148" fmla="*/ 1732919 h 6858000"/>
              <a:gd name="connsiteX149" fmla="*/ 362657 w 1605470"/>
              <a:gd name="connsiteY149" fmla="*/ 1663540 h 6858000"/>
              <a:gd name="connsiteX150" fmla="*/ 361783 w 1605470"/>
              <a:gd name="connsiteY150" fmla="*/ 1615777 h 6858000"/>
              <a:gd name="connsiteX151" fmla="*/ 342578 w 1605470"/>
              <a:gd name="connsiteY151" fmla="*/ 1563678 h 6858000"/>
              <a:gd name="connsiteX152" fmla="*/ 355658 w 1605470"/>
              <a:gd name="connsiteY152" fmla="*/ 1519474 h 6858000"/>
              <a:gd name="connsiteX153" fmla="*/ 348400 w 1605470"/>
              <a:gd name="connsiteY153" fmla="*/ 1477995 h 6858000"/>
              <a:gd name="connsiteX154" fmla="*/ 334485 w 1605470"/>
              <a:gd name="connsiteY154" fmla="*/ 1373769 h 6858000"/>
              <a:gd name="connsiteX155" fmla="*/ 342792 w 1605470"/>
              <a:gd name="connsiteY155" fmla="*/ 1307086 h 6858000"/>
              <a:gd name="connsiteX156" fmla="*/ 343980 w 1605470"/>
              <a:gd name="connsiteY156" fmla="*/ 1189033 h 6858000"/>
              <a:gd name="connsiteX157" fmla="*/ 348665 w 1605470"/>
              <a:gd name="connsiteY157" fmla="*/ 1168288 h 6858000"/>
              <a:gd name="connsiteX158" fmla="*/ 340947 w 1605470"/>
              <a:gd name="connsiteY158" fmla="*/ 1142577 h 6858000"/>
              <a:gd name="connsiteX159" fmla="*/ 330253 w 1605470"/>
              <a:gd name="connsiteY159" fmla="*/ 1088484 h 6858000"/>
              <a:gd name="connsiteX160" fmla="*/ 318989 w 1605470"/>
              <a:gd name="connsiteY160" fmla="*/ 1016103 h 6858000"/>
              <a:gd name="connsiteX161" fmla="*/ 320445 w 1605470"/>
              <a:gd name="connsiteY161" fmla="*/ 932283 h 6858000"/>
              <a:gd name="connsiteX162" fmla="*/ 322681 w 1605470"/>
              <a:gd name="connsiteY162" fmla="*/ 915925 h 6858000"/>
              <a:gd name="connsiteX163" fmla="*/ 315310 w 1605470"/>
              <a:gd name="connsiteY163" fmla="*/ 896999 h 6858000"/>
              <a:gd name="connsiteX164" fmla="*/ 284718 w 1605470"/>
              <a:gd name="connsiteY164" fmla="*/ 821517 h 6858000"/>
              <a:gd name="connsiteX165" fmla="*/ 263668 w 1605470"/>
              <a:gd name="connsiteY165" fmla="*/ 751353 h 6858000"/>
              <a:gd name="connsiteX166" fmla="*/ 263226 w 1605470"/>
              <a:gd name="connsiteY166" fmla="*/ 721230 h 6858000"/>
              <a:gd name="connsiteX167" fmla="*/ 248897 w 1605470"/>
              <a:gd name="connsiteY167" fmla="*/ 681659 h 6858000"/>
              <a:gd name="connsiteX168" fmla="*/ 234316 w 1605470"/>
              <a:gd name="connsiteY168" fmla="*/ 635218 h 6858000"/>
              <a:gd name="connsiteX169" fmla="*/ 239327 w 1605470"/>
              <a:gd name="connsiteY169" fmla="*/ 613763 h 6858000"/>
              <a:gd name="connsiteX170" fmla="*/ 225269 w 1605470"/>
              <a:gd name="connsiteY170" fmla="*/ 598582 h 6858000"/>
              <a:gd name="connsiteX171" fmla="*/ 224950 w 1605470"/>
              <a:gd name="connsiteY171" fmla="*/ 576846 h 6858000"/>
              <a:gd name="connsiteX172" fmla="*/ 204576 w 1605470"/>
              <a:gd name="connsiteY172" fmla="*/ 530055 h 6858000"/>
              <a:gd name="connsiteX173" fmla="*/ 219064 w 1605470"/>
              <a:gd name="connsiteY173" fmla="*/ 469651 h 6858000"/>
              <a:gd name="connsiteX174" fmla="*/ 195012 w 1605470"/>
              <a:gd name="connsiteY174" fmla="*/ 448559 h 6858000"/>
              <a:gd name="connsiteX175" fmla="*/ 201434 w 1605470"/>
              <a:gd name="connsiteY175" fmla="*/ 441529 h 6858000"/>
              <a:gd name="connsiteX176" fmla="*/ 200655 w 1605470"/>
              <a:gd name="connsiteY176" fmla="*/ 428927 h 6858000"/>
              <a:gd name="connsiteX177" fmla="*/ 190059 w 1605470"/>
              <a:gd name="connsiteY177" fmla="*/ 430161 h 6858000"/>
              <a:gd name="connsiteX178" fmla="*/ 167079 w 1605470"/>
              <a:gd name="connsiteY178" fmla="*/ 367211 h 6858000"/>
              <a:gd name="connsiteX179" fmla="*/ 124571 w 1605470"/>
              <a:gd name="connsiteY179" fmla="*/ 302178 h 6858000"/>
              <a:gd name="connsiteX180" fmla="*/ 103243 w 1605470"/>
              <a:gd name="connsiteY180" fmla="*/ 211375 h 6858000"/>
              <a:gd name="connsiteX181" fmla="*/ 94571 w 1605470"/>
              <a:gd name="connsiteY181" fmla="*/ 184179 h 6858000"/>
              <a:gd name="connsiteX182" fmla="*/ 13437 w 1605470"/>
              <a:gd name="connsiteY182" fmla="*/ 19287 h 6858000"/>
              <a:gd name="connsiteX183" fmla="*/ 0 w 1605470"/>
              <a:gd name="connsiteY183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5660 w 1605470"/>
              <a:gd name="connsiteY79" fmla="*/ 4308823 h 6858000"/>
              <a:gd name="connsiteX80" fmla="*/ 715481 w 1605470"/>
              <a:gd name="connsiteY80" fmla="*/ 4214165 h 6858000"/>
              <a:gd name="connsiteX81" fmla="*/ 710868 w 1605470"/>
              <a:gd name="connsiteY81" fmla="*/ 4048827 h 6858000"/>
              <a:gd name="connsiteX82" fmla="*/ 704810 w 1605470"/>
              <a:gd name="connsiteY82" fmla="*/ 4033999 h 6858000"/>
              <a:gd name="connsiteX83" fmla="*/ 705959 w 1605470"/>
              <a:gd name="connsiteY83" fmla="*/ 4031933 h 6858000"/>
              <a:gd name="connsiteX84" fmla="*/ 704535 w 1605470"/>
              <a:gd name="connsiteY84" fmla="*/ 4013953 h 6858000"/>
              <a:gd name="connsiteX85" fmla="*/ 700443 w 1605470"/>
              <a:gd name="connsiteY85" fmla="*/ 4010511 h 6858000"/>
              <a:gd name="connsiteX86" fmla="*/ 698282 w 1605470"/>
              <a:gd name="connsiteY86" fmla="*/ 3998331 h 6858000"/>
              <a:gd name="connsiteX87" fmla="*/ 690830 w 1605470"/>
              <a:gd name="connsiteY87" fmla="*/ 3974753 h 6858000"/>
              <a:gd name="connsiteX88" fmla="*/ 692428 w 1605470"/>
              <a:gd name="connsiteY88" fmla="*/ 3969950 h 6858000"/>
              <a:gd name="connsiteX89" fmla="*/ 685850 w 1605470"/>
              <a:gd name="connsiteY89" fmla="*/ 3933779 h 6858000"/>
              <a:gd name="connsiteX90" fmla="*/ 687181 w 1605470"/>
              <a:gd name="connsiteY90" fmla="*/ 3933093 h 6858000"/>
              <a:gd name="connsiteX91" fmla="*/ 691535 w 1605470"/>
              <a:gd name="connsiteY91" fmla="*/ 3922082 h 6858000"/>
              <a:gd name="connsiteX92" fmla="*/ 696613 w 1605470"/>
              <a:gd name="connsiteY92" fmla="*/ 3901461 h 6858000"/>
              <a:gd name="connsiteX93" fmla="*/ 725908 w 1605470"/>
              <a:gd name="connsiteY93" fmla="*/ 3851605 h 6858000"/>
              <a:gd name="connsiteX94" fmla="*/ 719207 w 1605470"/>
              <a:gd name="connsiteY94" fmla="*/ 3813873 h 6858000"/>
              <a:gd name="connsiteX95" fmla="*/ 718632 w 1605470"/>
              <a:gd name="connsiteY95" fmla="*/ 3806161 h 6858000"/>
              <a:gd name="connsiteX96" fmla="*/ 718939 w 1605470"/>
              <a:gd name="connsiteY96" fmla="*/ 3805957 h 6858000"/>
              <a:gd name="connsiteX97" fmla="*/ 718966 w 1605470"/>
              <a:gd name="connsiteY97" fmla="*/ 3797724 h 6858000"/>
              <a:gd name="connsiteX98" fmla="*/ 717581 w 1605470"/>
              <a:gd name="connsiteY98" fmla="*/ 3792098 h 6858000"/>
              <a:gd name="connsiteX99" fmla="*/ 716465 w 1605470"/>
              <a:gd name="connsiteY99" fmla="*/ 3777135 h 6858000"/>
              <a:gd name="connsiteX100" fmla="*/ 718198 w 1605470"/>
              <a:gd name="connsiteY100" fmla="*/ 3771656 h 6858000"/>
              <a:gd name="connsiteX101" fmla="*/ 721941 w 1605470"/>
              <a:gd name="connsiteY101" fmla="*/ 3769007 h 6858000"/>
              <a:gd name="connsiteX102" fmla="*/ 721407 w 1605470"/>
              <a:gd name="connsiteY102" fmla="*/ 3767709 h 6858000"/>
              <a:gd name="connsiteX103" fmla="*/ 730103 w 1605470"/>
              <a:gd name="connsiteY103" fmla="*/ 3738082 h 6858000"/>
              <a:gd name="connsiteX104" fmla="*/ 737449 w 1605470"/>
              <a:gd name="connsiteY104" fmla="*/ 3673397 h 6858000"/>
              <a:gd name="connsiteX105" fmla="*/ 736745 w 1605470"/>
              <a:gd name="connsiteY105" fmla="*/ 3637109 h 6858000"/>
              <a:gd name="connsiteX106" fmla="*/ 740188 w 1605470"/>
              <a:gd name="connsiteY106" fmla="*/ 3536883 h 6858000"/>
              <a:gd name="connsiteX107" fmla="*/ 747726 w 1605470"/>
              <a:gd name="connsiteY107" fmla="*/ 3435652 h 6858000"/>
              <a:gd name="connsiteX108" fmla="*/ 774383 w 1605470"/>
              <a:gd name="connsiteY108" fmla="*/ 3381564 h 6858000"/>
              <a:gd name="connsiteX109" fmla="*/ 774870 w 1605470"/>
              <a:gd name="connsiteY109" fmla="*/ 3375761 h 6858000"/>
              <a:gd name="connsiteX110" fmla="*/ 770510 w 1605470"/>
              <a:gd name="connsiteY110" fmla="*/ 3361844 h 6858000"/>
              <a:gd name="connsiteX111" fmla="*/ 767933 w 1605470"/>
              <a:gd name="connsiteY111" fmla="*/ 3356929 h 6858000"/>
              <a:gd name="connsiteX112" fmla="*/ 766158 w 1605470"/>
              <a:gd name="connsiteY112" fmla="*/ 3349058 h 6858000"/>
              <a:gd name="connsiteX113" fmla="*/ 766414 w 1605470"/>
              <a:gd name="connsiteY113" fmla="*/ 3348763 h 6858000"/>
              <a:gd name="connsiteX114" fmla="*/ 764166 w 1605470"/>
              <a:gd name="connsiteY114" fmla="*/ 3341588 h 6858000"/>
              <a:gd name="connsiteX115" fmla="*/ 749397 w 1605470"/>
              <a:gd name="connsiteY115" fmla="*/ 3307769 h 6858000"/>
              <a:gd name="connsiteX116" fmla="*/ 766960 w 1605470"/>
              <a:gd name="connsiteY116" fmla="*/ 3250522 h 6858000"/>
              <a:gd name="connsiteX117" fmla="*/ 767385 w 1605470"/>
              <a:gd name="connsiteY117" fmla="*/ 3229163 h 6858000"/>
              <a:gd name="connsiteX118" fmla="*/ 769208 w 1605470"/>
              <a:gd name="connsiteY118" fmla="*/ 3217217 h 6858000"/>
              <a:gd name="connsiteX119" fmla="*/ 770350 w 1605470"/>
              <a:gd name="connsiteY119" fmla="*/ 3216125 h 6858000"/>
              <a:gd name="connsiteX120" fmla="*/ 756043 w 1605470"/>
              <a:gd name="connsiteY120" fmla="*/ 3183755 h 6858000"/>
              <a:gd name="connsiteX121" fmla="*/ 756544 w 1605470"/>
              <a:gd name="connsiteY121" fmla="*/ 3178642 h 6858000"/>
              <a:gd name="connsiteX122" fmla="*/ 744144 w 1605470"/>
              <a:gd name="connsiteY122" fmla="*/ 3158586 h 6858000"/>
              <a:gd name="connsiteX123" fmla="*/ 739378 w 1605470"/>
              <a:gd name="connsiteY123" fmla="*/ 3147669 h 6858000"/>
              <a:gd name="connsiteX124" fmla="*/ 734648 w 1605470"/>
              <a:gd name="connsiteY124" fmla="*/ 3145733 h 6858000"/>
              <a:gd name="connsiteX125" fmla="*/ 729329 w 1605470"/>
              <a:gd name="connsiteY125" fmla="*/ 3129034 h 6858000"/>
              <a:gd name="connsiteX126" fmla="*/ 729994 w 1605470"/>
              <a:gd name="connsiteY126" fmla="*/ 3126682 h 6858000"/>
              <a:gd name="connsiteX127" fmla="*/ 720862 w 1605470"/>
              <a:gd name="connsiteY127" fmla="*/ 3114519 h 6858000"/>
              <a:gd name="connsiteX128" fmla="*/ 707471 w 1605470"/>
              <a:gd name="connsiteY128" fmla="*/ 3106272 h 6858000"/>
              <a:gd name="connsiteX129" fmla="*/ 680201 w 1605470"/>
              <a:gd name="connsiteY129" fmla="*/ 2958185 h 6858000"/>
              <a:gd name="connsiteX130" fmla="*/ 622815 w 1605470"/>
              <a:gd name="connsiteY130" fmla="*/ 2762989 h 6858000"/>
              <a:gd name="connsiteX131" fmla="*/ 571733 w 1605470"/>
              <a:gd name="connsiteY131" fmla="*/ 2554718 h 6858000"/>
              <a:gd name="connsiteX132" fmla="*/ 551827 w 1605470"/>
              <a:gd name="connsiteY132" fmla="*/ 2485734 h 6858000"/>
              <a:gd name="connsiteX133" fmla="*/ 542550 w 1605470"/>
              <a:gd name="connsiteY133" fmla="*/ 2447068 h 6858000"/>
              <a:gd name="connsiteX134" fmla="*/ 529511 w 1605470"/>
              <a:gd name="connsiteY134" fmla="*/ 2425819 h 6858000"/>
              <a:gd name="connsiteX135" fmla="*/ 528878 w 1605470"/>
              <a:gd name="connsiteY135" fmla="*/ 2408971 h 6858000"/>
              <a:gd name="connsiteX136" fmla="*/ 535510 w 1605470"/>
              <a:gd name="connsiteY136" fmla="*/ 2402874 h 6858000"/>
              <a:gd name="connsiteX137" fmla="*/ 538122 w 1605470"/>
              <a:gd name="connsiteY137" fmla="*/ 2381443 h 6858000"/>
              <a:gd name="connsiteX138" fmla="*/ 514451 w 1605470"/>
              <a:gd name="connsiteY138" fmla="*/ 2261920 h 6858000"/>
              <a:gd name="connsiteX139" fmla="*/ 486968 w 1605470"/>
              <a:gd name="connsiteY139" fmla="*/ 2182937 h 6858000"/>
              <a:gd name="connsiteX140" fmla="*/ 488555 w 1605470"/>
              <a:gd name="connsiteY140" fmla="*/ 2155135 h 6858000"/>
              <a:gd name="connsiteX141" fmla="*/ 486013 w 1605470"/>
              <a:gd name="connsiteY141" fmla="*/ 2118008 h 6858000"/>
              <a:gd name="connsiteX142" fmla="*/ 487006 w 1605470"/>
              <a:gd name="connsiteY142" fmla="*/ 2050531 h 6858000"/>
              <a:gd name="connsiteX143" fmla="*/ 478812 w 1605470"/>
              <a:gd name="connsiteY143" fmla="*/ 1963269 h 6858000"/>
              <a:gd name="connsiteX144" fmla="*/ 442619 w 1605470"/>
              <a:gd name="connsiteY144" fmla="*/ 1910499 h 6858000"/>
              <a:gd name="connsiteX145" fmla="*/ 446785 w 1605470"/>
              <a:gd name="connsiteY145" fmla="*/ 1903212 h 6858000"/>
              <a:gd name="connsiteX146" fmla="*/ 436547 w 1605470"/>
              <a:gd name="connsiteY146" fmla="*/ 1861531 h 6858000"/>
              <a:gd name="connsiteX147" fmla="*/ 390346 w 1605470"/>
              <a:gd name="connsiteY147" fmla="*/ 1732919 h 6858000"/>
              <a:gd name="connsiteX148" fmla="*/ 362657 w 1605470"/>
              <a:gd name="connsiteY148" fmla="*/ 1663540 h 6858000"/>
              <a:gd name="connsiteX149" fmla="*/ 361783 w 1605470"/>
              <a:gd name="connsiteY149" fmla="*/ 1615777 h 6858000"/>
              <a:gd name="connsiteX150" fmla="*/ 342578 w 1605470"/>
              <a:gd name="connsiteY150" fmla="*/ 1563678 h 6858000"/>
              <a:gd name="connsiteX151" fmla="*/ 355658 w 1605470"/>
              <a:gd name="connsiteY151" fmla="*/ 1519474 h 6858000"/>
              <a:gd name="connsiteX152" fmla="*/ 348400 w 1605470"/>
              <a:gd name="connsiteY152" fmla="*/ 1477995 h 6858000"/>
              <a:gd name="connsiteX153" fmla="*/ 334485 w 1605470"/>
              <a:gd name="connsiteY153" fmla="*/ 1373769 h 6858000"/>
              <a:gd name="connsiteX154" fmla="*/ 342792 w 1605470"/>
              <a:gd name="connsiteY154" fmla="*/ 1307086 h 6858000"/>
              <a:gd name="connsiteX155" fmla="*/ 343980 w 1605470"/>
              <a:gd name="connsiteY155" fmla="*/ 1189033 h 6858000"/>
              <a:gd name="connsiteX156" fmla="*/ 348665 w 1605470"/>
              <a:gd name="connsiteY156" fmla="*/ 1168288 h 6858000"/>
              <a:gd name="connsiteX157" fmla="*/ 340947 w 1605470"/>
              <a:gd name="connsiteY157" fmla="*/ 1142577 h 6858000"/>
              <a:gd name="connsiteX158" fmla="*/ 330253 w 1605470"/>
              <a:gd name="connsiteY158" fmla="*/ 1088484 h 6858000"/>
              <a:gd name="connsiteX159" fmla="*/ 318989 w 1605470"/>
              <a:gd name="connsiteY159" fmla="*/ 1016103 h 6858000"/>
              <a:gd name="connsiteX160" fmla="*/ 320445 w 1605470"/>
              <a:gd name="connsiteY160" fmla="*/ 932283 h 6858000"/>
              <a:gd name="connsiteX161" fmla="*/ 322681 w 1605470"/>
              <a:gd name="connsiteY161" fmla="*/ 915925 h 6858000"/>
              <a:gd name="connsiteX162" fmla="*/ 315310 w 1605470"/>
              <a:gd name="connsiteY162" fmla="*/ 896999 h 6858000"/>
              <a:gd name="connsiteX163" fmla="*/ 284718 w 1605470"/>
              <a:gd name="connsiteY163" fmla="*/ 821517 h 6858000"/>
              <a:gd name="connsiteX164" fmla="*/ 263668 w 1605470"/>
              <a:gd name="connsiteY164" fmla="*/ 751353 h 6858000"/>
              <a:gd name="connsiteX165" fmla="*/ 263226 w 1605470"/>
              <a:gd name="connsiteY165" fmla="*/ 721230 h 6858000"/>
              <a:gd name="connsiteX166" fmla="*/ 248897 w 1605470"/>
              <a:gd name="connsiteY166" fmla="*/ 681659 h 6858000"/>
              <a:gd name="connsiteX167" fmla="*/ 234316 w 1605470"/>
              <a:gd name="connsiteY167" fmla="*/ 635218 h 6858000"/>
              <a:gd name="connsiteX168" fmla="*/ 239327 w 1605470"/>
              <a:gd name="connsiteY168" fmla="*/ 613763 h 6858000"/>
              <a:gd name="connsiteX169" fmla="*/ 225269 w 1605470"/>
              <a:gd name="connsiteY169" fmla="*/ 598582 h 6858000"/>
              <a:gd name="connsiteX170" fmla="*/ 224950 w 1605470"/>
              <a:gd name="connsiteY170" fmla="*/ 576846 h 6858000"/>
              <a:gd name="connsiteX171" fmla="*/ 204576 w 1605470"/>
              <a:gd name="connsiteY171" fmla="*/ 530055 h 6858000"/>
              <a:gd name="connsiteX172" fmla="*/ 219064 w 1605470"/>
              <a:gd name="connsiteY172" fmla="*/ 469651 h 6858000"/>
              <a:gd name="connsiteX173" fmla="*/ 195012 w 1605470"/>
              <a:gd name="connsiteY173" fmla="*/ 448559 h 6858000"/>
              <a:gd name="connsiteX174" fmla="*/ 201434 w 1605470"/>
              <a:gd name="connsiteY174" fmla="*/ 441529 h 6858000"/>
              <a:gd name="connsiteX175" fmla="*/ 200655 w 1605470"/>
              <a:gd name="connsiteY175" fmla="*/ 428927 h 6858000"/>
              <a:gd name="connsiteX176" fmla="*/ 190059 w 1605470"/>
              <a:gd name="connsiteY176" fmla="*/ 430161 h 6858000"/>
              <a:gd name="connsiteX177" fmla="*/ 167079 w 1605470"/>
              <a:gd name="connsiteY177" fmla="*/ 367211 h 6858000"/>
              <a:gd name="connsiteX178" fmla="*/ 124571 w 1605470"/>
              <a:gd name="connsiteY178" fmla="*/ 302178 h 6858000"/>
              <a:gd name="connsiteX179" fmla="*/ 103243 w 1605470"/>
              <a:gd name="connsiteY179" fmla="*/ 211375 h 6858000"/>
              <a:gd name="connsiteX180" fmla="*/ 94571 w 1605470"/>
              <a:gd name="connsiteY180" fmla="*/ 184179 h 6858000"/>
              <a:gd name="connsiteX181" fmla="*/ 13437 w 1605470"/>
              <a:gd name="connsiteY181" fmla="*/ 19287 h 6858000"/>
              <a:gd name="connsiteX182" fmla="*/ 0 w 1605470"/>
              <a:gd name="connsiteY182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5660 w 1605470"/>
              <a:gd name="connsiteY79" fmla="*/ 4308823 h 6858000"/>
              <a:gd name="connsiteX80" fmla="*/ 715481 w 1605470"/>
              <a:gd name="connsiteY80" fmla="*/ 4214165 h 6858000"/>
              <a:gd name="connsiteX81" fmla="*/ 719554 w 1605470"/>
              <a:gd name="connsiteY81" fmla="*/ 4090296 h 6858000"/>
              <a:gd name="connsiteX82" fmla="*/ 704810 w 1605470"/>
              <a:gd name="connsiteY82" fmla="*/ 4033999 h 6858000"/>
              <a:gd name="connsiteX83" fmla="*/ 705959 w 1605470"/>
              <a:gd name="connsiteY83" fmla="*/ 4031933 h 6858000"/>
              <a:gd name="connsiteX84" fmla="*/ 704535 w 1605470"/>
              <a:gd name="connsiteY84" fmla="*/ 4013953 h 6858000"/>
              <a:gd name="connsiteX85" fmla="*/ 700443 w 1605470"/>
              <a:gd name="connsiteY85" fmla="*/ 4010511 h 6858000"/>
              <a:gd name="connsiteX86" fmla="*/ 698282 w 1605470"/>
              <a:gd name="connsiteY86" fmla="*/ 3998331 h 6858000"/>
              <a:gd name="connsiteX87" fmla="*/ 690830 w 1605470"/>
              <a:gd name="connsiteY87" fmla="*/ 3974753 h 6858000"/>
              <a:gd name="connsiteX88" fmla="*/ 692428 w 1605470"/>
              <a:gd name="connsiteY88" fmla="*/ 3969950 h 6858000"/>
              <a:gd name="connsiteX89" fmla="*/ 685850 w 1605470"/>
              <a:gd name="connsiteY89" fmla="*/ 3933779 h 6858000"/>
              <a:gd name="connsiteX90" fmla="*/ 687181 w 1605470"/>
              <a:gd name="connsiteY90" fmla="*/ 3933093 h 6858000"/>
              <a:gd name="connsiteX91" fmla="*/ 691535 w 1605470"/>
              <a:gd name="connsiteY91" fmla="*/ 3922082 h 6858000"/>
              <a:gd name="connsiteX92" fmla="*/ 696613 w 1605470"/>
              <a:gd name="connsiteY92" fmla="*/ 3901461 h 6858000"/>
              <a:gd name="connsiteX93" fmla="*/ 725908 w 1605470"/>
              <a:gd name="connsiteY93" fmla="*/ 3851605 h 6858000"/>
              <a:gd name="connsiteX94" fmla="*/ 719207 w 1605470"/>
              <a:gd name="connsiteY94" fmla="*/ 3813873 h 6858000"/>
              <a:gd name="connsiteX95" fmla="*/ 718632 w 1605470"/>
              <a:gd name="connsiteY95" fmla="*/ 3806161 h 6858000"/>
              <a:gd name="connsiteX96" fmla="*/ 718939 w 1605470"/>
              <a:gd name="connsiteY96" fmla="*/ 3805957 h 6858000"/>
              <a:gd name="connsiteX97" fmla="*/ 718966 w 1605470"/>
              <a:gd name="connsiteY97" fmla="*/ 3797724 h 6858000"/>
              <a:gd name="connsiteX98" fmla="*/ 717581 w 1605470"/>
              <a:gd name="connsiteY98" fmla="*/ 3792098 h 6858000"/>
              <a:gd name="connsiteX99" fmla="*/ 716465 w 1605470"/>
              <a:gd name="connsiteY99" fmla="*/ 3777135 h 6858000"/>
              <a:gd name="connsiteX100" fmla="*/ 718198 w 1605470"/>
              <a:gd name="connsiteY100" fmla="*/ 3771656 h 6858000"/>
              <a:gd name="connsiteX101" fmla="*/ 721941 w 1605470"/>
              <a:gd name="connsiteY101" fmla="*/ 3769007 h 6858000"/>
              <a:gd name="connsiteX102" fmla="*/ 721407 w 1605470"/>
              <a:gd name="connsiteY102" fmla="*/ 3767709 h 6858000"/>
              <a:gd name="connsiteX103" fmla="*/ 730103 w 1605470"/>
              <a:gd name="connsiteY103" fmla="*/ 3738082 h 6858000"/>
              <a:gd name="connsiteX104" fmla="*/ 737449 w 1605470"/>
              <a:gd name="connsiteY104" fmla="*/ 3673397 h 6858000"/>
              <a:gd name="connsiteX105" fmla="*/ 736745 w 1605470"/>
              <a:gd name="connsiteY105" fmla="*/ 3637109 h 6858000"/>
              <a:gd name="connsiteX106" fmla="*/ 740188 w 1605470"/>
              <a:gd name="connsiteY106" fmla="*/ 3536883 h 6858000"/>
              <a:gd name="connsiteX107" fmla="*/ 747726 w 1605470"/>
              <a:gd name="connsiteY107" fmla="*/ 3435652 h 6858000"/>
              <a:gd name="connsiteX108" fmla="*/ 774383 w 1605470"/>
              <a:gd name="connsiteY108" fmla="*/ 3381564 h 6858000"/>
              <a:gd name="connsiteX109" fmla="*/ 774870 w 1605470"/>
              <a:gd name="connsiteY109" fmla="*/ 3375761 h 6858000"/>
              <a:gd name="connsiteX110" fmla="*/ 770510 w 1605470"/>
              <a:gd name="connsiteY110" fmla="*/ 3361844 h 6858000"/>
              <a:gd name="connsiteX111" fmla="*/ 767933 w 1605470"/>
              <a:gd name="connsiteY111" fmla="*/ 3356929 h 6858000"/>
              <a:gd name="connsiteX112" fmla="*/ 766158 w 1605470"/>
              <a:gd name="connsiteY112" fmla="*/ 3349058 h 6858000"/>
              <a:gd name="connsiteX113" fmla="*/ 766414 w 1605470"/>
              <a:gd name="connsiteY113" fmla="*/ 3348763 h 6858000"/>
              <a:gd name="connsiteX114" fmla="*/ 764166 w 1605470"/>
              <a:gd name="connsiteY114" fmla="*/ 3341588 h 6858000"/>
              <a:gd name="connsiteX115" fmla="*/ 749397 w 1605470"/>
              <a:gd name="connsiteY115" fmla="*/ 3307769 h 6858000"/>
              <a:gd name="connsiteX116" fmla="*/ 766960 w 1605470"/>
              <a:gd name="connsiteY116" fmla="*/ 3250522 h 6858000"/>
              <a:gd name="connsiteX117" fmla="*/ 767385 w 1605470"/>
              <a:gd name="connsiteY117" fmla="*/ 3229163 h 6858000"/>
              <a:gd name="connsiteX118" fmla="*/ 769208 w 1605470"/>
              <a:gd name="connsiteY118" fmla="*/ 3217217 h 6858000"/>
              <a:gd name="connsiteX119" fmla="*/ 770350 w 1605470"/>
              <a:gd name="connsiteY119" fmla="*/ 3216125 h 6858000"/>
              <a:gd name="connsiteX120" fmla="*/ 756043 w 1605470"/>
              <a:gd name="connsiteY120" fmla="*/ 3183755 h 6858000"/>
              <a:gd name="connsiteX121" fmla="*/ 756544 w 1605470"/>
              <a:gd name="connsiteY121" fmla="*/ 3178642 h 6858000"/>
              <a:gd name="connsiteX122" fmla="*/ 744144 w 1605470"/>
              <a:gd name="connsiteY122" fmla="*/ 3158586 h 6858000"/>
              <a:gd name="connsiteX123" fmla="*/ 739378 w 1605470"/>
              <a:gd name="connsiteY123" fmla="*/ 3147669 h 6858000"/>
              <a:gd name="connsiteX124" fmla="*/ 734648 w 1605470"/>
              <a:gd name="connsiteY124" fmla="*/ 3145733 h 6858000"/>
              <a:gd name="connsiteX125" fmla="*/ 729329 w 1605470"/>
              <a:gd name="connsiteY125" fmla="*/ 3129034 h 6858000"/>
              <a:gd name="connsiteX126" fmla="*/ 729994 w 1605470"/>
              <a:gd name="connsiteY126" fmla="*/ 3126682 h 6858000"/>
              <a:gd name="connsiteX127" fmla="*/ 720862 w 1605470"/>
              <a:gd name="connsiteY127" fmla="*/ 3114519 h 6858000"/>
              <a:gd name="connsiteX128" fmla="*/ 707471 w 1605470"/>
              <a:gd name="connsiteY128" fmla="*/ 3106272 h 6858000"/>
              <a:gd name="connsiteX129" fmla="*/ 680201 w 1605470"/>
              <a:gd name="connsiteY129" fmla="*/ 2958185 h 6858000"/>
              <a:gd name="connsiteX130" fmla="*/ 622815 w 1605470"/>
              <a:gd name="connsiteY130" fmla="*/ 2762989 h 6858000"/>
              <a:gd name="connsiteX131" fmla="*/ 571733 w 1605470"/>
              <a:gd name="connsiteY131" fmla="*/ 2554718 h 6858000"/>
              <a:gd name="connsiteX132" fmla="*/ 551827 w 1605470"/>
              <a:gd name="connsiteY132" fmla="*/ 2485734 h 6858000"/>
              <a:gd name="connsiteX133" fmla="*/ 542550 w 1605470"/>
              <a:gd name="connsiteY133" fmla="*/ 2447068 h 6858000"/>
              <a:gd name="connsiteX134" fmla="*/ 529511 w 1605470"/>
              <a:gd name="connsiteY134" fmla="*/ 2425819 h 6858000"/>
              <a:gd name="connsiteX135" fmla="*/ 528878 w 1605470"/>
              <a:gd name="connsiteY135" fmla="*/ 2408971 h 6858000"/>
              <a:gd name="connsiteX136" fmla="*/ 535510 w 1605470"/>
              <a:gd name="connsiteY136" fmla="*/ 2402874 h 6858000"/>
              <a:gd name="connsiteX137" fmla="*/ 538122 w 1605470"/>
              <a:gd name="connsiteY137" fmla="*/ 2381443 h 6858000"/>
              <a:gd name="connsiteX138" fmla="*/ 514451 w 1605470"/>
              <a:gd name="connsiteY138" fmla="*/ 2261920 h 6858000"/>
              <a:gd name="connsiteX139" fmla="*/ 486968 w 1605470"/>
              <a:gd name="connsiteY139" fmla="*/ 2182937 h 6858000"/>
              <a:gd name="connsiteX140" fmla="*/ 488555 w 1605470"/>
              <a:gd name="connsiteY140" fmla="*/ 2155135 h 6858000"/>
              <a:gd name="connsiteX141" fmla="*/ 486013 w 1605470"/>
              <a:gd name="connsiteY141" fmla="*/ 2118008 h 6858000"/>
              <a:gd name="connsiteX142" fmla="*/ 487006 w 1605470"/>
              <a:gd name="connsiteY142" fmla="*/ 2050531 h 6858000"/>
              <a:gd name="connsiteX143" fmla="*/ 478812 w 1605470"/>
              <a:gd name="connsiteY143" fmla="*/ 1963269 h 6858000"/>
              <a:gd name="connsiteX144" fmla="*/ 442619 w 1605470"/>
              <a:gd name="connsiteY144" fmla="*/ 1910499 h 6858000"/>
              <a:gd name="connsiteX145" fmla="*/ 446785 w 1605470"/>
              <a:gd name="connsiteY145" fmla="*/ 1903212 h 6858000"/>
              <a:gd name="connsiteX146" fmla="*/ 436547 w 1605470"/>
              <a:gd name="connsiteY146" fmla="*/ 1861531 h 6858000"/>
              <a:gd name="connsiteX147" fmla="*/ 390346 w 1605470"/>
              <a:gd name="connsiteY147" fmla="*/ 1732919 h 6858000"/>
              <a:gd name="connsiteX148" fmla="*/ 362657 w 1605470"/>
              <a:gd name="connsiteY148" fmla="*/ 1663540 h 6858000"/>
              <a:gd name="connsiteX149" fmla="*/ 361783 w 1605470"/>
              <a:gd name="connsiteY149" fmla="*/ 1615777 h 6858000"/>
              <a:gd name="connsiteX150" fmla="*/ 342578 w 1605470"/>
              <a:gd name="connsiteY150" fmla="*/ 1563678 h 6858000"/>
              <a:gd name="connsiteX151" fmla="*/ 355658 w 1605470"/>
              <a:gd name="connsiteY151" fmla="*/ 1519474 h 6858000"/>
              <a:gd name="connsiteX152" fmla="*/ 348400 w 1605470"/>
              <a:gd name="connsiteY152" fmla="*/ 1477995 h 6858000"/>
              <a:gd name="connsiteX153" fmla="*/ 334485 w 1605470"/>
              <a:gd name="connsiteY153" fmla="*/ 1373769 h 6858000"/>
              <a:gd name="connsiteX154" fmla="*/ 342792 w 1605470"/>
              <a:gd name="connsiteY154" fmla="*/ 1307086 h 6858000"/>
              <a:gd name="connsiteX155" fmla="*/ 343980 w 1605470"/>
              <a:gd name="connsiteY155" fmla="*/ 1189033 h 6858000"/>
              <a:gd name="connsiteX156" fmla="*/ 348665 w 1605470"/>
              <a:gd name="connsiteY156" fmla="*/ 1168288 h 6858000"/>
              <a:gd name="connsiteX157" fmla="*/ 340947 w 1605470"/>
              <a:gd name="connsiteY157" fmla="*/ 1142577 h 6858000"/>
              <a:gd name="connsiteX158" fmla="*/ 330253 w 1605470"/>
              <a:gd name="connsiteY158" fmla="*/ 1088484 h 6858000"/>
              <a:gd name="connsiteX159" fmla="*/ 318989 w 1605470"/>
              <a:gd name="connsiteY159" fmla="*/ 1016103 h 6858000"/>
              <a:gd name="connsiteX160" fmla="*/ 320445 w 1605470"/>
              <a:gd name="connsiteY160" fmla="*/ 932283 h 6858000"/>
              <a:gd name="connsiteX161" fmla="*/ 322681 w 1605470"/>
              <a:gd name="connsiteY161" fmla="*/ 915925 h 6858000"/>
              <a:gd name="connsiteX162" fmla="*/ 315310 w 1605470"/>
              <a:gd name="connsiteY162" fmla="*/ 896999 h 6858000"/>
              <a:gd name="connsiteX163" fmla="*/ 284718 w 1605470"/>
              <a:gd name="connsiteY163" fmla="*/ 821517 h 6858000"/>
              <a:gd name="connsiteX164" fmla="*/ 263668 w 1605470"/>
              <a:gd name="connsiteY164" fmla="*/ 751353 h 6858000"/>
              <a:gd name="connsiteX165" fmla="*/ 263226 w 1605470"/>
              <a:gd name="connsiteY165" fmla="*/ 721230 h 6858000"/>
              <a:gd name="connsiteX166" fmla="*/ 248897 w 1605470"/>
              <a:gd name="connsiteY166" fmla="*/ 681659 h 6858000"/>
              <a:gd name="connsiteX167" fmla="*/ 234316 w 1605470"/>
              <a:gd name="connsiteY167" fmla="*/ 635218 h 6858000"/>
              <a:gd name="connsiteX168" fmla="*/ 239327 w 1605470"/>
              <a:gd name="connsiteY168" fmla="*/ 613763 h 6858000"/>
              <a:gd name="connsiteX169" fmla="*/ 225269 w 1605470"/>
              <a:gd name="connsiteY169" fmla="*/ 598582 h 6858000"/>
              <a:gd name="connsiteX170" fmla="*/ 224950 w 1605470"/>
              <a:gd name="connsiteY170" fmla="*/ 576846 h 6858000"/>
              <a:gd name="connsiteX171" fmla="*/ 204576 w 1605470"/>
              <a:gd name="connsiteY171" fmla="*/ 530055 h 6858000"/>
              <a:gd name="connsiteX172" fmla="*/ 219064 w 1605470"/>
              <a:gd name="connsiteY172" fmla="*/ 469651 h 6858000"/>
              <a:gd name="connsiteX173" fmla="*/ 195012 w 1605470"/>
              <a:gd name="connsiteY173" fmla="*/ 448559 h 6858000"/>
              <a:gd name="connsiteX174" fmla="*/ 201434 w 1605470"/>
              <a:gd name="connsiteY174" fmla="*/ 441529 h 6858000"/>
              <a:gd name="connsiteX175" fmla="*/ 200655 w 1605470"/>
              <a:gd name="connsiteY175" fmla="*/ 428927 h 6858000"/>
              <a:gd name="connsiteX176" fmla="*/ 190059 w 1605470"/>
              <a:gd name="connsiteY176" fmla="*/ 430161 h 6858000"/>
              <a:gd name="connsiteX177" fmla="*/ 167079 w 1605470"/>
              <a:gd name="connsiteY177" fmla="*/ 367211 h 6858000"/>
              <a:gd name="connsiteX178" fmla="*/ 124571 w 1605470"/>
              <a:gd name="connsiteY178" fmla="*/ 302178 h 6858000"/>
              <a:gd name="connsiteX179" fmla="*/ 103243 w 1605470"/>
              <a:gd name="connsiteY179" fmla="*/ 211375 h 6858000"/>
              <a:gd name="connsiteX180" fmla="*/ 94571 w 1605470"/>
              <a:gd name="connsiteY180" fmla="*/ 184179 h 6858000"/>
              <a:gd name="connsiteX181" fmla="*/ 13437 w 1605470"/>
              <a:gd name="connsiteY181" fmla="*/ 19287 h 6858000"/>
              <a:gd name="connsiteX182" fmla="*/ 0 w 1605470"/>
              <a:gd name="connsiteY182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65660 w 1605470"/>
              <a:gd name="connsiteY79" fmla="*/ 4308823 h 6858000"/>
              <a:gd name="connsiteX80" fmla="*/ 715481 w 1605470"/>
              <a:gd name="connsiteY80" fmla="*/ 4214165 h 6858000"/>
              <a:gd name="connsiteX81" fmla="*/ 719554 w 1605470"/>
              <a:gd name="connsiteY81" fmla="*/ 4090296 h 6858000"/>
              <a:gd name="connsiteX82" fmla="*/ 704810 w 1605470"/>
              <a:gd name="connsiteY82" fmla="*/ 4033999 h 6858000"/>
              <a:gd name="connsiteX83" fmla="*/ 705959 w 1605470"/>
              <a:gd name="connsiteY83" fmla="*/ 4031933 h 6858000"/>
              <a:gd name="connsiteX84" fmla="*/ 704535 w 1605470"/>
              <a:gd name="connsiteY84" fmla="*/ 4013953 h 6858000"/>
              <a:gd name="connsiteX85" fmla="*/ 700443 w 1605470"/>
              <a:gd name="connsiteY85" fmla="*/ 4010511 h 6858000"/>
              <a:gd name="connsiteX86" fmla="*/ 698282 w 1605470"/>
              <a:gd name="connsiteY86" fmla="*/ 3998331 h 6858000"/>
              <a:gd name="connsiteX87" fmla="*/ 690830 w 1605470"/>
              <a:gd name="connsiteY87" fmla="*/ 3974753 h 6858000"/>
              <a:gd name="connsiteX88" fmla="*/ 692428 w 1605470"/>
              <a:gd name="connsiteY88" fmla="*/ 3969950 h 6858000"/>
              <a:gd name="connsiteX89" fmla="*/ 685850 w 1605470"/>
              <a:gd name="connsiteY89" fmla="*/ 3933779 h 6858000"/>
              <a:gd name="connsiteX90" fmla="*/ 687181 w 1605470"/>
              <a:gd name="connsiteY90" fmla="*/ 3933093 h 6858000"/>
              <a:gd name="connsiteX91" fmla="*/ 691535 w 1605470"/>
              <a:gd name="connsiteY91" fmla="*/ 3922082 h 6858000"/>
              <a:gd name="connsiteX92" fmla="*/ 696613 w 1605470"/>
              <a:gd name="connsiteY92" fmla="*/ 3901461 h 6858000"/>
              <a:gd name="connsiteX93" fmla="*/ 719207 w 1605470"/>
              <a:gd name="connsiteY93" fmla="*/ 3813873 h 6858000"/>
              <a:gd name="connsiteX94" fmla="*/ 718632 w 1605470"/>
              <a:gd name="connsiteY94" fmla="*/ 3806161 h 6858000"/>
              <a:gd name="connsiteX95" fmla="*/ 718939 w 1605470"/>
              <a:gd name="connsiteY95" fmla="*/ 3805957 h 6858000"/>
              <a:gd name="connsiteX96" fmla="*/ 718966 w 1605470"/>
              <a:gd name="connsiteY96" fmla="*/ 3797724 h 6858000"/>
              <a:gd name="connsiteX97" fmla="*/ 717581 w 1605470"/>
              <a:gd name="connsiteY97" fmla="*/ 3792098 h 6858000"/>
              <a:gd name="connsiteX98" fmla="*/ 716465 w 1605470"/>
              <a:gd name="connsiteY98" fmla="*/ 3777135 h 6858000"/>
              <a:gd name="connsiteX99" fmla="*/ 718198 w 1605470"/>
              <a:gd name="connsiteY99" fmla="*/ 3771656 h 6858000"/>
              <a:gd name="connsiteX100" fmla="*/ 721941 w 1605470"/>
              <a:gd name="connsiteY100" fmla="*/ 3769007 h 6858000"/>
              <a:gd name="connsiteX101" fmla="*/ 721407 w 1605470"/>
              <a:gd name="connsiteY101" fmla="*/ 3767709 h 6858000"/>
              <a:gd name="connsiteX102" fmla="*/ 730103 w 1605470"/>
              <a:gd name="connsiteY102" fmla="*/ 3738082 h 6858000"/>
              <a:gd name="connsiteX103" fmla="*/ 737449 w 1605470"/>
              <a:gd name="connsiteY103" fmla="*/ 3673397 h 6858000"/>
              <a:gd name="connsiteX104" fmla="*/ 736745 w 1605470"/>
              <a:gd name="connsiteY104" fmla="*/ 3637109 h 6858000"/>
              <a:gd name="connsiteX105" fmla="*/ 740188 w 1605470"/>
              <a:gd name="connsiteY105" fmla="*/ 3536883 h 6858000"/>
              <a:gd name="connsiteX106" fmla="*/ 747726 w 1605470"/>
              <a:gd name="connsiteY106" fmla="*/ 3435652 h 6858000"/>
              <a:gd name="connsiteX107" fmla="*/ 774383 w 1605470"/>
              <a:gd name="connsiteY107" fmla="*/ 3381564 h 6858000"/>
              <a:gd name="connsiteX108" fmla="*/ 774870 w 1605470"/>
              <a:gd name="connsiteY108" fmla="*/ 3375761 h 6858000"/>
              <a:gd name="connsiteX109" fmla="*/ 770510 w 1605470"/>
              <a:gd name="connsiteY109" fmla="*/ 3361844 h 6858000"/>
              <a:gd name="connsiteX110" fmla="*/ 767933 w 1605470"/>
              <a:gd name="connsiteY110" fmla="*/ 3356929 h 6858000"/>
              <a:gd name="connsiteX111" fmla="*/ 766158 w 1605470"/>
              <a:gd name="connsiteY111" fmla="*/ 3349058 h 6858000"/>
              <a:gd name="connsiteX112" fmla="*/ 766414 w 1605470"/>
              <a:gd name="connsiteY112" fmla="*/ 3348763 h 6858000"/>
              <a:gd name="connsiteX113" fmla="*/ 764166 w 1605470"/>
              <a:gd name="connsiteY113" fmla="*/ 3341588 h 6858000"/>
              <a:gd name="connsiteX114" fmla="*/ 749397 w 1605470"/>
              <a:gd name="connsiteY114" fmla="*/ 3307769 h 6858000"/>
              <a:gd name="connsiteX115" fmla="*/ 766960 w 1605470"/>
              <a:gd name="connsiteY115" fmla="*/ 3250522 h 6858000"/>
              <a:gd name="connsiteX116" fmla="*/ 767385 w 1605470"/>
              <a:gd name="connsiteY116" fmla="*/ 3229163 h 6858000"/>
              <a:gd name="connsiteX117" fmla="*/ 769208 w 1605470"/>
              <a:gd name="connsiteY117" fmla="*/ 3217217 h 6858000"/>
              <a:gd name="connsiteX118" fmla="*/ 770350 w 1605470"/>
              <a:gd name="connsiteY118" fmla="*/ 3216125 h 6858000"/>
              <a:gd name="connsiteX119" fmla="*/ 756043 w 1605470"/>
              <a:gd name="connsiteY119" fmla="*/ 3183755 h 6858000"/>
              <a:gd name="connsiteX120" fmla="*/ 756544 w 1605470"/>
              <a:gd name="connsiteY120" fmla="*/ 3178642 h 6858000"/>
              <a:gd name="connsiteX121" fmla="*/ 744144 w 1605470"/>
              <a:gd name="connsiteY121" fmla="*/ 3158586 h 6858000"/>
              <a:gd name="connsiteX122" fmla="*/ 739378 w 1605470"/>
              <a:gd name="connsiteY122" fmla="*/ 3147669 h 6858000"/>
              <a:gd name="connsiteX123" fmla="*/ 734648 w 1605470"/>
              <a:gd name="connsiteY123" fmla="*/ 3145733 h 6858000"/>
              <a:gd name="connsiteX124" fmla="*/ 729329 w 1605470"/>
              <a:gd name="connsiteY124" fmla="*/ 3129034 h 6858000"/>
              <a:gd name="connsiteX125" fmla="*/ 729994 w 1605470"/>
              <a:gd name="connsiteY125" fmla="*/ 3126682 h 6858000"/>
              <a:gd name="connsiteX126" fmla="*/ 720862 w 1605470"/>
              <a:gd name="connsiteY126" fmla="*/ 3114519 h 6858000"/>
              <a:gd name="connsiteX127" fmla="*/ 707471 w 1605470"/>
              <a:gd name="connsiteY127" fmla="*/ 3106272 h 6858000"/>
              <a:gd name="connsiteX128" fmla="*/ 680201 w 1605470"/>
              <a:gd name="connsiteY128" fmla="*/ 2958185 h 6858000"/>
              <a:gd name="connsiteX129" fmla="*/ 622815 w 1605470"/>
              <a:gd name="connsiteY129" fmla="*/ 2762989 h 6858000"/>
              <a:gd name="connsiteX130" fmla="*/ 571733 w 1605470"/>
              <a:gd name="connsiteY130" fmla="*/ 2554718 h 6858000"/>
              <a:gd name="connsiteX131" fmla="*/ 551827 w 1605470"/>
              <a:gd name="connsiteY131" fmla="*/ 2485734 h 6858000"/>
              <a:gd name="connsiteX132" fmla="*/ 542550 w 1605470"/>
              <a:gd name="connsiteY132" fmla="*/ 2447068 h 6858000"/>
              <a:gd name="connsiteX133" fmla="*/ 529511 w 1605470"/>
              <a:gd name="connsiteY133" fmla="*/ 2425819 h 6858000"/>
              <a:gd name="connsiteX134" fmla="*/ 528878 w 1605470"/>
              <a:gd name="connsiteY134" fmla="*/ 2408971 h 6858000"/>
              <a:gd name="connsiteX135" fmla="*/ 535510 w 1605470"/>
              <a:gd name="connsiteY135" fmla="*/ 2402874 h 6858000"/>
              <a:gd name="connsiteX136" fmla="*/ 538122 w 1605470"/>
              <a:gd name="connsiteY136" fmla="*/ 2381443 h 6858000"/>
              <a:gd name="connsiteX137" fmla="*/ 514451 w 1605470"/>
              <a:gd name="connsiteY137" fmla="*/ 2261920 h 6858000"/>
              <a:gd name="connsiteX138" fmla="*/ 486968 w 1605470"/>
              <a:gd name="connsiteY138" fmla="*/ 2182937 h 6858000"/>
              <a:gd name="connsiteX139" fmla="*/ 488555 w 1605470"/>
              <a:gd name="connsiteY139" fmla="*/ 2155135 h 6858000"/>
              <a:gd name="connsiteX140" fmla="*/ 486013 w 1605470"/>
              <a:gd name="connsiteY140" fmla="*/ 2118008 h 6858000"/>
              <a:gd name="connsiteX141" fmla="*/ 487006 w 1605470"/>
              <a:gd name="connsiteY141" fmla="*/ 2050531 h 6858000"/>
              <a:gd name="connsiteX142" fmla="*/ 478812 w 1605470"/>
              <a:gd name="connsiteY142" fmla="*/ 1963269 h 6858000"/>
              <a:gd name="connsiteX143" fmla="*/ 442619 w 1605470"/>
              <a:gd name="connsiteY143" fmla="*/ 1910499 h 6858000"/>
              <a:gd name="connsiteX144" fmla="*/ 446785 w 1605470"/>
              <a:gd name="connsiteY144" fmla="*/ 1903212 h 6858000"/>
              <a:gd name="connsiteX145" fmla="*/ 436547 w 1605470"/>
              <a:gd name="connsiteY145" fmla="*/ 1861531 h 6858000"/>
              <a:gd name="connsiteX146" fmla="*/ 390346 w 1605470"/>
              <a:gd name="connsiteY146" fmla="*/ 1732919 h 6858000"/>
              <a:gd name="connsiteX147" fmla="*/ 362657 w 1605470"/>
              <a:gd name="connsiteY147" fmla="*/ 1663540 h 6858000"/>
              <a:gd name="connsiteX148" fmla="*/ 361783 w 1605470"/>
              <a:gd name="connsiteY148" fmla="*/ 1615777 h 6858000"/>
              <a:gd name="connsiteX149" fmla="*/ 342578 w 1605470"/>
              <a:gd name="connsiteY149" fmla="*/ 1563678 h 6858000"/>
              <a:gd name="connsiteX150" fmla="*/ 355658 w 1605470"/>
              <a:gd name="connsiteY150" fmla="*/ 1519474 h 6858000"/>
              <a:gd name="connsiteX151" fmla="*/ 348400 w 1605470"/>
              <a:gd name="connsiteY151" fmla="*/ 1477995 h 6858000"/>
              <a:gd name="connsiteX152" fmla="*/ 334485 w 1605470"/>
              <a:gd name="connsiteY152" fmla="*/ 1373769 h 6858000"/>
              <a:gd name="connsiteX153" fmla="*/ 342792 w 1605470"/>
              <a:gd name="connsiteY153" fmla="*/ 1307086 h 6858000"/>
              <a:gd name="connsiteX154" fmla="*/ 343980 w 1605470"/>
              <a:gd name="connsiteY154" fmla="*/ 1189033 h 6858000"/>
              <a:gd name="connsiteX155" fmla="*/ 348665 w 1605470"/>
              <a:gd name="connsiteY155" fmla="*/ 1168288 h 6858000"/>
              <a:gd name="connsiteX156" fmla="*/ 340947 w 1605470"/>
              <a:gd name="connsiteY156" fmla="*/ 1142577 h 6858000"/>
              <a:gd name="connsiteX157" fmla="*/ 330253 w 1605470"/>
              <a:gd name="connsiteY157" fmla="*/ 1088484 h 6858000"/>
              <a:gd name="connsiteX158" fmla="*/ 318989 w 1605470"/>
              <a:gd name="connsiteY158" fmla="*/ 1016103 h 6858000"/>
              <a:gd name="connsiteX159" fmla="*/ 320445 w 1605470"/>
              <a:gd name="connsiteY159" fmla="*/ 932283 h 6858000"/>
              <a:gd name="connsiteX160" fmla="*/ 322681 w 1605470"/>
              <a:gd name="connsiteY160" fmla="*/ 915925 h 6858000"/>
              <a:gd name="connsiteX161" fmla="*/ 315310 w 1605470"/>
              <a:gd name="connsiteY161" fmla="*/ 896999 h 6858000"/>
              <a:gd name="connsiteX162" fmla="*/ 284718 w 1605470"/>
              <a:gd name="connsiteY162" fmla="*/ 821517 h 6858000"/>
              <a:gd name="connsiteX163" fmla="*/ 263668 w 1605470"/>
              <a:gd name="connsiteY163" fmla="*/ 751353 h 6858000"/>
              <a:gd name="connsiteX164" fmla="*/ 263226 w 1605470"/>
              <a:gd name="connsiteY164" fmla="*/ 721230 h 6858000"/>
              <a:gd name="connsiteX165" fmla="*/ 248897 w 1605470"/>
              <a:gd name="connsiteY165" fmla="*/ 681659 h 6858000"/>
              <a:gd name="connsiteX166" fmla="*/ 234316 w 1605470"/>
              <a:gd name="connsiteY166" fmla="*/ 635218 h 6858000"/>
              <a:gd name="connsiteX167" fmla="*/ 239327 w 1605470"/>
              <a:gd name="connsiteY167" fmla="*/ 613763 h 6858000"/>
              <a:gd name="connsiteX168" fmla="*/ 225269 w 1605470"/>
              <a:gd name="connsiteY168" fmla="*/ 598582 h 6858000"/>
              <a:gd name="connsiteX169" fmla="*/ 224950 w 1605470"/>
              <a:gd name="connsiteY169" fmla="*/ 576846 h 6858000"/>
              <a:gd name="connsiteX170" fmla="*/ 204576 w 1605470"/>
              <a:gd name="connsiteY170" fmla="*/ 530055 h 6858000"/>
              <a:gd name="connsiteX171" fmla="*/ 219064 w 1605470"/>
              <a:gd name="connsiteY171" fmla="*/ 469651 h 6858000"/>
              <a:gd name="connsiteX172" fmla="*/ 195012 w 1605470"/>
              <a:gd name="connsiteY172" fmla="*/ 448559 h 6858000"/>
              <a:gd name="connsiteX173" fmla="*/ 201434 w 1605470"/>
              <a:gd name="connsiteY173" fmla="*/ 441529 h 6858000"/>
              <a:gd name="connsiteX174" fmla="*/ 200655 w 1605470"/>
              <a:gd name="connsiteY174" fmla="*/ 428927 h 6858000"/>
              <a:gd name="connsiteX175" fmla="*/ 190059 w 1605470"/>
              <a:gd name="connsiteY175" fmla="*/ 430161 h 6858000"/>
              <a:gd name="connsiteX176" fmla="*/ 167079 w 1605470"/>
              <a:gd name="connsiteY176" fmla="*/ 367211 h 6858000"/>
              <a:gd name="connsiteX177" fmla="*/ 124571 w 1605470"/>
              <a:gd name="connsiteY177" fmla="*/ 302178 h 6858000"/>
              <a:gd name="connsiteX178" fmla="*/ 103243 w 1605470"/>
              <a:gd name="connsiteY178" fmla="*/ 211375 h 6858000"/>
              <a:gd name="connsiteX179" fmla="*/ 94571 w 1605470"/>
              <a:gd name="connsiteY179" fmla="*/ 184179 h 6858000"/>
              <a:gd name="connsiteX180" fmla="*/ 13437 w 1605470"/>
              <a:gd name="connsiteY180" fmla="*/ 19287 h 6858000"/>
              <a:gd name="connsiteX181" fmla="*/ 0 w 1605470"/>
              <a:gd name="connsiteY181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429138 h 6858000"/>
              <a:gd name="connsiteX79" fmla="*/ 715481 w 1605470"/>
              <a:gd name="connsiteY79" fmla="*/ 4214165 h 6858000"/>
              <a:gd name="connsiteX80" fmla="*/ 719554 w 1605470"/>
              <a:gd name="connsiteY80" fmla="*/ 4090296 h 6858000"/>
              <a:gd name="connsiteX81" fmla="*/ 704810 w 1605470"/>
              <a:gd name="connsiteY81" fmla="*/ 4033999 h 6858000"/>
              <a:gd name="connsiteX82" fmla="*/ 705959 w 1605470"/>
              <a:gd name="connsiteY82" fmla="*/ 4031933 h 6858000"/>
              <a:gd name="connsiteX83" fmla="*/ 704535 w 1605470"/>
              <a:gd name="connsiteY83" fmla="*/ 4013953 h 6858000"/>
              <a:gd name="connsiteX84" fmla="*/ 700443 w 1605470"/>
              <a:gd name="connsiteY84" fmla="*/ 4010511 h 6858000"/>
              <a:gd name="connsiteX85" fmla="*/ 698282 w 1605470"/>
              <a:gd name="connsiteY85" fmla="*/ 3998331 h 6858000"/>
              <a:gd name="connsiteX86" fmla="*/ 690830 w 1605470"/>
              <a:gd name="connsiteY86" fmla="*/ 3974753 h 6858000"/>
              <a:gd name="connsiteX87" fmla="*/ 692428 w 1605470"/>
              <a:gd name="connsiteY87" fmla="*/ 3969950 h 6858000"/>
              <a:gd name="connsiteX88" fmla="*/ 685850 w 1605470"/>
              <a:gd name="connsiteY88" fmla="*/ 3933779 h 6858000"/>
              <a:gd name="connsiteX89" fmla="*/ 687181 w 1605470"/>
              <a:gd name="connsiteY89" fmla="*/ 3933093 h 6858000"/>
              <a:gd name="connsiteX90" fmla="*/ 691535 w 1605470"/>
              <a:gd name="connsiteY90" fmla="*/ 3922082 h 6858000"/>
              <a:gd name="connsiteX91" fmla="*/ 696613 w 1605470"/>
              <a:gd name="connsiteY91" fmla="*/ 3901461 h 6858000"/>
              <a:gd name="connsiteX92" fmla="*/ 719207 w 1605470"/>
              <a:gd name="connsiteY92" fmla="*/ 3813873 h 6858000"/>
              <a:gd name="connsiteX93" fmla="*/ 718632 w 1605470"/>
              <a:gd name="connsiteY93" fmla="*/ 3806161 h 6858000"/>
              <a:gd name="connsiteX94" fmla="*/ 718939 w 1605470"/>
              <a:gd name="connsiteY94" fmla="*/ 3805957 h 6858000"/>
              <a:gd name="connsiteX95" fmla="*/ 718966 w 1605470"/>
              <a:gd name="connsiteY95" fmla="*/ 3797724 h 6858000"/>
              <a:gd name="connsiteX96" fmla="*/ 717581 w 1605470"/>
              <a:gd name="connsiteY96" fmla="*/ 3792098 h 6858000"/>
              <a:gd name="connsiteX97" fmla="*/ 716465 w 1605470"/>
              <a:gd name="connsiteY97" fmla="*/ 3777135 h 6858000"/>
              <a:gd name="connsiteX98" fmla="*/ 718198 w 1605470"/>
              <a:gd name="connsiteY98" fmla="*/ 3771656 h 6858000"/>
              <a:gd name="connsiteX99" fmla="*/ 721941 w 1605470"/>
              <a:gd name="connsiteY99" fmla="*/ 3769007 h 6858000"/>
              <a:gd name="connsiteX100" fmla="*/ 721407 w 1605470"/>
              <a:gd name="connsiteY100" fmla="*/ 3767709 h 6858000"/>
              <a:gd name="connsiteX101" fmla="*/ 730103 w 1605470"/>
              <a:gd name="connsiteY101" fmla="*/ 3738082 h 6858000"/>
              <a:gd name="connsiteX102" fmla="*/ 737449 w 1605470"/>
              <a:gd name="connsiteY102" fmla="*/ 3673397 h 6858000"/>
              <a:gd name="connsiteX103" fmla="*/ 736745 w 1605470"/>
              <a:gd name="connsiteY103" fmla="*/ 3637109 h 6858000"/>
              <a:gd name="connsiteX104" fmla="*/ 740188 w 1605470"/>
              <a:gd name="connsiteY104" fmla="*/ 3536883 h 6858000"/>
              <a:gd name="connsiteX105" fmla="*/ 747726 w 1605470"/>
              <a:gd name="connsiteY105" fmla="*/ 3435652 h 6858000"/>
              <a:gd name="connsiteX106" fmla="*/ 774383 w 1605470"/>
              <a:gd name="connsiteY106" fmla="*/ 3381564 h 6858000"/>
              <a:gd name="connsiteX107" fmla="*/ 774870 w 1605470"/>
              <a:gd name="connsiteY107" fmla="*/ 3375761 h 6858000"/>
              <a:gd name="connsiteX108" fmla="*/ 770510 w 1605470"/>
              <a:gd name="connsiteY108" fmla="*/ 3361844 h 6858000"/>
              <a:gd name="connsiteX109" fmla="*/ 767933 w 1605470"/>
              <a:gd name="connsiteY109" fmla="*/ 3356929 h 6858000"/>
              <a:gd name="connsiteX110" fmla="*/ 766158 w 1605470"/>
              <a:gd name="connsiteY110" fmla="*/ 3349058 h 6858000"/>
              <a:gd name="connsiteX111" fmla="*/ 766414 w 1605470"/>
              <a:gd name="connsiteY111" fmla="*/ 3348763 h 6858000"/>
              <a:gd name="connsiteX112" fmla="*/ 764166 w 1605470"/>
              <a:gd name="connsiteY112" fmla="*/ 3341588 h 6858000"/>
              <a:gd name="connsiteX113" fmla="*/ 749397 w 1605470"/>
              <a:gd name="connsiteY113" fmla="*/ 3307769 h 6858000"/>
              <a:gd name="connsiteX114" fmla="*/ 766960 w 1605470"/>
              <a:gd name="connsiteY114" fmla="*/ 3250522 h 6858000"/>
              <a:gd name="connsiteX115" fmla="*/ 767385 w 1605470"/>
              <a:gd name="connsiteY115" fmla="*/ 3229163 h 6858000"/>
              <a:gd name="connsiteX116" fmla="*/ 769208 w 1605470"/>
              <a:gd name="connsiteY116" fmla="*/ 3217217 h 6858000"/>
              <a:gd name="connsiteX117" fmla="*/ 770350 w 1605470"/>
              <a:gd name="connsiteY117" fmla="*/ 3216125 h 6858000"/>
              <a:gd name="connsiteX118" fmla="*/ 756043 w 1605470"/>
              <a:gd name="connsiteY118" fmla="*/ 3183755 h 6858000"/>
              <a:gd name="connsiteX119" fmla="*/ 756544 w 1605470"/>
              <a:gd name="connsiteY119" fmla="*/ 3178642 h 6858000"/>
              <a:gd name="connsiteX120" fmla="*/ 744144 w 1605470"/>
              <a:gd name="connsiteY120" fmla="*/ 3158586 h 6858000"/>
              <a:gd name="connsiteX121" fmla="*/ 739378 w 1605470"/>
              <a:gd name="connsiteY121" fmla="*/ 3147669 h 6858000"/>
              <a:gd name="connsiteX122" fmla="*/ 734648 w 1605470"/>
              <a:gd name="connsiteY122" fmla="*/ 3145733 h 6858000"/>
              <a:gd name="connsiteX123" fmla="*/ 729329 w 1605470"/>
              <a:gd name="connsiteY123" fmla="*/ 3129034 h 6858000"/>
              <a:gd name="connsiteX124" fmla="*/ 729994 w 1605470"/>
              <a:gd name="connsiteY124" fmla="*/ 3126682 h 6858000"/>
              <a:gd name="connsiteX125" fmla="*/ 720862 w 1605470"/>
              <a:gd name="connsiteY125" fmla="*/ 3114519 h 6858000"/>
              <a:gd name="connsiteX126" fmla="*/ 707471 w 1605470"/>
              <a:gd name="connsiteY126" fmla="*/ 3106272 h 6858000"/>
              <a:gd name="connsiteX127" fmla="*/ 680201 w 1605470"/>
              <a:gd name="connsiteY127" fmla="*/ 2958185 h 6858000"/>
              <a:gd name="connsiteX128" fmla="*/ 622815 w 1605470"/>
              <a:gd name="connsiteY128" fmla="*/ 2762989 h 6858000"/>
              <a:gd name="connsiteX129" fmla="*/ 571733 w 1605470"/>
              <a:gd name="connsiteY129" fmla="*/ 2554718 h 6858000"/>
              <a:gd name="connsiteX130" fmla="*/ 551827 w 1605470"/>
              <a:gd name="connsiteY130" fmla="*/ 2485734 h 6858000"/>
              <a:gd name="connsiteX131" fmla="*/ 542550 w 1605470"/>
              <a:gd name="connsiteY131" fmla="*/ 2447068 h 6858000"/>
              <a:gd name="connsiteX132" fmla="*/ 529511 w 1605470"/>
              <a:gd name="connsiteY132" fmla="*/ 2425819 h 6858000"/>
              <a:gd name="connsiteX133" fmla="*/ 528878 w 1605470"/>
              <a:gd name="connsiteY133" fmla="*/ 2408971 h 6858000"/>
              <a:gd name="connsiteX134" fmla="*/ 535510 w 1605470"/>
              <a:gd name="connsiteY134" fmla="*/ 2402874 h 6858000"/>
              <a:gd name="connsiteX135" fmla="*/ 538122 w 1605470"/>
              <a:gd name="connsiteY135" fmla="*/ 2381443 h 6858000"/>
              <a:gd name="connsiteX136" fmla="*/ 514451 w 1605470"/>
              <a:gd name="connsiteY136" fmla="*/ 2261920 h 6858000"/>
              <a:gd name="connsiteX137" fmla="*/ 486968 w 1605470"/>
              <a:gd name="connsiteY137" fmla="*/ 2182937 h 6858000"/>
              <a:gd name="connsiteX138" fmla="*/ 488555 w 1605470"/>
              <a:gd name="connsiteY138" fmla="*/ 2155135 h 6858000"/>
              <a:gd name="connsiteX139" fmla="*/ 486013 w 1605470"/>
              <a:gd name="connsiteY139" fmla="*/ 2118008 h 6858000"/>
              <a:gd name="connsiteX140" fmla="*/ 487006 w 1605470"/>
              <a:gd name="connsiteY140" fmla="*/ 2050531 h 6858000"/>
              <a:gd name="connsiteX141" fmla="*/ 478812 w 1605470"/>
              <a:gd name="connsiteY141" fmla="*/ 1963269 h 6858000"/>
              <a:gd name="connsiteX142" fmla="*/ 442619 w 1605470"/>
              <a:gd name="connsiteY142" fmla="*/ 1910499 h 6858000"/>
              <a:gd name="connsiteX143" fmla="*/ 446785 w 1605470"/>
              <a:gd name="connsiteY143" fmla="*/ 1903212 h 6858000"/>
              <a:gd name="connsiteX144" fmla="*/ 436547 w 1605470"/>
              <a:gd name="connsiteY144" fmla="*/ 1861531 h 6858000"/>
              <a:gd name="connsiteX145" fmla="*/ 390346 w 1605470"/>
              <a:gd name="connsiteY145" fmla="*/ 1732919 h 6858000"/>
              <a:gd name="connsiteX146" fmla="*/ 362657 w 1605470"/>
              <a:gd name="connsiteY146" fmla="*/ 1663540 h 6858000"/>
              <a:gd name="connsiteX147" fmla="*/ 361783 w 1605470"/>
              <a:gd name="connsiteY147" fmla="*/ 1615777 h 6858000"/>
              <a:gd name="connsiteX148" fmla="*/ 342578 w 1605470"/>
              <a:gd name="connsiteY148" fmla="*/ 1563678 h 6858000"/>
              <a:gd name="connsiteX149" fmla="*/ 355658 w 1605470"/>
              <a:gd name="connsiteY149" fmla="*/ 1519474 h 6858000"/>
              <a:gd name="connsiteX150" fmla="*/ 348400 w 1605470"/>
              <a:gd name="connsiteY150" fmla="*/ 1477995 h 6858000"/>
              <a:gd name="connsiteX151" fmla="*/ 334485 w 1605470"/>
              <a:gd name="connsiteY151" fmla="*/ 1373769 h 6858000"/>
              <a:gd name="connsiteX152" fmla="*/ 342792 w 1605470"/>
              <a:gd name="connsiteY152" fmla="*/ 1307086 h 6858000"/>
              <a:gd name="connsiteX153" fmla="*/ 343980 w 1605470"/>
              <a:gd name="connsiteY153" fmla="*/ 1189033 h 6858000"/>
              <a:gd name="connsiteX154" fmla="*/ 348665 w 1605470"/>
              <a:gd name="connsiteY154" fmla="*/ 1168288 h 6858000"/>
              <a:gd name="connsiteX155" fmla="*/ 340947 w 1605470"/>
              <a:gd name="connsiteY155" fmla="*/ 1142577 h 6858000"/>
              <a:gd name="connsiteX156" fmla="*/ 330253 w 1605470"/>
              <a:gd name="connsiteY156" fmla="*/ 1088484 h 6858000"/>
              <a:gd name="connsiteX157" fmla="*/ 318989 w 1605470"/>
              <a:gd name="connsiteY157" fmla="*/ 1016103 h 6858000"/>
              <a:gd name="connsiteX158" fmla="*/ 320445 w 1605470"/>
              <a:gd name="connsiteY158" fmla="*/ 932283 h 6858000"/>
              <a:gd name="connsiteX159" fmla="*/ 322681 w 1605470"/>
              <a:gd name="connsiteY159" fmla="*/ 915925 h 6858000"/>
              <a:gd name="connsiteX160" fmla="*/ 315310 w 1605470"/>
              <a:gd name="connsiteY160" fmla="*/ 896999 h 6858000"/>
              <a:gd name="connsiteX161" fmla="*/ 284718 w 1605470"/>
              <a:gd name="connsiteY161" fmla="*/ 821517 h 6858000"/>
              <a:gd name="connsiteX162" fmla="*/ 263668 w 1605470"/>
              <a:gd name="connsiteY162" fmla="*/ 751353 h 6858000"/>
              <a:gd name="connsiteX163" fmla="*/ 263226 w 1605470"/>
              <a:gd name="connsiteY163" fmla="*/ 721230 h 6858000"/>
              <a:gd name="connsiteX164" fmla="*/ 248897 w 1605470"/>
              <a:gd name="connsiteY164" fmla="*/ 681659 h 6858000"/>
              <a:gd name="connsiteX165" fmla="*/ 234316 w 1605470"/>
              <a:gd name="connsiteY165" fmla="*/ 635218 h 6858000"/>
              <a:gd name="connsiteX166" fmla="*/ 239327 w 1605470"/>
              <a:gd name="connsiteY166" fmla="*/ 613763 h 6858000"/>
              <a:gd name="connsiteX167" fmla="*/ 225269 w 1605470"/>
              <a:gd name="connsiteY167" fmla="*/ 598582 h 6858000"/>
              <a:gd name="connsiteX168" fmla="*/ 224950 w 1605470"/>
              <a:gd name="connsiteY168" fmla="*/ 576846 h 6858000"/>
              <a:gd name="connsiteX169" fmla="*/ 204576 w 1605470"/>
              <a:gd name="connsiteY169" fmla="*/ 530055 h 6858000"/>
              <a:gd name="connsiteX170" fmla="*/ 219064 w 1605470"/>
              <a:gd name="connsiteY170" fmla="*/ 469651 h 6858000"/>
              <a:gd name="connsiteX171" fmla="*/ 195012 w 1605470"/>
              <a:gd name="connsiteY171" fmla="*/ 448559 h 6858000"/>
              <a:gd name="connsiteX172" fmla="*/ 201434 w 1605470"/>
              <a:gd name="connsiteY172" fmla="*/ 441529 h 6858000"/>
              <a:gd name="connsiteX173" fmla="*/ 200655 w 1605470"/>
              <a:gd name="connsiteY173" fmla="*/ 428927 h 6858000"/>
              <a:gd name="connsiteX174" fmla="*/ 190059 w 1605470"/>
              <a:gd name="connsiteY174" fmla="*/ 430161 h 6858000"/>
              <a:gd name="connsiteX175" fmla="*/ 167079 w 1605470"/>
              <a:gd name="connsiteY175" fmla="*/ 367211 h 6858000"/>
              <a:gd name="connsiteX176" fmla="*/ 124571 w 1605470"/>
              <a:gd name="connsiteY176" fmla="*/ 302178 h 6858000"/>
              <a:gd name="connsiteX177" fmla="*/ 103243 w 1605470"/>
              <a:gd name="connsiteY177" fmla="*/ 211375 h 6858000"/>
              <a:gd name="connsiteX178" fmla="*/ 94571 w 1605470"/>
              <a:gd name="connsiteY178" fmla="*/ 184179 h 6858000"/>
              <a:gd name="connsiteX179" fmla="*/ 13437 w 1605470"/>
              <a:gd name="connsiteY179" fmla="*/ 19287 h 6858000"/>
              <a:gd name="connsiteX180" fmla="*/ 0 w 1605470"/>
              <a:gd name="connsiteY180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29578 w 1605470"/>
              <a:gd name="connsiteY77" fmla="*/ 4456787 h 6858000"/>
              <a:gd name="connsiteX78" fmla="*/ 756542 w 1605470"/>
              <a:gd name="connsiteY78" fmla="*/ 4350346 h 6858000"/>
              <a:gd name="connsiteX79" fmla="*/ 715481 w 1605470"/>
              <a:gd name="connsiteY79" fmla="*/ 4214165 h 6858000"/>
              <a:gd name="connsiteX80" fmla="*/ 719554 w 1605470"/>
              <a:gd name="connsiteY80" fmla="*/ 4090296 h 6858000"/>
              <a:gd name="connsiteX81" fmla="*/ 704810 w 1605470"/>
              <a:gd name="connsiteY81" fmla="*/ 4033999 h 6858000"/>
              <a:gd name="connsiteX82" fmla="*/ 705959 w 1605470"/>
              <a:gd name="connsiteY82" fmla="*/ 4031933 h 6858000"/>
              <a:gd name="connsiteX83" fmla="*/ 704535 w 1605470"/>
              <a:gd name="connsiteY83" fmla="*/ 4013953 h 6858000"/>
              <a:gd name="connsiteX84" fmla="*/ 700443 w 1605470"/>
              <a:gd name="connsiteY84" fmla="*/ 4010511 h 6858000"/>
              <a:gd name="connsiteX85" fmla="*/ 698282 w 1605470"/>
              <a:gd name="connsiteY85" fmla="*/ 3998331 h 6858000"/>
              <a:gd name="connsiteX86" fmla="*/ 690830 w 1605470"/>
              <a:gd name="connsiteY86" fmla="*/ 3974753 h 6858000"/>
              <a:gd name="connsiteX87" fmla="*/ 692428 w 1605470"/>
              <a:gd name="connsiteY87" fmla="*/ 3969950 h 6858000"/>
              <a:gd name="connsiteX88" fmla="*/ 685850 w 1605470"/>
              <a:gd name="connsiteY88" fmla="*/ 3933779 h 6858000"/>
              <a:gd name="connsiteX89" fmla="*/ 687181 w 1605470"/>
              <a:gd name="connsiteY89" fmla="*/ 3933093 h 6858000"/>
              <a:gd name="connsiteX90" fmla="*/ 691535 w 1605470"/>
              <a:gd name="connsiteY90" fmla="*/ 3922082 h 6858000"/>
              <a:gd name="connsiteX91" fmla="*/ 696613 w 1605470"/>
              <a:gd name="connsiteY91" fmla="*/ 3901461 h 6858000"/>
              <a:gd name="connsiteX92" fmla="*/ 719207 w 1605470"/>
              <a:gd name="connsiteY92" fmla="*/ 3813873 h 6858000"/>
              <a:gd name="connsiteX93" fmla="*/ 718632 w 1605470"/>
              <a:gd name="connsiteY93" fmla="*/ 3806161 h 6858000"/>
              <a:gd name="connsiteX94" fmla="*/ 718939 w 1605470"/>
              <a:gd name="connsiteY94" fmla="*/ 3805957 h 6858000"/>
              <a:gd name="connsiteX95" fmla="*/ 718966 w 1605470"/>
              <a:gd name="connsiteY95" fmla="*/ 3797724 h 6858000"/>
              <a:gd name="connsiteX96" fmla="*/ 717581 w 1605470"/>
              <a:gd name="connsiteY96" fmla="*/ 3792098 h 6858000"/>
              <a:gd name="connsiteX97" fmla="*/ 716465 w 1605470"/>
              <a:gd name="connsiteY97" fmla="*/ 3777135 h 6858000"/>
              <a:gd name="connsiteX98" fmla="*/ 718198 w 1605470"/>
              <a:gd name="connsiteY98" fmla="*/ 3771656 h 6858000"/>
              <a:gd name="connsiteX99" fmla="*/ 721941 w 1605470"/>
              <a:gd name="connsiteY99" fmla="*/ 3769007 h 6858000"/>
              <a:gd name="connsiteX100" fmla="*/ 721407 w 1605470"/>
              <a:gd name="connsiteY100" fmla="*/ 3767709 h 6858000"/>
              <a:gd name="connsiteX101" fmla="*/ 730103 w 1605470"/>
              <a:gd name="connsiteY101" fmla="*/ 3738082 h 6858000"/>
              <a:gd name="connsiteX102" fmla="*/ 737449 w 1605470"/>
              <a:gd name="connsiteY102" fmla="*/ 3673397 h 6858000"/>
              <a:gd name="connsiteX103" fmla="*/ 736745 w 1605470"/>
              <a:gd name="connsiteY103" fmla="*/ 3637109 h 6858000"/>
              <a:gd name="connsiteX104" fmla="*/ 740188 w 1605470"/>
              <a:gd name="connsiteY104" fmla="*/ 3536883 h 6858000"/>
              <a:gd name="connsiteX105" fmla="*/ 747726 w 1605470"/>
              <a:gd name="connsiteY105" fmla="*/ 3435652 h 6858000"/>
              <a:gd name="connsiteX106" fmla="*/ 774383 w 1605470"/>
              <a:gd name="connsiteY106" fmla="*/ 3381564 h 6858000"/>
              <a:gd name="connsiteX107" fmla="*/ 774870 w 1605470"/>
              <a:gd name="connsiteY107" fmla="*/ 3375761 h 6858000"/>
              <a:gd name="connsiteX108" fmla="*/ 770510 w 1605470"/>
              <a:gd name="connsiteY108" fmla="*/ 3361844 h 6858000"/>
              <a:gd name="connsiteX109" fmla="*/ 767933 w 1605470"/>
              <a:gd name="connsiteY109" fmla="*/ 3356929 h 6858000"/>
              <a:gd name="connsiteX110" fmla="*/ 766158 w 1605470"/>
              <a:gd name="connsiteY110" fmla="*/ 3349058 h 6858000"/>
              <a:gd name="connsiteX111" fmla="*/ 766414 w 1605470"/>
              <a:gd name="connsiteY111" fmla="*/ 3348763 h 6858000"/>
              <a:gd name="connsiteX112" fmla="*/ 764166 w 1605470"/>
              <a:gd name="connsiteY112" fmla="*/ 3341588 h 6858000"/>
              <a:gd name="connsiteX113" fmla="*/ 749397 w 1605470"/>
              <a:gd name="connsiteY113" fmla="*/ 3307769 h 6858000"/>
              <a:gd name="connsiteX114" fmla="*/ 766960 w 1605470"/>
              <a:gd name="connsiteY114" fmla="*/ 3250522 h 6858000"/>
              <a:gd name="connsiteX115" fmla="*/ 767385 w 1605470"/>
              <a:gd name="connsiteY115" fmla="*/ 3229163 h 6858000"/>
              <a:gd name="connsiteX116" fmla="*/ 769208 w 1605470"/>
              <a:gd name="connsiteY116" fmla="*/ 3217217 h 6858000"/>
              <a:gd name="connsiteX117" fmla="*/ 770350 w 1605470"/>
              <a:gd name="connsiteY117" fmla="*/ 3216125 h 6858000"/>
              <a:gd name="connsiteX118" fmla="*/ 756043 w 1605470"/>
              <a:gd name="connsiteY118" fmla="*/ 3183755 h 6858000"/>
              <a:gd name="connsiteX119" fmla="*/ 756544 w 1605470"/>
              <a:gd name="connsiteY119" fmla="*/ 3178642 h 6858000"/>
              <a:gd name="connsiteX120" fmla="*/ 744144 w 1605470"/>
              <a:gd name="connsiteY120" fmla="*/ 3158586 h 6858000"/>
              <a:gd name="connsiteX121" fmla="*/ 739378 w 1605470"/>
              <a:gd name="connsiteY121" fmla="*/ 3147669 h 6858000"/>
              <a:gd name="connsiteX122" fmla="*/ 734648 w 1605470"/>
              <a:gd name="connsiteY122" fmla="*/ 3145733 h 6858000"/>
              <a:gd name="connsiteX123" fmla="*/ 729329 w 1605470"/>
              <a:gd name="connsiteY123" fmla="*/ 3129034 h 6858000"/>
              <a:gd name="connsiteX124" fmla="*/ 729994 w 1605470"/>
              <a:gd name="connsiteY124" fmla="*/ 3126682 h 6858000"/>
              <a:gd name="connsiteX125" fmla="*/ 720862 w 1605470"/>
              <a:gd name="connsiteY125" fmla="*/ 3114519 h 6858000"/>
              <a:gd name="connsiteX126" fmla="*/ 707471 w 1605470"/>
              <a:gd name="connsiteY126" fmla="*/ 3106272 h 6858000"/>
              <a:gd name="connsiteX127" fmla="*/ 680201 w 1605470"/>
              <a:gd name="connsiteY127" fmla="*/ 2958185 h 6858000"/>
              <a:gd name="connsiteX128" fmla="*/ 622815 w 1605470"/>
              <a:gd name="connsiteY128" fmla="*/ 2762989 h 6858000"/>
              <a:gd name="connsiteX129" fmla="*/ 571733 w 1605470"/>
              <a:gd name="connsiteY129" fmla="*/ 2554718 h 6858000"/>
              <a:gd name="connsiteX130" fmla="*/ 551827 w 1605470"/>
              <a:gd name="connsiteY130" fmla="*/ 2485734 h 6858000"/>
              <a:gd name="connsiteX131" fmla="*/ 542550 w 1605470"/>
              <a:gd name="connsiteY131" fmla="*/ 2447068 h 6858000"/>
              <a:gd name="connsiteX132" fmla="*/ 529511 w 1605470"/>
              <a:gd name="connsiteY132" fmla="*/ 2425819 h 6858000"/>
              <a:gd name="connsiteX133" fmla="*/ 528878 w 1605470"/>
              <a:gd name="connsiteY133" fmla="*/ 2408971 h 6858000"/>
              <a:gd name="connsiteX134" fmla="*/ 535510 w 1605470"/>
              <a:gd name="connsiteY134" fmla="*/ 2402874 h 6858000"/>
              <a:gd name="connsiteX135" fmla="*/ 538122 w 1605470"/>
              <a:gd name="connsiteY135" fmla="*/ 2381443 h 6858000"/>
              <a:gd name="connsiteX136" fmla="*/ 514451 w 1605470"/>
              <a:gd name="connsiteY136" fmla="*/ 2261920 h 6858000"/>
              <a:gd name="connsiteX137" fmla="*/ 486968 w 1605470"/>
              <a:gd name="connsiteY137" fmla="*/ 2182937 h 6858000"/>
              <a:gd name="connsiteX138" fmla="*/ 488555 w 1605470"/>
              <a:gd name="connsiteY138" fmla="*/ 2155135 h 6858000"/>
              <a:gd name="connsiteX139" fmla="*/ 486013 w 1605470"/>
              <a:gd name="connsiteY139" fmla="*/ 2118008 h 6858000"/>
              <a:gd name="connsiteX140" fmla="*/ 487006 w 1605470"/>
              <a:gd name="connsiteY140" fmla="*/ 2050531 h 6858000"/>
              <a:gd name="connsiteX141" fmla="*/ 478812 w 1605470"/>
              <a:gd name="connsiteY141" fmla="*/ 1963269 h 6858000"/>
              <a:gd name="connsiteX142" fmla="*/ 442619 w 1605470"/>
              <a:gd name="connsiteY142" fmla="*/ 1910499 h 6858000"/>
              <a:gd name="connsiteX143" fmla="*/ 446785 w 1605470"/>
              <a:gd name="connsiteY143" fmla="*/ 1903212 h 6858000"/>
              <a:gd name="connsiteX144" fmla="*/ 436547 w 1605470"/>
              <a:gd name="connsiteY144" fmla="*/ 1861531 h 6858000"/>
              <a:gd name="connsiteX145" fmla="*/ 390346 w 1605470"/>
              <a:gd name="connsiteY145" fmla="*/ 1732919 h 6858000"/>
              <a:gd name="connsiteX146" fmla="*/ 362657 w 1605470"/>
              <a:gd name="connsiteY146" fmla="*/ 1663540 h 6858000"/>
              <a:gd name="connsiteX147" fmla="*/ 361783 w 1605470"/>
              <a:gd name="connsiteY147" fmla="*/ 1615777 h 6858000"/>
              <a:gd name="connsiteX148" fmla="*/ 342578 w 1605470"/>
              <a:gd name="connsiteY148" fmla="*/ 1563678 h 6858000"/>
              <a:gd name="connsiteX149" fmla="*/ 355658 w 1605470"/>
              <a:gd name="connsiteY149" fmla="*/ 1519474 h 6858000"/>
              <a:gd name="connsiteX150" fmla="*/ 348400 w 1605470"/>
              <a:gd name="connsiteY150" fmla="*/ 1477995 h 6858000"/>
              <a:gd name="connsiteX151" fmla="*/ 334485 w 1605470"/>
              <a:gd name="connsiteY151" fmla="*/ 1373769 h 6858000"/>
              <a:gd name="connsiteX152" fmla="*/ 342792 w 1605470"/>
              <a:gd name="connsiteY152" fmla="*/ 1307086 h 6858000"/>
              <a:gd name="connsiteX153" fmla="*/ 343980 w 1605470"/>
              <a:gd name="connsiteY153" fmla="*/ 1189033 h 6858000"/>
              <a:gd name="connsiteX154" fmla="*/ 348665 w 1605470"/>
              <a:gd name="connsiteY154" fmla="*/ 1168288 h 6858000"/>
              <a:gd name="connsiteX155" fmla="*/ 340947 w 1605470"/>
              <a:gd name="connsiteY155" fmla="*/ 1142577 h 6858000"/>
              <a:gd name="connsiteX156" fmla="*/ 330253 w 1605470"/>
              <a:gd name="connsiteY156" fmla="*/ 1088484 h 6858000"/>
              <a:gd name="connsiteX157" fmla="*/ 318989 w 1605470"/>
              <a:gd name="connsiteY157" fmla="*/ 1016103 h 6858000"/>
              <a:gd name="connsiteX158" fmla="*/ 320445 w 1605470"/>
              <a:gd name="connsiteY158" fmla="*/ 932283 h 6858000"/>
              <a:gd name="connsiteX159" fmla="*/ 322681 w 1605470"/>
              <a:gd name="connsiteY159" fmla="*/ 915925 h 6858000"/>
              <a:gd name="connsiteX160" fmla="*/ 315310 w 1605470"/>
              <a:gd name="connsiteY160" fmla="*/ 896999 h 6858000"/>
              <a:gd name="connsiteX161" fmla="*/ 284718 w 1605470"/>
              <a:gd name="connsiteY161" fmla="*/ 821517 h 6858000"/>
              <a:gd name="connsiteX162" fmla="*/ 263668 w 1605470"/>
              <a:gd name="connsiteY162" fmla="*/ 751353 h 6858000"/>
              <a:gd name="connsiteX163" fmla="*/ 263226 w 1605470"/>
              <a:gd name="connsiteY163" fmla="*/ 721230 h 6858000"/>
              <a:gd name="connsiteX164" fmla="*/ 248897 w 1605470"/>
              <a:gd name="connsiteY164" fmla="*/ 681659 h 6858000"/>
              <a:gd name="connsiteX165" fmla="*/ 234316 w 1605470"/>
              <a:gd name="connsiteY165" fmla="*/ 635218 h 6858000"/>
              <a:gd name="connsiteX166" fmla="*/ 239327 w 1605470"/>
              <a:gd name="connsiteY166" fmla="*/ 613763 h 6858000"/>
              <a:gd name="connsiteX167" fmla="*/ 225269 w 1605470"/>
              <a:gd name="connsiteY167" fmla="*/ 598582 h 6858000"/>
              <a:gd name="connsiteX168" fmla="*/ 224950 w 1605470"/>
              <a:gd name="connsiteY168" fmla="*/ 576846 h 6858000"/>
              <a:gd name="connsiteX169" fmla="*/ 204576 w 1605470"/>
              <a:gd name="connsiteY169" fmla="*/ 530055 h 6858000"/>
              <a:gd name="connsiteX170" fmla="*/ 219064 w 1605470"/>
              <a:gd name="connsiteY170" fmla="*/ 469651 h 6858000"/>
              <a:gd name="connsiteX171" fmla="*/ 195012 w 1605470"/>
              <a:gd name="connsiteY171" fmla="*/ 448559 h 6858000"/>
              <a:gd name="connsiteX172" fmla="*/ 201434 w 1605470"/>
              <a:gd name="connsiteY172" fmla="*/ 441529 h 6858000"/>
              <a:gd name="connsiteX173" fmla="*/ 200655 w 1605470"/>
              <a:gd name="connsiteY173" fmla="*/ 428927 h 6858000"/>
              <a:gd name="connsiteX174" fmla="*/ 190059 w 1605470"/>
              <a:gd name="connsiteY174" fmla="*/ 430161 h 6858000"/>
              <a:gd name="connsiteX175" fmla="*/ 167079 w 1605470"/>
              <a:gd name="connsiteY175" fmla="*/ 367211 h 6858000"/>
              <a:gd name="connsiteX176" fmla="*/ 124571 w 1605470"/>
              <a:gd name="connsiteY176" fmla="*/ 302178 h 6858000"/>
              <a:gd name="connsiteX177" fmla="*/ 103243 w 1605470"/>
              <a:gd name="connsiteY177" fmla="*/ 211375 h 6858000"/>
              <a:gd name="connsiteX178" fmla="*/ 94571 w 1605470"/>
              <a:gd name="connsiteY178" fmla="*/ 184179 h 6858000"/>
              <a:gd name="connsiteX179" fmla="*/ 13437 w 1605470"/>
              <a:gd name="connsiteY179" fmla="*/ 19287 h 6858000"/>
              <a:gd name="connsiteX180" fmla="*/ 0 w 1605470"/>
              <a:gd name="connsiteY180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38263 w 1605470"/>
              <a:gd name="connsiteY77" fmla="*/ 4444346 h 6858000"/>
              <a:gd name="connsiteX78" fmla="*/ 756542 w 1605470"/>
              <a:gd name="connsiteY78" fmla="*/ 4350346 h 6858000"/>
              <a:gd name="connsiteX79" fmla="*/ 715481 w 1605470"/>
              <a:gd name="connsiteY79" fmla="*/ 4214165 h 6858000"/>
              <a:gd name="connsiteX80" fmla="*/ 719554 w 1605470"/>
              <a:gd name="connsiteY80" fmla="*/ 4090296 h 6858000"/>
              <a:gd name="connsiteX81" fmla="*/ 704810 w 1605470"/>
              <a:gd name="connsiteY81" fmla="*/ 4033999 h 6858000"/>
              <a:gd name="connsiteX82" fmla="*/ 705959 w 1605470"/>
              <a:gd name="connsiteY82" fmla="*/ 4031933 h 6858000"/>
              <a:gd name="connsiteX83" fmla="*/ 704535 w 1605470"/>
              <a:gd name="connsiteY83" fmla="*/ 4013953 h 6858000"/>
              <a:gd name="connsiteX84" fmla="*/ 700443 w 1605470"/>
              <a:gd name="connsiteY84" fmla="*/ 4010511 h 6858000"/>
              <a:gd name="connsiteX85" fmla="*/ 698282 w 1605470"/>
              <a:gd name="connsiteY85" fmla="*/ 3998331 h 6858000"/>
              <a:gd name="connsiteX86" fmla="*/ 690830 w 1605470"/>
              <a:gd name="connsiteY86" fmla="*/ 3974753 h 6858000"/>
              <a:gd name="connsiteX87" fmla="*/ 692428 w 1605470"/>
              <a:gd name="connsiteY87" fmla="*/ 3969950 h 6858000"/>
              <a:gd name="connsiteX88" fmla="*/ 685850 w 1605470"/>
              <a:gd name="connsiteY88" fmla="*/ 3933779 h 6858000"/>
              <a:gd name="connsiteX89" fmla="*/ 687181 w 1605470"/>
              <a:gd name="connsiteY89" fmla="*/ 3933093 h 6858000"/>
              <a:gd name="connsiteX90" fmla="*/ 691535 w 1605470"/>
              <a:gd name="connsiteY90" fmla="*/ 3922082 h 6858000"/>
              <a:gd name="connsiteX91" fmla="*/ 696613 w 1605470"/>
              <a:gd name="connsiteY91" fmla="*/ 3901461 h 6858000"/>
              <a:gd name="connsiteX92" fmla="*/ 719207 w 1605470"/>
              <a:gd name="connsiteY92" fmla="*/ 3813873 h 6858000"/>
              <a:gd name="connsiteX93" fmla="*/ 718632 w 1605470"/>
              <a:gd name="connsiteY93" fmla="*/ 3806161 h 6858000"/>
              <a:gd name="connsiteX94" fmla="*/ 718939 w 1605470"/>
              <a:gd name="connsiteY94" fmla="*/ 3805957 h 6858000"/>
              <a:gd name="connsiteX95" fmla="*/ 718966 w 1605470"/>
              <a:gd name="connsiteY95" fmla="*/ 3797724 h 6858000"/>
              <a:gd name="connsiteX96" fmla="*/ 717581 w 1605470"/>
              <a:gd name="connsiteY96" fmla="*/ 3792098 h 6858000"/>
              <a:gd name="connsiteX97" fmla="*/ 716465 w 1605470"/>
              <a:gd name="connsiteY97" fmla="*/ 3777135 h 6858000"/>
              <a:gd name="connsiteX98" fmla="*/ 718198 w 1605470"/>
              <a:gd name="connsiteY98" fmla="*/ 3771656 h 6858000"/>
              <a:gd name="connsiteX99" fmla="*/ 721941 w 1605470"/>
              <a:gd name="connsiteY99" fmla="*/ 3769007 h 6858000"/>
              <a:gd name="connsiteX100" fmla="*/ 721407 w 1605470"/>
              <a:gd name="connsiteY100" fmla="*/ 3767709 h 6858000"/>
              <a:gd name="connsiteX101" fmla="*/ 730103 w 1605470"/>
              <a:gd name="connsiteY101" fmla="*/ 3738082 h 6858000"/>
              <a:gd name="connsiteX102" fmla="*/ 737449 w 1605470"/>
              <a:gd name="connsiteY102" fmla="*/ 3673397 h 6858000"/>
              <a:gd name="connsiteX103" fmla="*/ 736745 w 1605470"/>
              <a:gd name="connsiteY103" fmla="*/ 3637109 h 6858000"/>
              <a:gd name="connsiteX104" fmla="*/ 740188 w 1605470"/>
              <a:gd name="connsiteY104" fmla="*/ 3536883 h 6858000"/>
              <a:gd name="connsiteX105" fmla="*/ 747726 w 1605470"/>
              <a:gd name="connsiteY105" fmla="*/ 3435652 h 6858000"/>
              <a:gd name="connsiteX106" fmla="*/ 774383 w 1605470"/>
              <a:gd name="connsiteY106" fmla="*/ 3381564 h 6858000"/>
              <a:gd name="connsiteX107" fmla="*/ 774870 w 1605470"/>
              <a:gd name="connsiteY107" fmla="*/ 3375761 h 6858000"/>
              <a:gd name="connsiteX108" fmla="*/ 770510 w 1605470"/>
              <a:gd name="connsiteY108" fmla="*/ 3361844 h 6858000"/>
              <a:gd name="connsiteX109" fmla="*/ 767933 w 1605470"/>
              <a:gd name="connsiteY109" fmla="*/ 3356929 h 6858000"/>
              <a:gd name="connsiteX110" fmla="*/ 766158 w 1605470"/>
              <a:gd name="connsiteY110" fmla="*/ 3349058 h 6858000"/>
              <a:gd name="connsiteX111" fmla="*/ 766414 w 1605470"/>
              <a:gd name="connsiteY111" fmla="*/ 3348763 h 6858000"/>
              <a:gd name="connsiteX112" fmla="*/ 764166 w 1605470"/>
              <a:gd name="connsiteY112" fmla="*/ 3341588 h 6858000"/>
              <a:gd name="connsiteX113" fmla="*/ 749397 w 1605470"/>
              <a:gd name="connsiteY113" fmla="*/ 3307769 h 6858000"/>
              <a:gd name="connsiteX114" fmla="*/ 766960 w 1605470"/>
              <a:gd name="connsiteY114" fmla="*/ 3250522 h 6858000"/>
              <a:gd name="connsiteX115" fmla="*/ 767385 w 1605470"/>
              <a:gd name="connsiteY115" fmla="*/ 3229163 h 6858000"/>
              <a:gd name="connsiteX116" fmla="*/ 769208 w 1605470"/>
              <a:gd name="connsiteY116" fmla="*/ 3217217 h 6858000"/>
              <a:gd name="connsiteX117" fmla="*/ 770350 w 1605470"/>
              <a:gd name="connsiteY117" fmla="*/ 3216125 h 6858000"/>
              <a:gd name="connsiteX118" fmla="*/ 756043 w 1605470"/>
              <a:gd name="connsiteY118" fmla="*/ 3183755 h 6858000"/>
              <a:gd name="connsiteX119" fmla="*/ 756544 w 1605470"/>
              <a:gd name="connsiteY119" fmla="*/ 3178642 h 6858000"/>
              <a:gd name="connsiteX120" fmla="*/ 744144 w 1605470"/>
              <a:gd name="connsiteY120" fmla="*/ 3158586 h 6858000"/>
              <a:gd name="connsiteX121" fmla="*/ 739378 w 1605470"/>
              <a:gd name="connsiteY121" fmla="*/ 3147669 h 6858000"/>
              <a:gd name="connsiteX122" fmla="*/ 734648 w 1605470"/>
              <a:gd name="connsiteY122" fmla="*/ 3145733 h 6858000"/>
              <a:gd name="connsiteX123" fmla="*/ 729329 w 1605470"/>
              <a:gd name="connsiteY123" fmla="*/ 3129034 h 6858000"/>
              <a:gd name="connsiteX124" fmla="*/ 729994 w 1605470"/>
              <a:gd name="connsiteY124" fmla="*/ 3126682 h 6858000"/>
              <a:gd name="connsiteX125" fmla="*/ 720862 w 1605470"/>
              <a:gd name="connsiteY125" fmla="*/ 3114519 h 6858000"/>
              <a:gd name="connsiteX126" fmla="*/ 707471 w 1605470"/>
              <a:gd name="connsiteY126" fmla="*/ 3106272 h 6858000"/>
              <a:gd name="connsiteX127" fmla="*/ 680201 w 1605470"/>
              <a:gd name="connsiteY127" fmla="*/ 2958185 h 6858000"/>
              <a:gd name="connsiteX128" fmla="*/ 622815 w 1605470"/>
              <a:gd name="connsiteY128" fmla="*/ 2762989 h 6858000"/>
              <a:gd name="connsiteX129" fmla="*/ 571733 w 1605470"/>
              <a:gd name="connsiteY129" fmla="*/ 2554718 h 6858000"/>
              <a:gd name="connsiteX130" fmla="*/ 551827 w 1605470"/>
              <a:gd name="connsiteY130" fmla="*/ 2485734 h 6858000"/>
              <a:gd name="connsiteX131" fmla="*/ 542550 w 1605470"/>
              <a:gd name="connsiteY131" fmla="*/ 2447068 h 6858000"/>
              <a:gd name="connsiteX132" fmla="*/ 529511 w 1605470"/>
              <a:gd name="connsiteY132" fmla="*/ 2425819 h 6858000"/>
              <a:gd name="connsiteX133" fmla="*/ 528878 w 1605470"/>
              <a:gd name="connsiteY133" fmla="*/ 2408971 h 6858000"/>
              <a:gd name="connsiteX134" fmla="*/ 535510 w 1605470"/>
              <a:gd name="connsiteY134" fmla="*/ 2402874 h 6858000"/>
              <a:gd name="connsiteX135" fmla="*/ 538122 w 1605470"/>
              <a:gd name="connsiteY135" fmla="*/ 2381443 h 6858000"/>
              <a:gd name="connsiteX136" fmla="*/ 514451 w 1605470"/>
              <a:gd name="connsiteY136" fmla="*/ 2261920 h 6858000"/>
              <a:gd name="connsiteX137" fmla="*/ 486968 w 1605470"/>
              <a:gd name="connsiteY137" fmla="*/ 2182937 h 6858000"/>
              <a:gd name="connsiteX138" fmla="*/ 488555 w 1605470"/>
              <a:gd name="connsiteY138" fmla="*/ 2155135 h 6858000"/>
              <a:gd name="connsiteX139" fmla="*/ 486013 w 1605470"/>
              <a:gd name="connsiteY139" fmla="*/ 2118008 h 6858000"/>
              <a:gd name="connsiteX140" fmla="*/ 487006 w 1605470"/>
              <a:gd name="connsiteY140" fmla="*/ 2050531 h 6858000"/>
              <a:gd name="connsiteX141" fmla="*/ 478812 w 1605470"/>
              <a:gd name="connsiteY141" fmla="*/ 1963269 h 6858000"/>
              <a:gd name="connsiteX142" fmla="*/ 442619 w 1605470"/>
              <a:gd name="connsiteY142" fmla="*/ 1910499 h 6858000"/>
              <a:gd name="connsiteX143" fmla="*/ 446785 w 1605470"/>
              <a:gd name="connsiteY143" fmla="*/ 1903212 h 6858000"/>
              <a:gd name="connsiteX144" fmla="*/ 436547 w 1605470"/>
              <a:gd name="connsiteY144" fmla="*/ 1861531 h 6858000"/>
              <a:gd name="connsiteX145" fmla="*/ 390346 w 1605470"/>
              <a:gd name="connsiteY145" fmla="*/ 1732919 h 6858000"/>
              <a:gd name="connsiteX146" fmla="*/ 362657 w 1605470"/>
              <a:gd name="connsiteY146" fmla="*/ 1663540 h 6858000"/>
              <a:gd name="connsiteX147" fmla="*/ 361783 w 1605470"/>
              <a:gd name="connsiteY147" fmla="*/ 1615777 h 6858000"/>
              <a:gd name="connsiteX148" fmla="*/ 342578 w 1605470"/>
              <a:gd name="connsiteY148" fmla="*/ 1563678 h 6858000"/>
              <a:gd name="connsiteX149" fmla="*/ 355658 w 1605470"/>
              <a:gd name="connsiteY149" fmla="*/ 1519474 h 6858000"/>
              <a:gd name="connsiteX150" fmla="*/ 348400 w 1605470"/>
              <a:gd name="connsiteY150" fmla="*/ 1477995 h 6858000"/>
              <a:gd name="connsiteX151" fmla="*/ 334485 w 1605470"/>
              <a:gd name="connsiteY151" fmla="*/ 1373769 h 6858000"/>
              <a:gd name="connsiteX152" fmla="*/ 342792 w 1605470"/>
              <a:gd name="connsiteY152" fmla="*/ 1307086 h 6858000"/>
              <a:gd name="connsiteX153" fmla="*/ 343980 w 1605470"/>
              <a:gd name="connsiteY153" fmla="*/ 1189033 h 6858000"/>
              <a:gd name="connsiteX154" fmla="*/ 348665 w 1605470"/>
              <a:gd name="connsiteY154" fmla="*/ 1168288 h 6858000"/>
              <a:gd name="connsiteX155" fmla="*/ 340947 w 1605470"/>
              <a:gd name="connsiteY155" fmla="*/ 1142577 h 6858000"/>
              <a:gd name="connsiteX156" fmla="*/ 330253 w 1605470"/>
              <a:gd name="connsiteY156" fmla="*/ 1088484 h 6858000"/>
              <a:gd name="connsiteX157" fmla="*/ 318989 w 1605470"/>
              <a:gd name="connsiteY157" fmla="*/ 1016103 h 6858000"/>
              <a:gd name="connsiteX158" fmla="*/ 320445 w 1605470"/>
              <a:gd name="connsiteY158" fmla="*/ 932283 h 6858000"/>
              <a:gd name="connsiteX159" fmla="*/ 322681 w 1605470"/>
              <a:gd name="connsiteY159" fmla="*/ 915925 h 6858000"/>
              <a:gd name="connsiteX160" fmla="*/ 315310 w 1605470"/>
              <a:gd name="connsiteY160" fmla="*/ 896999 h 6858000"/>
              <a:gd name="connsiteX161" fmla="*/ 284718 w 1605470"/>
              <a:gd name="connsiteY161" fmla="*/ 821517 h 6858000"/>
              <a:gd name="connsiteX162" fmla="*/ 263668 w 1605470"/>
              <a:gd name="connsiteY162" fmla="*/ 751353 h 6858000"/>
              <a:gd name="connsiteX163" fmla="*/ 263226 w 1605470"/>
              <a:gd name="connsiteY163" fmla="*/ 721230 h 6858000"/>
              <a:gd name="connsiteX164" fmla="*/ 248897 w 1605470"/>
              <a:gd name="connsiteY164" fmla="*/ 681659 h 6858000"/>
              <a:gd name="connsiteX165" fmla="*/ 234316 w 1605470"/>
              <a:gd name="connsiteY165" fmla="*/ 635218 h 6858000"/>
              <a:gd name="connsiteX166" fmla="*/ 239327 w 1605470"/>
              <a:gd name="connsiteY166" fmla="*/ 613763 h 6858000"/>
              <a:gd name="connsiteX167" fmla="*/ 225269 w 1605470"/>
              <a:gd name="connsiteY167" fmla="*/ 598582 h 6858000"/>
              <a:gd name="connsiteX168" fmla="*/ 224950 w 1605470"/>
              <a:gd name="connsiteY168" fmla="*/ 576846 h 6858000"/>
              <a:gd name="connsiteX169" fmla="*/ 204576 w 1605470"/>
              <a:gd name="connsiteY169" fmla="*/ 530055 h 6858000"/>
              <a:gd name="connsiteX170" fmla="*/ 219064 w 1605470"/>
              <a:gd name="connsiteY170" fmla="*/ 469651 h 6858000"/>
              <a:gd name="connsiteX171" fmla="*/ 195012 w 1605470"/>
              <a:gd name="connsiteY171" fmla="*/ 448559 h 6858000"/>
              <a:gd name="connsiteX172" fmla="*/ 201434 w 1605470"/>
              <a:gd name="connsiteY172" fmla="*/ 441529 h 6858000"/>
              <a:gd name="connsiteX173" fmla="*/ 200655 w 1605470"/>
              <a:gd name="connsiteY173" fmla="*/ 428927 h 6858000"/>
              <a:gd name="connsiteX174" fmla="*/ 190059 w 1605470"/>
              <a:gd name="connsiteY174" fmla="*/ 430161 h 6858000"/>
              <a:gd name="connsiteX175" fmla="*/ 167079 w 1605470"/>
              <a:gd name="connsiteY175" fmla="*/ 367211 h 6858000"/>
              <a:gd name="connsiteX176" fmla="*/ 124571 w 1605470"/>
              <a:gd name="connsiteY176" fmla="*/ 302178 h 6858000"/>
              <a:gd name="connsiteX177" fmla="*/ 103243 w 1605470"/>
              <a:gd name="connsiteY177" fmla="*/ 211375 h 6858000"/>
              <a:gd name="connsiteX178" fmla="*/ 94571 w 1605470"/>
              <a:gd name="connsiteY178" fmla="*/ 184179 h 6858000"/>
              <a:gd name="connsiteX179" fmla="*/ 13437 w 1605470"/>
              <a:gd name="connsiteY179" fmla="*/ 19287 h 6858000"/>
              <a:gd name="connsiteX180" fmla="*/ 0 w 1605470"/>
              <a:gd name="connsiteY180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62965 h 6858000"/>
              <a:gd name="connsiteX77" fmla="*/ 738263 w 1605470"/>
              <a:gd name="connsiteY77" fmla="*/ 4444346 h 6858000"/>
              <a:gd name="connsiteX78" fmla="*/ 756542 w 1605470"/>
              <a:gd name="connsiteY78" fmla="*/ 4350346 h 6858000"/>
              <a:gd name="connsiteX79" fmla="*/ 715481 w 1605470"/>
              <a:gd name="connsiteY79" fmla="*/ 4214165 h 6858000"/>
              <a:gd name="connsiteX80" fmla="*/ 719554 w 1605470"/>
              <a:gd name="connsiteY80" fmla="*/ 4090296 h 6858000"/>
              <a:gd name="connsiteX81" fmla="*/ 704810 w 1605470"/>
              <a:gd name="connsiteY81" fmla="*/ 4033999 h 6858000"/>
              <a:gd name="connsiteX82" fmla="*/ 705959 w 1605470"/>
              <a:gd name="connsiteY82" fmla="*/ 4031933 h 6858000"/>
              <a:gd name="connsiteX83" fmla="*/ 704535 w 1605470"/>
              <a:gd name="connsiteY83" fmla="*/ 4013953 h 6858000"/>
              <a:gd name="connsiteX84" fmla="*/ 700443 w 1605470"/>
              <a:gd name="connsiteY84" fmla="*/ 4010511 h 6858000"/>
              <a:gd name="connsiteX85" fmla="*/ 698282 w 1605470"/>
              <a:gd name="connsiteY85" fmla="*/ 3998331 h 6858000"/>
              <a:gd name="connsiteX86" fmla="*/ 690830 w 1605470"/>
              <a:gd name="connsiteY86" fmla="*/ 3974753 h 6858000"/>
              <a:gd name="connsiteX87" fmla="*/ 692428 w 1605470"/>
              <a:gd name="connsiteY87" fmla="*/ 3969950 h 6858000"/>
              <a:gd name="connsiteX88" fmla="*/ 685850 w 1605470"/>
              <a:gd name="connsiteY88" fmla="*/ 3933779 h 6858000"/>
              <a:gd name="connsiteX89" fmla="*/ 687181 w 1605470"/>
              <a:gd name="connsiteY89" fmla="*/ 3933093 h 6858000"/>
              <a:gd name="connsiteX90" fmla="*/ 691535 w 1605470"/>
              <a:gd name="connsiteY90" fmla="*/ 3922082 h 6858000"/>
              <a:gd name="connsiteX91" fmla="*/ 696613 w 1605470"/>
              <a:gd name="connsiteY91" fmla="*/ 3901461 h 6858000"/>
              <a:gd name="connsiteX92" fmla="*/ 719207 w 1605470"/>
              <a:gd name="connsiteY92" fmla="*/ 3813873 h 6858000"/>
              <a:gd name="connsiteX93" fmla="*/ 718632 w 1605470"/>
              <a:gd name="connsiteY93" fmla="*/ 3806161 h 6858000"/>
              <a:gd name="connsiteX94" fmla="*/ 718939 w 1605470"/>
              <a:gd name="connsiteY94" fmla="*/ 3805957 h 6858000"/>
              <a:gd name="connsiteX95" fmla="*/ 718966 w 1605470"/>
              <a:gd name="connsiteY95" fmla="*/ 3797724 h 6858000"/>
              <a:gd name="connsiteX96" fmla="*/ 717581 w 1605470"/>
              <a:gd name="connsiteY96" fmla="*/ 3792098 h 6858000"/>
              <a:gd name="connsiteX97" fmla="*/ 716465 w 1605470"/>
              <a:gd name="connsiteY97" fmla="*/ 3777135 h 6858000"/>
              <a:gd name="connsiteX98" fmla="*/ 718198 w 1605470"/>
              <a:gd name="connsiteY98" fmla="*/ 3771656 h 6858000"/>
              <a:gd name="connsiteX99" fmla="*/ 721941 w 1605470"/>
              <a:gd name="connsiteY99" fmla="*/ 3769007 h 6858000"/>
              <a:gd name="connsiteX100" fmla="*/ 721407 w 1605470"/>
              <a:gd name="connsiteY100" fmla="*/ 3767709 h 6858000"/>
              <a:gd name="connsiteX101" fmla="*/ 730103 w 1605470"/>
              <a:gd name="connsiteY101" fmla="*/ 3738082 h 6858000"/>
              <a:gd name="connsiteX102" fmla="*/ 737449 w 1605470"/>
              <a:gd name="connsiteY102" fmla="*/ 3673397 h 6858000"/>
              <a:gd name="connsiteX103" fmla="*/ 736745 w 1605470"/>
              <a:gd name="connsiteY103" fmla="*/ 3637109 h 6858000"/>
              <a:gd name="connsiteX104" fmla="*/ 740188 w 1605470"/>
              <a:gd name="connsiteY104" fmla="*/ 3536883 h 6858000"/>
              <a:gd name="connsiteX105" fmla="*/ 747726 w 1605470"/>
              <a:gd name="connsiteY105" fmla="*/ 3435652 h 6858000"/>
              <a:gd name="connsiteX106" fmla="*/ 774383 w 1605470"/>
              <a:gd name="connsiteY106" fmla="*/ 3381564 h 6858000"/>
              <a:gd name="connsiteX107" fmla="*/ 774870 w 1605470"/>
              <a:gd name="connsiteY107" fmla="*/ 3375761 h 6858000"/>
              <a:gd name="connsiteX108" fmla="*/ 770510 w 1605470"/>
              <a:gd name="connsiteY108" fmla="*/ 3361844 h 6858000"/>
              <a:gd name="connsiteX109" fmla="*/ 767933 w 1605470"/>
              <a:gd name="connsiteY109" fmla="*/ 3356929 h 6858000"/>
              <a:gd name="connsiteX110" fmla="*/ 766158 w 1605470"/>
              <a:gd name="connsiteY110" fmla="*/ 3349058 h 6858000"/>
              <a:gd name="connsiteX111" fmla="*/ 766414 w 1605470"/>
              <a:gd name="connsiteY111" fmla="*/ 3348763 h 6858000"/>
              <a:gd name="connsiteX112" fmla="*/ 764166 w 1605470"/>
              <a:gd name="connsiteY112" fmla="*/ 3341588 h 6858000"/>
              <a:gd name="connsiteX113" fmla="*/ 749397 w 1605470"/>
              <a:gd name="connsiteY113" fmla="*/ 3307769 h 6858000"/>
              <a:gd name="connsiteX114" fmla="*/ 766960 w 1605470"/>
              <a:gd name="connsiteY114" fmla="*/ 3250522 h 6858000"/>
              <a:gd name="connsiteX115" fmla="*/ 767385 w 1605470"/>
              <a:gd name="connsiteY115" fmla="*/ 3229163 h 6858000"/>
              <a:gd name="connsiteX116" fmla="*/ 769208 w 1605470"/>
              <a:gd name="connsiteY116" fmla="*/ 3217217 h 6858000"/>
              <a:gd name="connsiteX117" fmla="*/ 770350 w 1605470"/>
              <a:gd name="connsiteY117" fmla="*/ 3216125 h 6858000"/>
              <a:gd name="connsiteX118" fmla="*/ 756043 w 1605470"/>
              <a:gd name="connsiteY118" fmla="*/ 3183755 h 6858000"/>
              <a:gd name="connsiteX119" fmla="*/ 756544 w 1605470"/>
              <a:gd name="connsiteY119" fmla="*/ 3178642 h 6858000"/>
              <a:gd name="connsiteX120" fmla="*/ 744144 w 1605470"/>
              <a:gd name="connsiteY120" fmla="*/ 3158586 h 6858000"/>
              <a:gd name="connsiteX121" fmla="*/ 739378 w 1605470"/>
              <a:gd name="connsiteY121" fmla="*/ 3147669 h 6858000"/>
              <a:gd name="connsiteX122" fmla="*/ 734648 w 1605470"/>
              <a:gd name="connsiteY122" fmla="*/ 3145733 h 6858000"/>
              <a:gd name="connsiteX123" fmla="*/ 729329 w 1605470"/>
              <a:gd name="connsiteY123" fmla="*/ 3129034 h 6858000"/>
              <a:gd name="connsiteX124" fmla="*/ 729994 w 1605470"/>
              <a:gd name="connsiteY124" fmla="*/ 3126682 h 6858000"/>
              <a:gd name="connsiteX125" fmla="*/ 720862 w 1605470"/>
              <a:gd name="connsiteY125" fmla="*/ 3114519 h 6858000"/>
              <a:gd name="connsiteX126" fmla="*/ 707471 w 1605470"/>
              <a:gd name="connsiteY126" fmla="*/ 3106272 h 6858000"/>
              <a:gd name="connsiteX127" fmla="*/ 680201 w 1605470"/>
              <a:gd name="connsiteY127" fmla="*/ 2958185 h 6858000"/>
              <a:gd name="connsiteX128" fmla="*/ 622815 w 1605470"/>
              <a:gd name="connsiteY128" fmla="*/ 2762989 h 6858000"/>
              <a:gd name="connsiteX129" fmla="*/ 571733 w 1605470"/>
              <a:gd name="connsiteY129" fmla="*/ 2554718 h 6858000"/>
              <a:gd name="connsiteX130" fmla="*/ 551827 w 1605470"/>
              <a:gd name="connsiteY130" fmla="*/ 2485734 h 6858000"/>
              <a:gd name="connsiteX131" fmla="*/ 542550 w 1605470"/>
              <a:gd name="connsiteY131" fmla="*/ 2447068 h 6858000"/>
              <a:gd name="connsiteX132" fmla="*/ 529511 w 1605470"/>
              <a:gd name="connsiteY132" fmla="*/ 2425819 h 6858000"/>
              <a:gd name="connsiteX133" fmla="*/ 528878 w 1605470"/>
              <a:gd name="connsiteY133" fmla="*/ 2408971 h 6858000"/>
              <a:gd name="connsiteX134" fmla="*/ 535510 w 1605470"/>
              <a:gd name="connsiteY134" fmla="*/ 2402874 h 6858000"/>
              <a:gd name="connsiteX135" fmla="*/ 538122 w 1605470"/>
              <a:gd name="connsiteY135" fmla="*/ 2381443 h 6858000"/>
              <a:gd name="connsiteX136" fmla="*/ 514451 w 1605470"/>
              <a:gd name="connsiteY136" fmla="*/ 2261920 h 6858000"/>
              <a:gd name="connsiteX137" fmla="*/ 486968 w 1605470"/>
              <a:gd name="connsiteY137" fmla="*/ 2182937 h 6858000"/>
              <a:gd name="connsiteX138" fmla="*/ 488555 w 1605470"/>
              <a:gd name="connsiteY138" fmla="*/ 2155135 h 6858000"/>
              <a:gd name="connsiteX139" fmla="*/ 486013 w 1605470"/>
              <a:gd name="connsiteY139" fmla="*/ 2118008 h 6858000"/>
              <a:gd name="connsiteX140" fmla="*/ 487006 w 1605470"/>
              <a:gd name="connsiteY140" fmla="*/ 2050531 h 6858000"/>
              <a:gd name="connsiteX141" fmla="*/ 478812 w 1605470"/>
              <a:gd name="connsiteY141" fmla="*/ 1963269 h 6858000"/>
              <a:gd name="connsiteX142" fmla="*/ 442619 w 1605470"/>
              <a:gd name="connsiteY142" fmla="*/ 1910499 h 6858000"/>
              <a:gd name="connsiteX143" fmla="*/ 446785 w 1605470"/>
              <a:gd name="connsiteY143" fmla="*/ 1903212 h 6858000"/>
              <a:gd name="connsiteX144" fmla="*/ 436547 w 1605470"/>
              <a:gd name="connsiteY144" fmla="*/ 1861531 h 6858000"/>
              <a:gd name="connsiteX145" fmla="*/ 390346 w 1605470"/>
              <a:gd name="connsiteY145" fmla="*/ 1732919 h 6858000"/>
              <a:gd name="connsiteX146" fmla="*/ 362657 w 1605470"/>
              <a:gd name="connsiteY146" fmla="*/ 1663540 h 6858000"/>
              <a:gd name="connsiteX147" fmla="*/ 361783 w 1605470"/>
              <a:gd name="connsiteY147" fmla="*/ 1615777 h 6858000"/>
              <a:gd name="connsiteX148" fmla="*/ 342578 w 1605470"/>
              <a:gd name="connsiteY148" fmla="*/ 1563678 h 6858000"/>
              <a:gd name="connsiteX149" fmla="*/ 355658 w 1605470"/>
              <a:gd name="connsiteY149" fmla="*/ 1519474 h 6858000"/>
              <a:gd name="connsiteX150" fmla="*/ 348400 w 1605470"/>
              <a:gd name="connsiteY150" fmla="*/ 1477995 h 6858000"/>
              <a:gd name="connsiteX151" fmla="*/ 334485 w 1605470"/>
              <a:gd name="connsiteY151" fmla="*/ 1373769 h 6858000"/>
              <a:gd name="connsiteX152" fmla="*/ 342792 w 1605470"/>
              <a:gd name="connsiteY152" fmla="*/ 1307086 h 6858000"/>
              <a:gd name="connsiteX153" fmla="*/ 343980 w 1605470"/>
              <a:gd name="connsiteY153" fmla="*/ 1189033 h 6858000"/>
              <a:gd name="connsiteX154" fmla="*/ 348665 w 1605470"/>
              <a:gd name="connsiteY154" fmla="*/ 1168288 h 6858000"/>
              <a:gd name="connsiteX155" fmla="*/ 340947 w 1605470"/>
              <a:gd name="connsiteY155" fmla="*/ 1142577 h 6858000"/>
              <a:gd name="connsiteX156" fmla="*/ 330253 w 1605470"/>
              <a:gd name="connsiteY156" fmla="*/ 1088484 h 6858000"/>
              <a:gd name="connsiteX157" fmla="*/ 318989 w 1605470"/>
              <a:gd name="connsiteY157" fmla="*/ 1016103 h 6858000"/>
              <a:gd name="connsiteX158" fmla="*/ 320445 w 1605470"/>
              <a:gd name="connsiteY158" fmla="*/ 932283 h 6858000"/>
              <a:gd name="connsiteX159" fmla="*/ 322681 w 1605470"/>
              <a:gd name="connsiteY159" fmla="*/ 915925 h 6858000"/>
              <a:gd name="connsiteX160" fmla="*/ 315310 w 1605470"/>
              <a:gd name="connsiteY160" fmla="*/ 896999 h 6858000"/>
              <a:gd name="connsiteX161" fmla="*/ 284718 w 1605470"/>
              <a:gd name="connsiteY161" fmla="*/ 821517 h 6858000"/>
              <a:gd name="connsiteX162" fmla="*/ 263668 w 1605470"/>
              <a:gd name="connsiteY162" fmla="*/ 751353 h 6858000"/>
              <a:gd name="connsiteX163" fmla="*/ 263226 w 1605470"/>
              <a:gd name="connsiteY163" fmla="*/ 721230 h 6858000"/>
              <a:gd name="connsiteX164" fmla="*/ 248897 w 1605470"/>
              <a:gd name="connsiteY164" fmla="*/ 681659 h 6858000"/>
              <a:gd name="connsiteX165" fmla="*/ 234316 w 1605470"/>
              <a:gd name="connsiteY165" fmla="*/ 635218 h 6858000"/>
              <a:gd name="connsiteX166" fmla="*/ 239327 w 1605470"/>
              <a:gd name="connsiteY166" fmla="*/ 613763 h 6858000"/>
              <a:gd name="connsiteX167" fmla="*/ 225269 w 1605470"/>
              <a:gd name="connsiteY167" fmla="*/ 598582 h 6858000"/>
              <a:gd name="connsiteX168" fmla="*/ 224950 w 1605470"/>
              <a:gd name="connsiteY168" fmla="*/ 576846 h 6858000"/>
              <a:gd name="connsiteX169" fmla="*/ 204576 w 1605470"/>
              <a:gd name="connsiteY169" fmla="*/ 530055 h 6858000"/>
              <a:gd name="connsiteX170" fmla="*/ 219064 w 1605470"/>
              <a:gd name="connsiteY170" fmla="*/ 469651 h 6858000"/>
              <a:gd name="connsiteX171" fmla="*/ 195012 w 1605470"/>
              <a:gd name="connsiteY171" fmla="*/ 448559 h 6858000"/>
              <a:gd name="connsiteX172" fmla="*/ 201434 w 1605470"/>
              <a:gd name="connsiteY172" fmla="*/ 441529 h 6858000"/>
              <a:gd name="connsiteX173" fmla="*/ 200655 w 1605470"/>
              <a:gd name="connsiteY173" fmla="*/ 428927 h 6858000"/>
              <a:gd name="connsiteX174" fmla="*/ 190059 w 1605470"/>
              <a:gd name="connsiteY174" fmla="*/ 430161 h 6858000"/>
              <a:gd name="connsiteX175" fmla="*/ 167079 w 1605470"/>
              <a:gd name="connsiteY175" fmla="*/ 367211 h 6858000"/>
              <a:gd name="connsiteX176" fmla="*/ 124571 w 1605470"/>
              <a:gd name="connsiteY176" fmla="*/ 302178 h 6858000"/>
              <a:gd name="connsiteX177" fmla="*/ 103243 w 1605470"/>
              <a:gd name="connsiteY177" fmla="*/ 211375 h 6858000"/>
              <a:gd name="connsiteX178" fmla="*/ 94571 w 1605470"/>
              <a:gd name="connsiteY178" fmla="*/ 184179 h 6858000"/>
              <a:gd name="connsiteX179" fmla="*/ 13437 w 1605470"/>
              <a:gd name="connsiteY179" fmla="*/ 19287 h 6858000"/>
              <a:gd name="connsiteX180" fmla="*/ 0 w 1605470"/>
              <a:gd name="connsiteY180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34671 w 1605470"/>
              <a:gd name="connsiteY75" fmla="*/ 4715631 h 6858000"/>
              <a:gd name="connsiteX76" fmla="*/ 743180 w 1605470"/>
              <a:gd name="connsiteY76" fmla="*/ 4613201 h 6858000"/>
              <a:gd name="connsiteX77" fmla="*/ 738263 w 1605470"/>
              <a:gd name="connsiteY77" fmla="*/ 4444346 h 6858000"/>
              <a:gd name="connsiteX78" fmla="*/ 756542 w 1605470"/>
              <a:gd name="connsiteY78" fmla="*/ 4350346 h 6858000"/>
              <a:gd name="connsiteX79" fmla="*/ 715481 w 1605470"/>
              <a:gd name="connsiteY79" fmla="*/ 4214165 h 6858000"/>
              <a:gd name="connsiteX80" fmla="*/ 719554 w 1605470"/>
              <a:gd name="connsiteY80" fmla="*/ 4090296 h 6858000"/>
              <a:gd name="connsiteX81" fmla="*/ 704810 w 1605470"/>
              <a:gd name="connsiteY81" fmla="*/ 4033999 h 6858000"/>
              <a:gd name="connsiteX82" fmla="*/ 705959 w 1605470"/>
              <a:gd name="connsiteY82" fmla="*/ 4031933 h 6858000"/>
              <a:gd name="connsiteX83" fmla="*/ 704535 w 1605470"/>
              <a:gd name="connsiteY83" fmla="*/ 4013953 h 6858000"/>
              <a:gd name="connsiteX84" fmla="*/ 700443 w 1605470"/>
              <a:gd name="connsiteY84" fmla="*/ 4010511 h 6858000"/>
              <a:gd name="connsiteX85" fmla="*/ 698282 w 1605470"/>
              <a:gd name="connsiteY85" fmla="*/ 3998331 h 6858000"/>
              <a:gd name="connsiteX86" fmla="*/ 690830 w 1605470"/>
              <a:gd name="connsiteY86" fmla="*/ 3974753 h 6858000"/>
              <a:gd name="connsiteX87" fmla="*/ 692428 w 1605470"/>
              <a:gd name="connsiteY87" fmla="*/ 3969950 h 6858000"/>
              <a:gd name="connsiteX88" fmla="*/ 685850 w 1605470"/>
              <a:gd name="connsiteY88" fmla="*/ 3933779 h 6858000"/>
              <a:gd name="connsiteX89" fmla="*/ 687181 w 1605470"/>
              <a:gd name="connsiteY89" fmla="*/ 3933093 h 6858000"/>
              <a:gd name="connsiteX90" fmla="*/ 691535 w 1605470"/>
              <a:gd name="connsiteY90" fmla="*/ 3922082 h 6858000"/>
              <a:gd name="connsiteX91" fmla="*/ 696613 w 1605470"/>
              <a:gd name="connsiteY91" fmla="*/ 3901461 h 6858000"/>
              <a:gd name="connsiteX92" fmla="*/ 719207 w 1605470"/>
              <a:gd name="connsiteY92" fmla="*/ 3813873 h 6858000"/>
              <a:gd name="connsiteX93" fmla="*/ 718632 w 1605470"/>
              <a:gd name="connsiteY93" fmla="*/ 3806161 h 6858000"/>
              <a:gd name="connsiteX94" fmla="*/ 718939 w 1605470"/>
              <a:gd name="connsiteY94" fmla="*/ 3805957 h 6858000"/>
              <a:gd name="connsiteX95" fmla="*/ 718966 w 1605470"/>
              <a:gd name="connsiteY95" fmla="*/ 3797724 h 6858000"/>
              <a:gd name="connsiteX96" fmla="*/ 717581 w 1605470"/>
              <a:gd name="connsiteY96" fmla="*/ 3792098 h 6858000"/>
              <a:gd name="connsiteX97" fmla="*/ 716465 w 1605470"/>
              <a:gd name="connsiteY97" fmla="*/ 3777135 h 6858000"/>
              <a:gd name="connsiteX98" fmla="*/ 718198 w 1605470"/>
              <a:gd name="connsiteY98" fmla="*/ 3771656 h 6858000"/>
              <a:gd name="connsiteX99" fmla="*/ 721941 w 1605470"/>
              <a:gd name="connsiteY99" fmla="*/ 3769007 h 6858000"/>
              <a:gd name="connsiteX100" fmla="*/ 721407 w 1605470"/>
              <a:gd name="connsiteY100" fmla="*/ 3767709 h 6858000"/>
              <a:gd name="connsiteX101" fmla="*/ 730103 w 1605470"/>
              <a:gd name="connsiteY101" fmla="*/ 3738082 h 6858000"/>
              <a:gd name="connsiteX102" fmla="*/ 737449 w 1605470"/>
              <a:gd name="connsiteY102" fmla="*/ 3673397 h 6858000"/>
              <a:gd name="connsiteX103" fmla="*/ 736745 w 1605470"/>
              <a:gd name="connsiteY103" fmla="*/ 3637109 h 6858000"/>
              <a:gd name="connsiteX104" fmla="*/ 740188 w 1605470"/>
              <a:gd name="connsiteY104" fmla="*/ 3536883 h 6858000"/>
              <a:gd name="connsiteX105" fmla="*/ 747726 w 1605470"/>
              <a:gd name="connsiteY105" fmla="*/ 3435652 h 6858000"/>
              <a:gd name="connsiteX106" fmla="*/ 774383 w 1605470"/>
              <a:gd name="connsiteY106" fmla="*/ 3381564 h 6858000"/>
              <a:gd name="connsiteX107" fmla="*/ 774870 w 1605470"/>
              <a:gd name="connsiteY107" fmla="*/ 3375761 h 6858000"/>
              <a:gd name="connsiteX108" fmla="*/ 770510 w 1605470"/>
              <a:gd name="connsiteY108" fmla="*/ 3361844 h 6858000"/>
              <a:gd name="connsiteX109" fmla="*/ 767933 w 1605470"/>
              <a:gd name="connsiteY109" fmla="*/ 3356929 h 6858000"/>
              <a:gd name="connsiteX110" fmla="*/ 766158 w 1605470"/>
              <a:gd name="connsiteY110" fmla="*/ 3349058 h 6858000"/>
              <a:gd name="connsiteX111" fmla="*/ 766414 w 1605470"/>
              <a:gd name="connsiteY111" fmla="*/ 3348763 h 6858000"/>
              <a:gd name="connsiteX112" fmla="*/ 764166 w 1605470"/>
              <a:gd name="connsiteY112" fmla="*/ 3341588 h 6858000"/>
              <a:gd name="connsiteX113" fmla="*/ 749397 w 1605470"/>
              <a:gd name="connsiteY113" fmla="*/ 3307769 h 6858000"/>
              <a:gd name="connsiteX114" fmla="*/ 766960 w 1605470"/>
              <a:gd name="connsiteY114" fmla="*/ 3250522 h 6858000"/>
              <a:gd name="connsiteX115" fmla="*/ 767385 w 1605470"/>
              <a:gd name="connsiteY115" fmla="*/ 3229163 h 6858000"/>
              <a:gd name="connsiteX116" fmla="*/ 769208 w 1605470"/>
              <a:gd name="connsiteY116" fmla="*/ 3217217 h 6858000"/>
              <a:gd name="connsiteX117" fmla="*/ 770350 w 1605470"/>
              <a:gd name="connsiteY117" fmla="*/ 3216125 h 6858000"/>
              <a:gd name="connsiteX118" fmla="*/ 756043 w 1605470"/>
              <a:gd name="connsiteY118" fmla="*/ 3183755 h 6858000"/>
              <a:gd name="connsiteX119" fmla="*/ 756544 w 1605470"/>
              <a:gd name="connsiteY119" fmla="*/ 3178642 h 6858000"/>
              <a:gd name="connsiteX120" fmla="*/ 744144 w 1605470"/>
              <a:gd name="connsiteY120" fmla="*/ 3158586 h 6858000"/>
              <a:gd name="connsiteX121" fmla="*/ 739378 w 1605470"/>
              <a:gd name="connsiteY121" fmla="*/ 3147669 h 6858000"/>
              <a:gd name="connsiteX122" fmla="*/ 734648 w 1605470"/>
              <a:gd name="connsiteY122" fmla="*/ 3145733 h 6858000"/>
              <a:gd name="connsiteX123" fmla="*/ 729329 w 1605470"/>
              <a:gd name="connsiteY123" fmla="*/ 3129034 h 6858000"/>
              <a:gd name="connsiteX124" fmla="*/ 729994 w 1605470"/>
              <a:gd name="connsiteY124" fmla="*/ 3126682 h 6858000"/>
              <a:gd name="connsiteX125" fmla="*/ 720862 w 1605470"/>
              <a:gd name="connsiteY125" fmla="*/ 3114519 h 6858000"/>
              <a:gd name="connsiteX126" fmla="*/ 707471 w 1605470"/>
              <a:gd name="connsiteY126" fmla="*/ 3106272 h 6858000"/>
              <a:gd name="connsiteX127" fmla="*/ 680201 w 1605470"/>
              <a:gd name="connsiteY127" fmla="*/ 2958185 h 6858000"/>
              <a:gd name="connsiteX128" fmla="*/ 622815 w 1605470"/>
              <a:gd name="connsiteY128" fmla="*/ 2762989 h 6858000"/>
              <a:gd name="connsiteX129" fmla="*/ 571733 w 1605470"/>
              <a:gd name="connsiteY129" fmla="*/ 2554718 h 6858000"/>
              <a:gd name="connsiteX130" fmla="*/ 551827 w 1605470"/>
              <a:gd name="connsiteY130" fmla="*/ 2485734 h 6858000"/>
              <a:gd name="connsiteX131" fmla="*/ 542550 w 1605470"/>
              <a:gd name="connsiteY131" fmla="*/ 2447068 h 6858000"/>
              <a:gd name="connsiteX132" fmla="*/ 529511 w 1605470"/>
              <a:gd name="connsiteY132" fmla="*/ 2425819 h 6858000"/>
              <a:gd name="connsiteX133" fmla="*/ 528878 w 1605470"/>
              <a:gd name="connsiteY133" fmla="*/ 2408971 h 6858000"/>
              <a:gd name="connsiteX134" fmla="*/ 535510 w 1605470"/>
              <a:gd name="connsiteY134" fmla="*/ 2402874 h 6858000"/>
              <a:gd name="connsiteX135" fmla="*/ 538122 w 1605470"/>
              <a:gd name="connsiteY135" fmla="*/ 2381443 h 6858000"/>
              <a:gd name="connsiteX136" fmla="*/ 514451 w 1605470"/>
              <a:gd name="connsiteY136" fmla="*/ 2261920 h 6858000"/>
              <a:gd name="connsiteX137" fmla="*/ 486968 w 1605470"/>
              <a:gd name="connsiteY137" fmla="*/ 2182937 h 6858000"/>
              <a:gd name="connsiteX138" fmla="*/ 488555 w 1605470"/>
              <a:gd name="connsiteY138" fmla="*/ 2155135 h 6858000"/>
              <a:gd name="connsiteX139" fmla="*/ 486013 w 1605470"/>
              <a:gd name="connsiteY139" fmla="*/ 2118008 h 6858000"/>
              <a:gd name="connsiteX140" fmla="*/ 487006 w 1605470"/>
              <a:gd name="connsiteY140" fmla="*/ 2050531 h 6858000"/>
              <a:gd name="connsiteX141" fmla="*/ 478812 w 1605470"/>
              <a:gd name="connsiteY141" fmla="*/ 1963269 h 6858000"/>
              <a:gd name="connsiteX142" fmla="*/ 442619 w 1605470"/>
              <a:gd name="connsiteY142" fmla="*/ 1910499 h 6858000"/>
              <a:gd name="connsiteX143" fmla="*/ 446785 w 1605470"/>
              <a:gd name="connsiteY143" fmla="*/ 1903212 h 6858000"/>
              <a:gd name="connsiteX144" fmla="*/ 436547 w 1605470"/>
              <a:gd name="connsiteY144" fmla="*/ 1861531 h 6858000"/>
              <a:gd name="connsiteX145" fmla="*/ 390346 w 1605470"/>
              <a:gd name="connsiteY145" fmla="*/ 1732919 h 6858000"/>
              <a:gd name="connsiteX146" fmla="*/ 362657 w 1605470"/>
              <a:gd name="connsiteY146" fmla="*/ 1663540 h 6858000"/>
              <a:gd name="connsiteX147" fmla="*/ 361783 w 1605470"/>
              <a:gd name="connsiteY147" fmla="*/ 1615777 h 6858000"/>
              <a:gd name="connsiteX148" fmla="*/ 342578 w 1605470"/>
              <a:gd name="connsiteY148" fmla="*/ 1563678 h 6858000"/>
              <a:gd name="connsiteX149" fmla="*/ 355658 w 1605470"/>
              <a:gd name="connsiteY149" fmla="*/ 1519474 h 6858000"/>
              <a:gd name="connsiteX150" fmla="*/ 348400 w 1605470"/>
              <a:gd name="connsiteY150" fmla="*/ 1477995 h 6858000"/>
              <a:gd name="connsiteX151" fmla="*/ 334485 w 1605470"/>
              <a:gd name="connsiteY151" fmla="*/ 1373769 h 6858000"/>
              <a:gd name="connsiteX152" fmla="*/ 342792 w 1605470"/>
              <a:gd name="connsiteY152" fmla="*/ 1307086 h 6858000"/>
              <a:gd name="connsiteX153" fmla="*/ 343980 w 1605470"/>
              <a:gd name="connsiteY153" fmla="*/ 1189033 h 6858000"/>
              <a:gd name="connsiteX154" fmla="*/ 348665 w 1605470"/>
              <a:gd name="connsiteY154" fmla="*/ 1168288 h 6858000"/>
              <a:gd name="connsiteX155" fmla="*/ 340947 w 1605470"/>
              <a:gd name="connsiteY155" fmla="*/ 1142577 h 6858000"/>
              <a:gd name="connsiteX156" fmla="*/ 330253 w 1605470"/>
              <a:gd name="connsiteY156" fmla="*/ 1088484 h 6858000"/>
              <a:gd name="connsiteX157" fmla="*/ 318989 w 1605470"/>
              <a:gd name="connsiteY157" fmla="*/ 1016103 h 6858000"/>
              <a:gd name="connsiteX158" fmla="*/ 320445 w 1605470"/>
              <a:gd name="connsiteY158" fmla="*/ 932283 h 6858000"/>
              <a:gd name="connsiteX159" fmla="*/ 322681 w 1605470"/>
              <a:gd name="connsiteY159" fmla="*/ 915925 h 6858000"/>
              <a:gd name="connsiteX160" fmla="*/ 315310 w 1605470"/>
              <a:gd name="connsiteY160" fmla="*/ 896999 h 6858000"/>
              <a:gd name="connsiteX161" fmla="*/ 284718 w 1605470"/>
              <a:gd name="connsiteY161" fmla="*/ 821517 h 6858000"/>
              <a:gd name="connsiteX162" fmla="*/ 263668 w 1605470"/>
              <a:gd name="connsiteY162" fmla="*/ 751353 h 6858000"/>
              <a:gd name="connsiteX163" fmla="*/ 263226 w 1605470"/>
              <a:gd name="connsiteY163" fmla="*/ 721230 h 6858000"/>
              <a:gd name="connsiteX164" fmla="*/ 248897 w 1605470"/>
              <a:gd name="connsiteY164" fmla="*/ 681659 h 6858000"/>
              <a:gd name="connsiteX165" fmla="*/ 234316 w 1605470"/>
              <a:gd name="connsiteY165" fmla="*/ 635218 h 6858000"/>
              <a:gd name="connsiteX166" fmla="*/ 239327 w 1605470"/>
              <a:gd name="connsiteY166" fmla="*/ 613763 h 6858000"/>
              <a:gd name="connsiteX167" fmla="*/ 225269 w 1605470"/>
              <a:gd name="connsiteY167" fmla="*/ 598582 h 6858000"/>
              <a:gd name="connsiteX168" fmla="*/ 224950 w 1605470"/>
              <a:gd name="connsiteY168" fmla="*/ 576846 h 6858000"/>
              <a:gd name="connsiteX169" fmla="*/ 204576 w 1605470"/>
              <a:gd name="connsiteY169" fmla="*/ 530055 h 6858000"/>
              <a:gd name="connsiteX170" fmla="*/ 219064 w 1605470"/>
              <a:gd name="connsiteY170" fmla="*/ 469651 h 6858000"/>
              <a:gd name="connsiteX171" fmla="*/ 195012 w 1605470"/>
              <a:gd name="connsiteY171" fmla="*/ 448559 h 6858000"/>
              <a:gd name="connsiteX172" fmla="*/ 201434 w 1605470"/>
              <a:gd name="connsiteY172" fmla="*/ 441529 h 6858000"/>
              <a:gd name="connsiteX173" fmla="*/ 200655 w 1605470"/>
              <a:gd name="connsiteY173" fmla="*/ 428927 h 6858000"/>
              <a:gd name="connsiteX174" fmla="*/ 190059 w 1605470"/>
              <a:gd name="connsiteY174" fmla="*/ 430161 h 6858000"/>
              <a:gd name="connsiteX175" fmla="*/ 167079 w 1605470"/>
              <a:gd name="connsiteY175" fmla="*/ 367211 h 6858000"/>
              <a:gd name="connsiteX176" fmla="*/ 124571 w 1605470"/>
              <a:gd name="connsiteY176" fmla="*/ 302178 h 6858000"/>
              <a:gd name="connsiteX177" fmla="*/ 103243 w 1605470"/>
              <a:gd name="connsiteY177" fmla="*/ 211375 h 6858000"/>
              <a:gd name="connsiteX178" fmla="*/ 94571 w 1605470"/>
              <a:gd name="connsiteY178" fmla="*/ 184179 h 6858000"/>
              <a:gd name="connsiteX179" fmla="*/ 13437 w 1605470"/>
              <a:gd name="connsiteY179" fmla="*/ 19287 h 6858000"/>
              <a:gd name="connsiteX180" fmla="*/ 0 w 1605470"/>
              <a:gd name="connsiteY180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588 w 1605470"/>
              <a:gd name="connsiteY68" fmla="*/ 4845927 h 6858000"/>
              <a:gd name="connsiteX69" fmla="*/ 724935 w 1605470"/>
              <a:gd name="connsiteY69" fmla="*/ 4821504 h 6858000"/>
              <a:gd name="connsiteX70" fmla="*/ 732118 w 1605470"/>
              <a:gd name="connsiteY70" fmla="*/ 4801535 h 6858000"/>
              <a:gd name="connsiteX71" fmla="*/ 739787 w 1605470"/>
              <a:gd name="connsiteY71" fmla="*/ 4797794 h 6858000"/>
              <a:gd name="connsiteX72" fmla="*/ 741081 w 1605470"/>
              <a:gd name="connsiteY72" fmla="*/ 4784526 h 6858000"/>
              <a:gd name="connsiteX73" fmla="*/ 742865 w 1605470"/>
              <a:gd name="connsiteY73" fmla="*/ 4781211 h 6858000"/>
              <a:gd name="connsiteX74" fmla="*/ 751652 w 1605470"/>
              <a:gd name="connsiteY74" fmla="*/ 4761984 h 6858000"/>
              <a:gd name="connsiteX75" fmla="*/ 747700 w 1605470"/>
              <a:gd name="connsiteY75" fmla="*/ 4690749 h 6858000"/>
              <a:gd name="connsiteX76" fmla="*/ 743180 w 1605470"/>
              <a:gd name="connsiteY76" fmla="*/ 4613201 h 6858000"/>
              <a:gd name="connsiteX77" fmla="*/ 738263 w 1605470"/>
              <a:gd name="connsiteY77" fmla="*/ 4444346 h 6858000"/>
              <a:gd name="connsiteX78" fmla="*/ 756542 w 1605470"/>
              <a:gd name="connsiteY78" fmla="*/ 4350346 h 6858000"/>
              <a:gd name="connsiteX79" fmla="*/ 715481 w 1605470"/>
              <a:gd name="connsiteY79" fmla="*/ 4214165 h 6858000"/>
              <a:gd name="connsiteX80" fmla="*/ 719554 w 1605470"/>
              <a:gd name="connsiteY80" fmla="*/ 4090296 h 6858000"/>
              <a:gd name="connsiteX81" fmla="*/ 704810 w 1605470"/>
              <a:gd name="connsiteY81" fmla="*/ 4033999 h 6858000"/>
              <a:gd name="connsiteX82" fmla="*/ 705959 w 1605470"/>
              <a:gd name="connsiteY82" fmla="*/ 4031933 h 6858000"/>
              <a:gd name="connsiteX83" fmla="*/ 704535 w 1605470"/>
              <a:gd name="connsiteY83" fmla="*/ 4013953 h 6858000"/>
              <a:gd name="connsiteX84" fmla="*/ 700443 w 1605470"/>
              <a:gd name="connsiteY84" fmla="*/ 4010511 h 6858000"/>
              <a:gd name="connsiteX85" fmla="*/ 698282 w 1605470"/>
              <a:gd name="connsiteY85" fmla="*/ 3998331 h 6858000"/>
              <a:gd name="connsiteX86" fmla="*/ 690830 w 1605470"/>
              <a:gd name="connsiteY86" fmla="*/ 3974753 h 6858000"/>
              <a:gd name="connsiteX87" fmla="*/ 692428 w 1605470"/>
              <a:gd name="connsiteY87" fmla="*/ 3969950 h 6858000"/>
              <a:gd name="connsiteX88" fmla="*/ 685850 w 1605470"/>
              <a:gd name="connsiteY88" fmla="*/ 3933779 h 6858000"/>
              <a:gd name="connsiteX89" fmla="*/ 687181 w 1605470"/>
              <a:gd name="connsiteY89" fmla="*/ 3933093 h 6858000"/>
              <a:gd name="connsiteX90" fmla="*/ 691535 w 1605470"/>
              <a:gd name="connsiteY90" fmla="*/ 3922082 h 6858000"/>
              <a:gd name="connsiteX91" fmla="*/ 696613 w 1605470"/>
              <a:gd name="connsiteY91" fmla="*/ 3901461 h 6858000"/>
              <a:gd name="connsiteX92" fmla="*/ 719207 w 1605470"/>
              <a:gd name="connsiteY92" fmla="*/ 3813873 h 6858000"/>
              <a:gd name="connsiteX93" fmla="*/ 718632 w 1605470"/>
              <a:gd name="connsiteY93" fmla="*/ 3806161 h 6858000"/>
              <a:gd name="connsiteX94" fmla="*/ 718939 w 1605470"/>
              <a:gd name="connsiteY94" fmla="*/ 3805957 h 6858000"/>
              <a:gd name="connsiteX95" fmla="*/ 718966 w 1605470"/>
              <a:gd name="connsiteY95" fmla="*/ 3797724 h 6858000"/>
              <a:gd name="connsiteX96" fmla="*/ 717581 w 1605470"/>
              <a:gd name="connsiteY96" fmla="*/ 3792098 h 6858000"/>
              <a:gd name="connsiteX97" fmla="*/ 716465 w 1605470"/>
              <a:gd name="connsiteY97" fmla="*/ 3777135 h 6858000"/>
              <a:gd name="connsiteX98" fmla="*/ 718198 w 1605470"/>
              <a:gd name="connsiteY98" fmla="*/ 3771656 h 6858000"/>
              <a:gd name="connsiteX99" fmla="*/ 721941 w 1605470"/>
              <a:gd name="connsiteY99" fmla="*/ 3769007 h 6858000"/>
              <a:gd name="connsiteX100" fmla="*/ 721407 w 1605470"/>
              <a:gd name="connsiteY100" fmla="*/ 3767709 h 6858000"/>
              <a:gd name="connsiteX101" fmla="*/ 730103 w 1605470"/>
              <a:gd name="connsiteY101" fmla="*/ 3738082 h 6858000"/>
              <a:gd name="connsiteX102" fmla="*/ 737449 w 1605470"/>
              <a:gd name="connsiteY102" fmla="*/ 3673397 h 6858000"/>
              <a:gd name="connsiteX103" fmla="*/ 736745 w 1605470"/>
              <a:gd name="connsiteY103" fmla="*/ 3637109 h 6858000"/>
              <a:gd name="connsiteX104" fmla="*/ 740188 w 1605470"/>
              <a:gd name="connsiteY104" fmla="*/ 3536883 h 6858000"/>
              <a:gd name="connsiteX105" fmla="*/ 747726 w 1605470"/>
              <a:gd name="connsiteY105" fmla="*/ 3435652 h 6858000"/>
              <a:gd name="connsiteX106" fmla="*/ 774383 w 1605470"/>
              <a:gd name="connsiteY106" fmla="*/ 3381564 h 6858000"/>
              <a:gd name="connsiteX107" fmla="*/ 774870 w 1605470"/>
              <a:gd name="connsiteY107" fmla="*/ 3375761 h 6858000"/>
              <a:gd name="connsiteX108" fmla="*/ 770510 w 1605470"/>
              <a:gd name="connsiteY108" fmla="*/ 3361844 h 6858000"/>
              <a:gd name="connsiteX109" fmla="*/ 767933 w 1605470"/>
              <a:gd name="connsiteY109" fmla="*/ 3356929 h 6858000"/>
              <a:gd name="connsiteX110" fmla="*/ 766158 w 1605470"/>
              <a:gd name="connsiteY110" fmla="*/ 3349058 h 6858000"/>
              <a:gd name="connsiteX111" fmla="*/ 766414 w 1605470"/>
              <a:gd name="connsiteY111" fmla="*/ 3348763 h 6858000"/>
              <a:gd name="connsiteX112" fmla="*/ 764166 w 1605470"/>
              <a:gd name="connsiteY112" fmla="*/ 3341588 h 6858000"/>
              <a:gd name="connsiteX113" fmla="*/ 749397 w 1605470"/>
              <a:gd name="connsiteY113" fmla="*/ 3307769 h 6858000"/>
              <a:gd name="connsiteX114" fmla="*/ 766960 w 1605470"/>
              <a:gd name="connsiteY114" fmla="*/ 3250522 h 6858000"/>
              <a:gd name="connsiteX115" fmla="*/ 767385 w 1605470"/>
              <a:gd name="connsiteY115" fmla="*/ 3229163 h 6858000"/>
              <a:gd name="connsiteX116" fmla="*/ 769208 w 1605470"/>
              <a:gd name="connsiteY116" fmla="*/ 3217217 h 6858000"/>
              <a:gd name="connsiteX117" fmla="*/ 770350 w 1605470"/>
              <a:gd name="connsiteY117" fmla="*/ 3216125 h 6858000"/>
              <a:gd name="connsiteX118" fmla="*/ 756043 w 1605470"/>
              <a:gd name="connsiteY118" fmla="*/ 3183755 h 6858000"/>
              <a:gd name="connsiteX119" fmla="*/ 756544 w 1605470"/>
              <a:gd name="connsiteY119" fmla="*/ 3178642 h 6858000"/>
              <a:gd name="connsiteX120" fmla="*/ 744144 w 1605470"/>
              <a:gd name="connsiteY120" fmla="*/ 3158586 h 6858000"/>
              <a:gd name="connsiteX121" fmla="*/ 739378 w 1605470"/>
              <a:gd name="connsiteY121" fmla="*/ 3147669 h 6858000"/>
              <a:gd name="connsiteX122" fmla="*/ 734648 w 1605470"/>
              <a:gd name="connsiteY122" fmla="*/ 3145733 h 6858000"/>
              <a:gd name="connsiteX123" fmla="*/ 729329 w 1605470"/>
              <a:gd name="connsiteY123" fmla="*/ 3129034 h 6858000"/>
              <a:gd name="connsiteX124" fmla="*/ 729994 w 1605470"/>
              <a:gd name="connsiteY124" fmla="*/ 3126682 h 6858000"/>
              <a:gd name="connsiteX125" fmla="*/ 720862 w 1605470"/>
              <a:gd name="connsiteY125" fmla="*/ 3114519 h 6858000"/>
              <a:gd name="connsiteX126" fmla="*/ 707471 w 1605470"/>
              <a:gd name="connsiteY126" fmla="*/ 3106272 h 6858000"/>
              <a:gd name="connsiteX127" fmla="*/ 680201 w 1605470"/>
              <a:gd name="connsiteY127" fmla="*/ 2958185 h 6858000"/>
              <a:gd name="connsiteX128" fmla="*/ 622815 w 1605470"/>
              <a:gd name="connsiteY128" fmla="*/ 2762989 h 6858000"/>
              <a:gd name="connsiteX129" fmla="*/ 571733 w 1605470"/>
              <a:gd name="connsiteY129" fmla="*/ 2554718 h 6858000"/>
              <a:gd name="connsiteX130" fmla="*/ 551827 w 1605470"/>
              <a:gd name="connsiteY130" fmla="*/ 2485734 h 6858000"/>
              <a:gd name="connsiteX131" fmla="*/ 542550 w 1605470"/>
              <a:gd name="connsiteY131" fmla="*/ 2447068 h 6858000"/>
              <a:gd name="connsiteX132" fmla="*/ 529511 w 1605470"/>
              <a:gd name="connsiteY132" fmla="*/ 2425819 h 6858000"/>
              <a:gd name="connsiteX133" fmla="*/ 528878 w 1605470"/>
              <a:gd name="connsiteY133" fmla="*/ 2408971 h 6858000"/>
              <a:gd name="connsiteX134" fmla="*/ 535510 w 1605470"/>
              <a:gd name="connsiteY134" fmla="*/ 2402874 h 6858000"/>
              <a:gd name="connsiteX135" fmla="*/ 538122 w 1605470"/>
              <a:gd name="connsiteY135" fmla="*/ 2381443 h 6858000"/>
              <a:gd name="connsiteX136" fmla="*/ 514451 w 1605470"/>
              <a:gd name="connsiteY136" fmla="*/ 2261920 h 6858000"/>
              <a:gd name="connsiteX137" fmla="*/ 486968 w 1605470"/>
              <a:gd name="connsiteY137" fmla="*/ 2182937 h 6858000"/>
              <a:gd name="connsiteX138" fmla="*/ 488555 w 1605470"/>
              <a:gd name="connsiteY138" fmla="*/ 2155135 h 6858000"/>
              <a:gd name="connsiteX139" fmla="*/ 486013 w 1605470"/>
              <a:gd name="connsiteY139" fmla="*/ 2118008 h 6858000"/>
              <a:gd name="connsiteX140" fmla="*/ 487006 w 1605470"/>
              <a:gd name="connsiteY140" fmla="*/ 2050531 h 6858000"/>
              <a:gd name="connsiteX141" fmla="*/ 478812 w 1605470"/>
              <a:gd name="connsiteY141" fmla="*/ 1963269 h 6858000"/>
              <a:gd name="connsiteX142" fmla="*/ 442619 w 1605470"/>
              <a:gd name="connsiteY142" fmla="*/ 1910499 h 6858000"/>
              <a:gd name="connsiteX143" fmla="*/ 446785 w 1605470"/>
              <a:gd name="connsiteY143" fmla="*/ 1903212 h 6858000"/>
              <a:gd name="connsiteX144" fmla="*/ 436547 w 1605470"/>
              <a:gd name="connsiteY144" fmla="*/ 1861531 h 6858000"/>
              <a:gd name="connsiteX145" fmla="*/ 390346 w 1605470"/>
              <a:gd name="connsiteY145" fmla="*/ 1732919 h 6858000"/>
              <a:gd name="connsiteX146" fmla="*/ 362657 w 1605470"/>
              <a:gd name="connsiteY146" fmla="*/ 1663540 h 6858000"/>
              <a:gd name="connsiteX147" fmla="*/ 361783 w 1605470"/>
              <a:gd name="connsiteY147" fmla="*/ 1615777 h 6858000"/>
              <a:gd name="connsiteX148" fmla="*/ 342578 w 1605470"/>
              <a:gd name="connsiteY148" fmla="*/ 1563678 h 6858000"/>
              <a:gd name="connsiteX149" fmla="*/ 355658 w 1605470"/>
              <a:gd name="connsiteY149" fmla="*/ 1519474 h 6858000"/>
              <a:gd name="connsiteX150" fmla="*/ 348400 w 1605470"/>
              <a:gd name="connsiteY150" fmla="*/ 1477995 h 6858000"/>
              <a:gd name="connsiteX151" fmla="*/ 334485 w 1605470"/>
              <a:gd name="connsiteY151" fmla="*/ 1373769 h 6858000"/>
              <a:gd name="connsiteX152" fmla="*/ 342792 w 1605470"/>
              <a:gd name="connsiteY152" fmla="*/ 1307086 h 6858000"/>
              <a:gd name="connsiteX153" fmla="*/ 343980 w 1605470"/>
              <a:gd name="connsiteY153" fmla="*/ 1189033 h 6858000"/>
              <a:gd name="connsiteX154" fmla="*/ 348665 w 1605470"/>
              <a:gd name="connsiteY154" fmla="*/ 1168288 h 6858000"/>
              <a:gd name="connsiteX155" fmla="*/ 340947 w 1605470"/>
              <a:gd name="connsiteY155" fmla="*/ 1142577 h 6858000"/>
              <a:gd name="connsiteX156" fmla="*/ 330253 w 1605470"/>
              <a:gd name="connsiteY156" fmla="*/ 1088484 h 6858000"/>
              <a:gd name="connsiteX157" fmla="*/ 318989 w 1605470"/>
              <a:gd name="connsiteY157" fmla="*/ 1016103 h 6858000"/>
              <a:gd name="connsiteX158" fmla="*/ 320445 w 1605470"/>
              <a:gd name="connsiteY158" fmla="*/ 932283 h 6858000"/>
              <a:gd name="connsiteX159" fmla="*/ 322681 w 1605470"/>
              <a:gd name="connsiteY159" fmla="*/ 915925 h 6858000"/>
              <a:gd name="connsiteX160" fmla="*/ 315310 w 1605470"/>
              <a:gd name="connsiteY160" fmla="*/ 896999 h 6858000"/>
              <a:gd name="connsiteX161" fmla="*/ 284718 w 1605470"/>
              <a:gd name="connsiteY161" fmla="*/ 821517 h 6858000"/>
              <a:gd name="connsiteX162" fmla="*/ 263668 w 1605470"/>
              <a:gd name="connsiteY162" fmla="*/ 751353 h 6858000"/>
              <a:gd name="connsiteX163" fmla="*/ 263226 w 1605470"/>
              <a:gd name="connsiteY163" fmla="*/ 721230 h 6858000"/>
              <a:gd name="connsiteX164" fmla="*/ 248897 w 1605470"/>
              <a:gd name="connsiteY164" fmla="*/ 681659 h 6858000"/>
              <a:gd name="connsiteX165" fmla="*/ 234316 w 1605470"/>
              <a:gd name="connsiteY165" fmla="*/ 635218 h 6858000"/>
              <a:gd name="connsiteX166" fmla="*/ 239327 w 1605470"/>
              <a:gd name="connsiteY166" fmla="*/ 613763 h 6858000"/>
              <a:gd name="connsiteX167" fmla="*/ 225269 w 1605470"/>
              <a:gd name="connsiteY167" fmla="*/ 598582 h 6858000"/>
              <a:gd name="connsiteX168" fmla="*/ 224950 w 1605470"/>
              <a:gd name="connsiteY168" fmla="*/ 576846 h 6858000"/>
              <a:gd name="connsiteX169" fmla="*/ 204576 w 1605470"/>
              <a:gd name="connsiteY169" fmla="*/ 530055 h 6858000"/>
              <a:gd name="connsiteX170" fmla="*/ 219064 w 1605470"/>
              <a:gd name="connsiteY170" fmla="*/ 469651 h 6858000"/>
              <a:gd name="connsiteX171" fmla="*/ 195012 w 1605470"/>
              <a:gd name="connsiteY171" fmla="*/ 448559 h 6858000"/>
              <a:gd name="connsiteX172" fmla="*/ 201434 w 1605470"/>
              <a:gd name="connsiteY172" fmla="*/ 441529 h 6858000"/>
              <a:gd name="connsiteX173" fmla="*/ 200655 w 1605470"/>
              <a:gd name="connsiteY173" fmla="*/ 428927 h 6858000"/>
              <a:gd name="connsiteX174" fmla="*/ 190059 w 1605470"/>
              <a:gd name="connsiteY174" fmla="*/ 430161 h 6858000"/>
              <a:gd name="connsiteX175" fmla="*/ 167079 w 1605470"/>
              <a:gd name="connsiteY175" fmla="*/ 367211 h 6858000"/>
              <a:gd name="connsiteX176" fmla="*/ 124571 w 1605470"/>
              <a:gd name="connsiteY176" fmla="*/ 302178 h 6858000"/>
              <a:gd name="connsiteX177" fmla="*/ 103243 w 1605470"/>
              <a:gd name="connsiteY177" fmla="*/ 211375 h 6858000"/>
              <a:gd name="connsiteX178" fmla="*/ 94571 w 1605470"/>
              <a:gd name="connsiteY178" fmla="*/ 184179 h 6858000"/>
              <a:gd name="connsiteX179" fmla="*/ 13437 w 1605470"/>
              <a:gd name="connsiteY179" fmla="*/ 19287 h 6858000"/>
              <a:gd name="connsiteX180" fmla="*/ 0 w 1605470"/>
              <a:gd name="connsiteY180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09371 w 1605470"/>
              <a:gd name="connsiteY34" fmla="*/ 5950668 h 6858000"/>
              <a:gd name="connsiteX35" fmla="*/ 442432 w 1605470"/>
              <a:gd name="connsiteY35" fmla="*/ 5934687 h 6858000"/>
              <a:gd name="connsiteX36" fmla="*/ 489472 w 1605470"/>
              <a:gd name="connsiteY36" fmla="*/ 5732419 h 6858000"/>
              <a:gd name="connsiteX37" fmla="*/ 512623 w 1605470"/>
              <a:gd name="connsiteY37" fmla="*/ 5685392 h 6858000"/>
              <a:gd name="connsiteX38" fmla="*/ 510261 w 1605470"/>
              <a:gd name="connsiteY38" fmla="*/ 5634527 h 6858000"/>
              <a:gd name="connsiteX39" fmla="*/ 523992 w 1605470"/>
              <a:gd name="connsiteY39" fmla="*/ 5619557 h 6858000"/>
              <a:gd name="connsiteX40" fmla="*/ 526609 w 1605470"/>
              <a:gd name="connsiteY40" fmla="*/ 5617081 h 6858000"/>
              <a:gd name="connsiteX41" fmla="*/ 531653 w 1605470"/>
              <a:gd name="connsiteY41" fmla="*/ 5604904 h 6858000"/>
              <a:gd name="connsiteX42" fmla="*/ 539863 w 1605470"/>
              <a:gd name="connsiteY42" fmla="*/ 5604298 h 6858000"/>
              <a:gd name="connsiteX43" fmla="*/ 552319 w 1605470"/>
              <a:gd name="connsiteY43" fmla="*/ 5587997 h 6858000"/>
              <a:gd name="connsiteX44" fmla="*/ 559710 w 1605470"/>
              <a:gd name="connsiteY44" fmla="*/ 5564796 h 6858000"/>
              <a:gd name="connsiteX45" fmla="*/ 587214 w 1605470"/>
              <a:gd name="connsiteY45" fmla="*/ 5451511 h 6858000"/>
              <a:gd name="connsiteX46" fmla="*/ 608019 w 1605470"/>
              <a:gd name="connsiteY46" fmla="*/ 5385461 h 6858000"/>
              <a:gd name="connsiteX47" fmla="*/ 622750 w 1605470"/>
              <a:gd name="connsiteY47" fmla="*/ 5363084 h 6858000"/>
              <a:gd name="connsiteX48" fmla="*/ 638731 w 1605470"/>
              <a:gd name="connsiteY48" fmla="*/ 5330009 h 6858000"/>
              <a:gd name="connsiteX49" fmla="*/ 672224 w 1605470"/>
              <a:gd name="connsiteY49" fmla="*/ 5273739 h 6858000"/>
              <a:gd name="connsiteX50" fmla="*/ 681823 w 1605470"/>
              <a:gd name="connsiteY50" fmla="*/ 5241779 h 6858000"/>
              <a:gd name="connsiteX51" fmla="*/ 693049 w 1605470"/>
              <a:gd name="connsiteY51" fmla="*/ 5225268 h 6858000"/>
              <a:gd name="connsiteX52" fmla="*/ 694069 w 1605470"/>
              <a:gd name="connsiteY52" fmla="*/ 5217684 h 6858000"/>
              <a:gd name="connsiteX53" fmla="*/ 701410 w 1605470"/>
              <a:gd name="connsiteY53" fmla="*/ 5193377 h 6858000"/>
              <a:gd name="connsiteX54" fmla="*/ 704713 w 1605470"/>
              <a:gd name="connsiteY54" fmla="*/ 5179288 h 6858000"/>
              <a:gd name="connsiteX55" fmla="*/ 705697 w 1605470"/>
              <a:gd name="connsiteY55" fmla="*/ 5173621 h 6858000"/>
              <a:gd name="connsiteX56" fmla="*/ 701331 w 1605470"/>
              <a:gd name="connsiteY56" fmla="*/ 5159961 h 6858000"/>
              <a:gd name="connsiteX57" fmla="*/ 708008 w 1605470"/>
              <a:gd name="connsiteY57" fmla="*/ 5144295 h 6858000"/>
              <a:gd name="connsiteX58" fmla="*/ 704941 w 1605470"/>
              <a:gd name="connsiteY58" fmla="*/ 5125185 h 6858000"/>
              <a:gd name="connsiteX59" fmla="*/ 711771 w 1605470"/>
              <a:gd name="connsiteY59" fmla="*/ 5121884 h 6858000"/>
              <a:gd name="connsiteX60" fmla="*/ 721092 w 1605470"/>
              <a:gd name="connsiteY60" fmla="*/ 5108383 h 6858000"/>
              <a:gd name="connsiteX61" fmla="*/ 717045 w 1605470"/>
              <a:gd name="connsiteY61" fmla="*/ 5094705 h 6858000"/>
              <a:gd name="connsiteX62" fmla="*/ 718807 w 1605470"/>
              <a:gd name="connsiteY62" fmla="*/ 5067850 h 6858000"/>
              <a:gd name="connsiteX63" fmla="*/ 721538 w 1605470"/>
              <a:gd name="connsiteY63" fmla="*/ 5060861 h 6858000"/>
              <a:gd name="connsiteX64" fmla="*/ 718242 w 1605470"/>
              <a:gd name="connsiteY64" fmla="*/ 5034192 h 6858000"/>
              <a:gd name="connsiteX65" fmla="*/ 719796 w 1605470"/>
              <a:gd name="connsiteY65" fmla="*/ 4993030 h 6858000"/>
              <a:gd name="connsiteX66" fmla="*/ 726705 w 1605470"/>
              <a:gd name="connsiteY66" fmla="*/ 4946844 h 6858000"/>
              <a:gd name="connsiteX67" fmla="*/ 722561 w 1605470"/>
              <a:gd name="connsiteY67" fmla="*/ 4932692 h 6858000"/>
              <a:gd name="connsiteX68" fmla="*/ 724935 w 1605470"/>
              <a:gd name="connsiteY68" fmla="*/ 4821504 h 6858000"/>
              <a:gd name="connsiteX69" fmla="*/ 732118 w 1605470"/>
              <a:gd name="connsiteY69" fmla="*/ 4801535 h 6858000"/>
              <a:gd name="connsiteX70" fmla="*/ 739787 w 1605470"/>
              <a:gd name="connsiteY70" fmla="*/ 4797794 h 6858000"/>
              <a:gd name="connsiteX71" fmla="*/ 741081 w 1605470"/>
              <a:gd name="connsiteY71" fmla="*/ 4784526 h 6858000"/>
              <a:gd name="connsiteX72" fmla="*/ 742865 w 1605470"/>
              <a:gd name="connsiteY72" fmla="*/ 4781211 h 6858000"/>
              <a:gd name="connsiteX73" fmla="*/ 751652 w 1605470"/>
              <a:gd name="connsiteY73" fmla="*/ 4761984 h 6858000"/>
              <a:gd name="connsiteX74" fmla="*/ 747700 w 1605470"/>
              <a:gd name="connsiteY74" fmla="*/ 4690749 h 6858000"/>
              <a:gd name="connsiteX75" fmla="*/ 743180 w 1605470"/>
              <a:gd name="connsiteY75" fmla="*/ 4613201 h 6858000"/>
              <a:gd name="connsiteX76" fmla="*/ 738263 w 1605470"/>
              <a:gd name="connsiteY76" fmla="*/ 4444346 h 6858000"/>
              <a:gd name="connsiteX77" fmla="*/ 756542 w 1605470"/>
              <a:gd name="connsiteY77" fmla="*/ 4350346 h 6858000"/>
              <a:gd name="connsiteX78" fmla="*/ 715481 w 1605470"/>
              <a:gd name="connsiteY78" fmla="*/ 4214165 h 6858000"/>
              <a:gd name="connsiteX79" fmla="*/ 719554 w 1605470"/>
              <a:gd name="connsiteY79" fmla="*/ 4090296 h 6858000"/>
              <a:gd name="connsiteX80" fmla="*/ 704810 w 1605470"/>
              <a:gd name="connsiteY80" fmla="*/ 4033999 h 6858000"/>
              <a:gd name="connsiteX81" fmla="*/ 705959 w 1605470"/>
              <a:gd name="connsiteY81" fmla="*/ 4031933 h 6858000"/>
              <a:gd name="connsiteX82" fmla="*/ 704535 w 1605470"/>
              <a:gd name="connsiteY82" fmla="*/ 4013953 h 6858000"/>
              <a:gd name="connsiteX83" fmla="*/ 700443 w 1605470"/>
              <a:gd name="connsiteY83" fmla="*/ 4010511 h 6858000"/>
              <a:gd name="connsiteX84" fmla="*/ 698282 w 1605470"/>
              <a:gd name="connsiteY84" fmla="*/ 3998331 h 6858000"/>
              <a:gd name="connsiteX85" fmla="*/ 690830 w 1605470"/>
              <a:gd name="connsiteY85" fmla="*/ 3974753 h 6858000"/>
              <a:gd name="connsiteX86" fmla="*/ 692428 w 1605470"/>
              <a:gd name="connsiteY86" fmla="*/ 3969950 h 6858000"/>
              <a:gd name="connsiteX87" fmla="*/ 685850 w 1605470"/>
              <a:gd name="connsiteY87" fmla="*/ 3933779 h 6858000"/>
              <a:gd name="connsiteX88" fmla="*/ 687181 w 1605470"/>
              <a:gd name="connsiteY88" fmla="*/ 3933093 h 6858000"/>
              <a:gd name="connsiteX89" fmla="*/ 691535 w 1605470"/>
              <a:gd name="connsiteY89" fmla="*/ 3922082 h 6858000"/>
              <a:gd name="connsiteX90" fmla="*/ 696613 w 1605470"/>
              <a:gd name="connsiteY90" fmla="*/ 3901461 h 6858000"/>
              <a:gd name="connsiteX91" fmla="*/ 719207 w 1605470"/>
              <a:gd name="connsiteY91" fmla="*/ 3813873 h 6858000"/>
              <a:gd name="connsiteX92" fmla="*/ 718632 w 1605470"/>
              <a:gd name="connsiteY92" fmla="*/ 3806161 h 6858000"/>
              <a:gd name="connsiteX93" fmla="*/ 718939 w 1605470"/>
              <a:gd name="connsiteY93" fmla="*/ 3805957 h 6858000"/>
              <a:gd name="connsiteX94" fmla="*/ 718966 w 1605470"/>
              <a:gd name="connsiteY94" fmla="*/ 3797724 h 6858000"/>
              <a:gd name="connsiteX95" fmla="*/ 717581 w 1605470"/>
              <a:gd name="connsiteY95" fmla="*/ 3792098 h 6858000"/>
              <a:gd name="connsiteX96" fmla="*/ 716465 w 1605470"/>
              <a:gd name="connsiteY96" fmla="*/ 3777135 h 6858000"/>
              <a:gd name="connsiteX97" fmla="*/ 718198 w 1605470"/>
              <a:gd name="connsiteY97" fmla="*/ 3771656 h 6858000"/>
              <a:gd name="connsiteX98" fmla="*/ 721941 w 1605470"/>
              <a:gd name="connsiteY98" fmla="*/ 3769007 h 6858000"/>
              <a:gd name="connsiteX99" fmla="*/ 721407 w 1605470"/>
              <a:gd name="connsiteY99" fmla="*/ 3767709 h 6858000"/>
              <a:gd name="connsiteX100" fmla="*/ 730103 w 1605470"/>
              <a:gd name="connsiteY100" fmla="*/ 3738082 h 6858000"/>
              <a:gd name="connsiteX101" fmla="*/ 737449 w 1605470"/>
              <a:gd name="connsiteY101" fmla="*/ 3673397 h 6858000"/>
              <a:gd name="connsiteX102" fmla="*/ 736745 w 1605470"/>
              <a:gd name="connsiteY102" fmla="*/ 3637109 h 6858000"/>
              <a:gd name="connsiteX103" fmla="*/ 740188 w 1605470"/>
              <a:gd name="connsiteY103" fmla="*/ 3536883 h 6858000"/>
              <a:gd name="connsiteX104" fmla="*/ 747726 w 1605470"/>
              <a:gd name="connsiteY104" fmla="*/ 3435652 h 6858000"/>
              <a:gd name="connsiteX105" fmla="*/ 774383 w 1605470"/>
              <a:gd name="connsiteY105" fmla="*/ 3381564 h 6858000"/>
              <a:gd name="connsiteX106" fmla="*/ 774870 w 1605470"/>
              <a:gd name="connsiteY106" fmla="*/ 3375761 h 6858000"/>
              <a:gd name="connsiteX107" fmla="*/ 770510 w 1605470"/>
              <a:gd name="connsiteY107" fmla="*/ 3361844 h 6858000"/>
              <a:gd name="connsiteX108" fmla="*/ 767933 w 1605470"/>
              <a:gd name="connsiteY108" fmla="*/ 3356929 h 6858000"/>
              <a:gd name="connsiteX109" fmla="*/ 766158 w 1605470"/>
              <a:gd name="connsiteY109" fmla="*/ 3349058 h 6858000"/>
              <a:gd name="connsiteX110" fmla="*/ 766414 w 1605470"/>
              <a:gd name="connsiteY110" fmla="*/ 3348763 h 6858000"/>
              <a:gd name="connsiteX111" fmla="*/ 764166 w 1605470"/>
              <a:gd name="connsiteY111" fmla="*/ 3341588 h 6858000"/>
              <a:gd name="connsiteX112" fmla="*/ 749397 w 1605470"/>
              <a:gd name="connsiteY112" fmla="*/ 3307769 h 6858000"/>
              <a:gd name="connsiteX113" fmla="*/ 766960 w 1605470"/>
              <a:gd name="connsiteY113" fmla="*/ 3250522 h 6858000"/>
              <a:gd name="connsiteX114" fmla="*/ 767385 w 1605470"/>
              <a:gd name="connsiteY114" fmla="*/ 3229163 h 6858000"/>
              <a:gd name="connsiteX115" fmla="*/ 769208 w 1605470"/>
              <a:gd name="connsiteY115" fmla="*/ 3217217 h 6858000"/>
              <a:gd name="connsiteX116" fmla="*/ 770350 w 1605470"/>
              <a:gd name="connsiteY116" fmla="*/ 3216125 h 6858000"/>
              <a:gd name="connsiteX117" fmla="*/ 756043 w 1605470"/>
              <a:gd name="connsiteY117" fmla="*/ 3183755 h 6858000"/>
              <a:gd name="connsiteX118" fmla="*/ 756544 w 1605470"/>
              <a:gd name="connsiteY118" fmla="*/ 3178642 h 6858000"/>
              <a:gd name="connsiteX119" fmla="*/ 744144 w 1605470"/>
              <a:gd name="connsiteY119" fmla="*/ 3158586 h 6858000"/>
              <a:gd name="connsiteX120" fmla="*/ 739378 w 1605470"/>
              <a:gd name="connsiteY120" fmla="*/ 3147669 h 6858000"/>
              <a:gd name="connsiteX121" fmla="*/ 734648 w 1605470"/>
              <a:gd name="connsiteY121" fmla="*/ 3145733 h 6858000"/>
              <a:gd name="connsiteX122" fmla="*/ 729329 w 1605470"/>
              <a:gd name="connsiteY122" fmla="*/ 3129034 h 6858000"/>
              <a:gd name="connsiteX123" fmla="*/ 729994 w 1605470"/>
              <a:gd name="connsiteY123" fmla="*/ 3126682 h 6858000"/>
              <a:gd name="connsiteX124" fmla="*/ 720862 w 1605470"/>
              <a:gd name="connsiteY124" fmla="*/ 3114519 h 6858000"/>
              <a:gd name="connsiteX125" fmla="*/ 707471 w 1605470"/>
              <a:gd name="connsiteY125" fmla="*/ 3106272 h 6858000"/>
              <a:gd name="connsiteX126" fmla="*/ 680201 w 1605470"/>
              <a:gd name="connsiteY126" fmla="*/ 2958185 h 6858000"/>
              <a:gd name="connsiteX127" fmla="*/ 622815 w 1605470"/>
              <a:gd name="connsiteY127" fmla="*/ 2762989 h 6858000"/>
              <a:gd name="connsiteX128" fmla="*/ 571733 w 1605470"/>
              <a:gd name="connsiteY128" fmla="*/ 2554718 h 6858000"/>
              <a:gd name="connsiteX129" fmla="*/ 551827 w 1605470"/>
              <a:gd name="connsiteY129" fmla="*/ 2485734 h 6858000"/>
              <a:gd name="connsiteX130" fmla="*/ 542550 w 1605470"/>
              <a:gd name="connsiteY130" fmla="*/ 2447068 h 6858000"/>
              <a:gd name="connsiteX131" fmla="*/ 529511 w 1605470"/>
              <a:gd name="connsiteY131" fmla="*/ 2425819 h 6858000"/>
              <a:gd name="connsiteX132" fmla="*/ 528878 w 1605470"/>
              <a:gd name="connsiteY132" fmla="*/ 2408971 h 6858000"/>
              <a:gd name="connsiteX133" fmla="*/ 535510 w 1605470"/>
              <a:gd name="connsiteY133" fmla="*/ 2402874 h 6858000"/>
              <a:gd name="connsiteX134" fmla="*/ 538122 w 1605470"/>
              <a:gd name="connsiteY134" fmla="*/ 2381443 h 6858000"/>
              <a:gd name="connsiteX135" fmla="*/ 514451 w 1605470"/>
              <a:gd name="connsiteY135" fmla="*/ 2261920 h 6858000"/>
              <a:gd name="connsiteX136" fmla="*/ 486968 w 1605470"/>
              <a:gd name="connsiteY136" fmla="*/ 2182937 h 6858000"/>
              <a:gd name="connsiteX137" fmla="*/ 488555 w 1605470"/>
              <a:gd name="connsiteY137" fmla="*/ 2155135 h 6858000"/>
              <a:gd name="connsiteX138" fmla="*/ 486013 w 1605470"/>
              <a:gd name="connsiteY138" fmla="*/ 2118008 h 6858000"/>
              <a:gd name="connsiteX139" fmla="*/ 487006 w 1605470"/>
              <a:gd name="connsiteY139" fmla="*/ 2050531 h 6858000"/>
              <a:gd name="connsiteX140" fmla="*/ 478812 w 1605470"/>
              <a:gd name="connsiteY140" fmla="*/ 1963269 h 6858000"/>
              <a:gd name="connsiteX141" fmla="*/ 442619 w 1605470"/>
              <a:gd name="connsiteY141" fmla="*/ 1910499 h 6858000"/>
              <a:gd name="connsiteX142" fmla="*/ 446785 w 1605470"/>
              <a:gd name="connsiteY142" fmla="*/ 1903212 h 6858000"/>
              <a:gd name="connsiteX143" fmla="*/ 436547 w 1605470"/>
              <a:gd name="connsiteY143" fmla="*/ 1861531 h 6858000"/>
              <a:gd name="connsiteX144" fmla="*/ 390346 w 1605470"/>
              <a:gd name="connsiteY144" fmla="*/ 1732919 h 6858000"/>
              <a:gd name="connsiteX145" fmla="*/ 362657 w 1605470"/>
              <a:gd name="connsiteY145" fmla="*/ 1663540 h 6858000"/>
              <a:gd name="connsiteX146" fmla="*/ 361783 w 1605470"/>
              <a:gd name="connsiteY146" fmla="*/ 1615777 h 6858000"/>
              <a:gd name="connsiteX147" fmla="*/ 342578 w 1605470"/>
              <a:gd name="connsiteY147" fmla="*/ 1563678 h 6858000"/>
              <a:gd name="connsiteX148" fmla="*/ 355658 w 1605470"/>
              <a:gd name="connsiteY148" fmla="*/ 1519474 h 6858000"/>
              <a:gd name="connsiteX149" fmla="*/ 348400 w 1605470"/>
              <a:gd name="connsiteY149" fmla="*/ 1477995 h 6858000"/>
              <a:gd name="connsiteX150" fmla="*/ 334485 w 1605470"/>
              <a:gd name="connsiteY150" fmla="*/ 1373769 h 6858000"/>
              <a:gd name="connsiteX151" fmla="*/ 342792 w 1605470"/>
              <a:gd name="connsiteY151" fmla="*/ 1307086 h 6858000"/>
              <a:gd name="connsiteX152" fmla="*/ 343980 w 1605470"/>
              <a:gd name="connsiteY152" fmla="*/ 1189033 h 6858000"/>
              <a:gd name="connsiteX153" fmla="*/ 348665 w 1605470"/>
              <a:gd name="connsiteY153" fmla="*/ 1168288 h 6858000"/>
              <a:gd name="connsiteX154" fmla="*/ 340947 w 1605470"/>
              <a:gd name="connsiteY154" fmla="*/ 1142577 h 6858000"/>
              <a:gd name="connsiteX155" fmla="*/ 330253 w 1605470"/>
              <a:gd name="connsiteY155" fmla="*/ 1088484 h 6858000"/>
              <a:gd name="connsiteX156" fmla="*/ 318989 w 1605470"/>
              <a:gd name="connsiteY156" fmla="*/ 1016103 h 6858000"/>
              <a:gd name="connsiteX157" fmla="*/ 320445 w 1605470"/>
              <a:gd name="connsiteY157" fmla="*/ 932283 h 6858000"/>
              <a:gd name="connsiteX158" fmla="*/ 322681 w 1605470"/>
              <a:gd name="connsiteY158" fmla="*/ 915925 h 6858000"/>
              <a:gd name="connsiteX159" fmla="*/ 315310 w 1605470"/>
              <a:gd name="connsiteY159" fmla="*/ 896999 h 6858000"/>
              <a:gd name="connsiteX160" fmla="*/ 284718 w 1605470"/>
              <a:gd name="connsiteY160" fmla="*/ 821517 h 6858000"/>
              <a:gd name="connsiteX161" fmla="*/ 263668 w 1605470"/>
              <a:gd name="connsiteY161" fmla="*/ 751353 h 6858000"/>
              <a:gd name="connsiteX162" fmla="*/ 263226 w 1605470"/>
              <a:gd name="connsiteY162" fmla="*/ 721230 h 6858000"/>
              <a:gd name="connsiteX163" fmla="*/ 248897 w 1605470"/>
              <a:gd name="connsiteY163" fmla="*/ 681659 h 6858000"/>
              <a:gd name="connsiteX164" fmla="*/ 234316 w 1605470"/>
              <a:gd name="connsiteY164" fmla="*/ 635218 h 6858000"/>
              <a:gd name="connsiteX165" fmla="*/ 239327 w 1605470"/>
              <a:gd name="connsiteY165" fmla="*/ 613763 h 6858000"/>
              <a:gd name="connsiteX166" fmla="*/ 225269 w 1605470"/>
              <a:gd name="connsiteY166" fmla="*/ 598582 h 6858000"/>
              <a:gd name="connsiteX167" fmla="*/ 224950 w 1605470"/>
              <a:gd name="connsiteY167" fmla="*/ 576846 h 6858000"/>
              <a:gd name="connsiteX168" fmla="*/ 204576 w 1605470"/>
              <a:gd name="connsiteY168" fmla="*/ 530055 h 6858000"/>
              <a:gd name="connsiteX169" fmla="*/ 219064 w 1605470"/>
              <a:gd name="connsiteY169" fmla="*/ 469651 h 6858000"/>
              <a:gd name="connsiteX170" fmla="*/ 195012 w 1605470"/>
              <a:gd name="connsiteY170" fmla="*/ 448559 h 6858000"/>
              <a:gd name="connsiteX171" fmla="*/ 201434 w 1605470"/>
              <a:gd name="connsiteY171" fmla="*/ 441529 h 6858000"/>
              <a:gd name="connsiteX172" fmla="*/ 200655 w 1605470"/>
              <a:gd name="connsiteY172" fmla="*/ 428927 h 6858000"/>
              <a:gd name="connsiteX173" fmla="*/ 190059 w 1605470"/>
              <a:gd name="connsiteY173" fmla="*/ 430161 h 6858000"/>
              <a:gd name="connsiteX174" fmla="*/ 167079 w 1605470"/>
              <a:gd name="connsiteY174" fmla="*/ 367211 h 6858000"/>
              <a:gd name="connsiteX175" fmla="*/ 124571 w 1605470"/>
              <a:gd name="connsiteY175" fmla="*/ 302178 h 6858000"/>
              <a:gd name="connsiteX176" fmla="*/ 103243 w 1605470"/>
              <a:gd name="connsiteY176" fmla="*/ 211375 h 6858000"/>
              <a:gd name="connsiteX177" fmla="*/ 94571 w 1605470"/>
              <a:gd name="connsiteY177" fmla="*/ 184179 h 6858000"/>
              <a:gd name="connsiteX178" fmla="*/ 13437 w 1605470"/>
              <a:gd name="connsiteY178" fmla="*/ 19287 h 6858000"/>
              <a:gd name="connsiteX179" fmla="*/ 0 w 1605470"/>
              <a:gd name="connsiteY179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380910 w 1605470"/>
              <a:gd name="connsiteY33" fmla="*/ 6028119 h 6858000"/>
              <a:gd name="connsiteX34" fmla="*/ 442432 w 1605470"/>
              <a:gd name="connsiteY34" fmla="*/ 5934687 h 6858000"/>
              <a:gd name="connsiteX35" fmla="*/ 489472 w 1605470"/>
              <a:gd name="connsiteY35" fmla="*/ 5732419 h 6858000"/>
              <a:gd name="connsiteX36" fmla="*/ 512623 w 1605470"/>
              <a:gd name="connsiteY36" fmla="*/ 5685392 h 6858000"/>
              <a:gd name="connsiteX37" fmla="*/ 510261 w 1605470"/>
              <a:gd name="connsiteY37" fmla="*/ 5634527 h 6858000"/>
              <a:gd name="connsiteX38" fmla="*/ 523992 w 1605470"/>
              <a:gd name="connsiteY38" fmla="*/ 5619557 h 6858000"/>
              <a:gd name="connsiteX39" fmla="*/ 526609 w 1605470"/>
              <a:gd name="connsiteY39" fmla="*/ 5617081 h 6858000"/>
              <a:gd name="connsiteX40" fmla="*/ 531653 w 1605470"/>
              <a:gd name="connsiteY40" fmla="*/ 5604904 h 6858000"/>
              <a:gd name="connsiteX41" fmla="*/ 539863 w 1605470"/>
              <a:gd name="connsiteY41" fmla="*/ 5604298 h 6858000"/>
              <a:gd name="connsiteX42" fmla="*/ 552319 w 1605470"/>
              <a:gd name="connsiteY42" fmla="*/ 5587997 h 6858000"/>
              <a:gd name="connsiteX43" fmla="*/ 559710 w 1605470"/>
              <a:gd name="connsiteY43" fmla="*/ 5564796 h 6858000"/>
              <a:gd name="connsiteX44" fmla="*/ 587214 w 1605470"/>
              <a:gd name="connsiteY44" fmla="*/ 5451511 h 6858000"/>
              <a:gd name="connsiteX45" fmla="*/ 608019 w 1605470"/>
              <a:gd name="connsiteY45" fmla="*/ 5385461 h 6858000"/>
              <a:gd name="connsiteX46" fmla="*/ 622750 w 1605470"/>
              <a:gd name="connsiteY46" fmla="*/ 5363084 h 6858000"/>
              <a:gd name="connsiteX47" fmla="*/ 638731 w 1605470"/>
              <a:gd name="connsiteY47" fmla="*/ 5330009 h 6858000"/>
              <a:gd name="connsiteX48" fmla="*/ 672224 w 1605470"/>
              <a:gd name="connsiteY48" fmla="*/ 5273739 h 6858000"/>
              <a:gd name="connsiteX49" fmla="*/ 681823 w 1605470"/>
              <a:gd name="connsiteY49" fmla="*/ 5241779 h 6858000"/>
              <a:gd name="connsiteX50" fmla="*/ 693049 w 1605470"/>
              <a:gd name="connsiteY50" fmla="*/ 5225268 h 6858000"/>
              <a:gd name="connsiteX51" fmla="*/ 694069 w 1605470"/>
              <a:gd name="connsiteY51" fmla="*/ 5217684 h 6858000"/>
              <a:gd name="connsiteX52" fmla="*/ 701410 w 1605470"/>
              <a:gd name="connsiteY52" fmla="*/ 5193377 h 6858000"/>
              <a:gd name="connsiteX53" fmla="*/ 704713 w 1605470"/>
              <a:gd name="connsiteY53" fmla="*/ 5179288 h 6858000"/>
              <a:gd name="connsiteX54" fmla="*/ 705697 w 1605470"/>
              <a:gd name="connsiteY54" fmla="*/ 5173621 h 6858000"/>
              <a:gd name="connsiteX55" fmla="*/ 701331 w 1605470"/>
              <a:gd name="connsiteY55" fmla="*/ 5159961 h 6858000"/>
              <a:gd name="connsiteX56" fmla="*/ 708008 w 1605470"/>
              <a:gd name="connsiteY56" fmla="*/ 5144295 h 6858000"/>
              <a:gd name="connsiteX57" fmla="*/ 704941 w 1605470"/>
              <a:gd name="connsiteY57" fmla="*/ 5125185 h 6858000"/>
              <a:gd name="connsiteX58" fmla="*/ 711771 w 1605470"/>
              <a:gd name="connsiteY58" fmla="*/ 5121884 h 6858000"/>
              <a:gd name="connsiteX59" fmla="*/ 721092 w 1605470"/>
              <a:gd name="connsiteY59" fmla="*/ 5108383 h 6858000"/>
              <a:gd name="connsiteX60" fmla="*/ 717045 w 1605470"/>
              <a:gd name="connsiteY60" fmla="*/ 5094705 h 6858000"/>
              <a:gd name="connsiteX61" fmla="*/ 718807 w 1605470"/>
              <a:gd name="connsiteY61" fmla="*/ 5067850 h 6858000"/>
              <a:gd name="connsiteX62" fmla="*/ 721538 w 1605470"/>
              <a:gd name="connsiteY62" fmla="*/ 5060861 h 6858000"/>
              <a:gd name="connsiteX63" fmla="*/ 718242 w 1605470"/>
              <a:gd name="connsiteY63" fmla="*/ 5034192 h 6858000"/>
              <a:gd name="connsiteX64" fmla="*/ 719796 w 1605470"/>
              <a:gd name="connsiteY64" fmla="*/ 4993030 h 6858000"/>
              <a:gd name="connsiteX65" fmla="*/ 726705 w 1605470"/>
              <a:gd name="connsiteY65" fmla="*/ 4946844 h 6858000"/>
              <a:gd name="connsiteX66" fmla="*/ 722561 w 1605470"/>
              <a:gd name="connsiteY66" fmla="*/ 4932692 h 6858000"/>
              <a:gd name="connsiteX67" fmla="*/ 724935 w 1605470"/>
              <a:gd name="connsiteY67" fmla="*/ 4821504 h 6858000"/>
              <a:gd name="connsiteX68" fmla="*/ 732118 w 1605470"/>
              <a:gd name="connsiteY68" fmla="*/ 4801535 h 6858000"/>
              <a:gd name="connsiteX69" fmla="*/ 739787 w 1605470"/>
              <a:gd name="connsiteY69" fmla="*/ 4797794 h 6858000"/>
              <a:gd name="connsiteX70" fmla="*/ 741081 w 1605470"/>
              <a:gd name="connsiteY70" fmla="*/ 4784526 h 6858000"/>
              <a:gd name="connsiteX71" fmla="*/ 742865 w 1605470"/>
              <a:gd name="connsiteY71" fmla="*/ 4781211 h 6858000"/>
              <a:gd name="connsiteX72" fmla="*/ 751652 w 1605470"/>
              <a:gd name="connsiteY72" fmla="*/ 4761984 h 6858000"/>
              <a:gd name="connsiteX73" fmla="*/ 747700 w 1605470"/>
              <a:gd name="connsiteY73" fmla="*/ 4690749 h 6858000"/>
              <a:gd name="connsiteX74" fmla="*/ 743180 w 1605470"/>
              <a:gd name="connsiteY74" fmla="*/ 4613201 h 6858000"/>
              <a:gd name="connsiteX75" fmla="*/ 738263 w 1605470"/>
              <a:gd name="connsiteY75" fmla="*/ 4444346 h 6858000"/>
              <a:gd name="connsiteX76" fmla="*/ 756542 w 1605470"/>
              <a:gd name="connsiteY76" fmla="*/ 4350346 h 6858000"/>
              <a:gd name="connsiteX77" fmla="*/ 715481 w 1605470"/>
              <a:gd name="connsiteY77" fmla="*/ 4214165 h 6858000"/>
              <a:gd name="connsiteX78" fmla="*/ 719554 w 1605470"/>
              <a:gd name="connsiteY78" fmla="*/ 4090296 h 6858000"/>
              <a:gd name="connsiteX79" fmla="*/ 704810 w 1605470"/>
              <a:gd name="connsiteY79" fmla="*/ 4033999 h 6858000"/>
              <a:gd name="connsiteX80" fmla="*/ 705959 w 1605470"/>
              <a:gd name="connsiteY80" fmla="*/ 4031933 h 6858000"/>
              <a:gd name="connsiteX81" fmla="*/ 704535 w 1605470"/>
              <a:gd name="connsiteY81" fmla="*/ 4013953 h 6858000"/>
              <a:gd name="connsiteX82" fmla="*/ 700443 w 1605470"/>
              <a:gd name="connsiteY82" fmla="*/ 4010511 h 6858000"/>
              <a:gd name="connsiteX83" fmla="*/ 698282 w 1605470"/>
              <a:gd name="connsiteY83" fmla="*/ 3998331 h 6858000"/>
              <a:gd name="connsiteX84" fmla="*/ 690830 w 1605470"/>
              <a:gd name="connsiteY84" fmla="*/ 3974753 h 6858000"/>
              <a:gd name="connsiteX85" fmla="*/ 692428 w 1605470"/>
              <a:gd name="connsiteY85" fmla="*/ 3969950 h 6858000"/>
              <a:gd name="connsiteX86" fmla="*/ 685850 w 1605470"/>
              <a:gd name="connsiteY86" fmla="*/ 3933779 h 6858000"/>
              <a:gd name="connsiteX87" fmla="*/ 687181 w 1605470"/>
              <a:gd name="connsiteY87" fmla="*/ 3933093 h 6858000"/>
              <a:gd name="connsiteX88" fmla="*/ 691535 w 1605470"/>
              <a:gd name="connsiteY88" fmla="*/ 3922082 h 6858000"/>
              <a:gd name="connsiteX89" fmla="*/ 696613 w 1605470"/>
              <a:gd name="connsiteY89" fmla="*/ 3901461 h 6858000"/>
              <a:gd name="connsiteX90" fmla="*/ 719207 w 1605470"/>
              <a:gd name="connsiteY90" fmla="*/ 3813873 h 6858000"/>
              <a:gd name="connsiteX91" fmla="*/ 718632 w 1605470"/>
              <a:gd name="connsiteY91" fmla="*/ 3806161 h 6858000"/>
              <a:gd name="connsiteX92" fmla="*/ 718939 w 1605470"/>
              <a:gd name="connsiteY92" fmla="*/ 3805957 h 6858000"/>
              <a:gd name="connsiteX93" fmla="*/ 718966 w 1605470"/>
              <a:gd name="connsiteY93" fmla="*/ 3797724 h 6858000"/>
              <a:gd name="connsiteX94" fmla="*/ 717581 w 1605470"/>
              <a:gd name="connsiteY94" fmla="*/ 3792098 h 6858000"/>
              <a:gd name="connsiteX95" fmla="*/ 716465 w 1605470"/>
              <a:gd name="connsiteY95" fmla="*/ 3777135 h 6858000"/>
              <a:gd name="connsiteX96" fmla="*/ 718198 w 1605470"/>
              <a:gd name="connsiteY96" fmla="*/ 3771656 h 6858000"/>
              <a:gd name="connsiteX97" fmla="*/ 721941 w 1605470"/>
              <a:gd name="connsiteY97" fmla="*/ 3769007 h 6858000"/>
              <a:gd name="connsiteX98" fmla="*/ 721407 w 1605470"/>
              <a:gd name="connsiteY98" fmla="*/ 3767709 h 6858000"/>
              <a:gd name="connsiteX99" fmla="*/ 730103 w 1605470"/>
              <a:gd name="connsiteY99" fmla="*/ 3738082 h 6858000"/>
              <a:gd name="connsiteX100" fmla="*/ 737449 w 1605470"/>
              <a:gd name="connsiteY100" fmla="*/ 3673397 h 6858000"/>
              <a:gd name="connsiteX101" fmla="*/ 736745 w 1605470"/>
              <a:gd name="connsiteY101" fmla="*/ 3637109 h 6858000"/>
              <a:gd name="connsiteX102" fmla="*/ 740188 w 1605470"/>
              <a:gd name="connsiteY102" fmla="*/ 3536883 h 6858000"/>
              <a:gd name="connsiteX103" fmla="*/ 747726 w 1605470"/>
              <a:gd name="connsiteY103" fmla="*/ 3435652 h 6858000"/>
              <a:gd name="connsiteX104" fmla="*/ 774383 w 1605470"/>
              <a:gd name="connsiteY104" fmla="*/ 3381564 h 6858000"/>
              <a:gd name="connsiteX105" fmla="*/ 774870 w 1605470"/>
              <a:gd name="connsiteY105" fmla="*/ 3375761 h 6858000"/>
              <a:gd name="connsiteX106" fmla="*/ 770510 w 1605470"/>
              <a:gd name="connsiteY106" fmla="*/ 3361844 h 6858000"/>
              <a:gd name="connsiteX107" fmla="*/ 767933 w 1605470"/>
              <a:gd name="connsiteY107" fmla="*/ 3356929 h 6858000"/>
              <a:gd name="connsiteX108" fmla="*/ 766158 w 1605470"/>
              <a:gd name="connsiteY108" fmla="*/ 3349058 h 6858000"/>
              <a:gd name="connsiteX109" fmla="*/ 766414 w 1605470"/>
              <a:gd name="connsiteY109" fmla="*/ 3348763 h 6858000"/>
              <a:gd name="connsiteX110" fmla="*/ 764166 w 1605470"/>
              <a:gd name="connsiteY110" fmla="*/ 3341588 h 6858000"/>
              <a:gd name="connsiteX111" fmla="*/ 749397 w 1605470"/>
              <a:gd name="connsiteY111" fmla="*/ 3307769 h 6858000"/>
              <a:gd name="connsiteX112" fmla="*/ 766960 w 1605470"/>
              <a:gd name="connsiteY112" fmla="*/ 3250522 h 6858000"/>
              <a:gd name="connsiteX113" fmla="*/ 767385 w 1605470"/>
              <a:gd name="connsiteY113" fmla="*/ 3229163 h 6858000"/>
              <a:gd name="connsiteX114" fmla="*/ 769208 w 1605470"/>
              <a:gd name="connsiteY114" fmla="*/ 3217217 h 6858000"/>
              <a:gd name="connsiteX115" fmla="*/ 770350 w 1605470"/>
              <a:gd name="connsiteY115" fmla="*/ 3216125 h 6858000"/>
              <a:gd name="connsiteX116" fmla="*/ 756043 w 1605470"/>
              <a:gd name="connsiteY116" fmla="*/ 3183755 h 6858000"/>
              <a:gd name="connsiteX117" fmla="*/ 756544 w 1605470"/>
              <a:gd name="connsiteY117" fmla="*/ 3178642 h 6858000"/>
              <a:gd name="connsiteX118" fmla="*/ 744144 w 1605470"/>
              <a:gd name="connsiteY118" fmla="*/ 3158586 h 6858000"/>
              <a:gd name="connsiteX119" fmla="*/ 739378 w 1605470"/>
              <a:gd name="connsiteY119" fmla="*/ 3147669 h 6858000"/>
              <a:gd name="connsiteX120" fmla="*/ 734648 w 1605470"/>
              <a:gd name="connsiteY120" fmla="*/ 3145733 h 6858000"/>
              <a:gd name="connsiteX121" fmla="*/ 729329 w 1605470"/>
              <a:gd name="connsiteY121" fmla="*/ 3129034 h 6858000"/>
              <a:gd name="connsiteX122" fmla="*/ 729994 w 1605470"/>
              <a:gd name="connsiteY122" fmla="*/ 3126682 h 6858000"/>
              <a:gd name="connsiteX123" fmla="*/ 720862 w 1605470"/>
              <a:gd name="connsiteY123" fmla="*/ 3114519 h 6858000"/>
              <a:gd name="connsiteX124" fmla="*/ 707471 w 1605470"/>
              <a:gd name="connsiteY124" fmla="*/ 3106272 h 6858000"/>
              <a:gd name="connsiteX125" fmla="*/ 680201 w 1605470"/>
              <a:gd name="connsiteY125" fmla="*/ 2958185 h 6858000"/>
              <a:gd name="connsiteX126" fmla="*/ 622815 w 1605470"/>
              <a:gd name="connsiteY126" fmla="*/ 2762989 h 6858000"/>
              <a:gd name="connsiteX127" fmla="*/ 571733 w 1605470"/>
              <a:gd name="connsiteY127" fmla="*/ 2554718 h 6858000"/>
              <a:gd name="connsiteX128" fmla="*/ 551827 w 1605470"/>
              <a:gd name="connsiteY128" fmla="*/ 2485734 h 6858000"/>
              <a:gd name="connsiteX129" fmla="*/ 542550 w 1605470"/>
              <a:gd name="connsiteY129" fmla="*/ 2447068 h 6858000"/>
              <a:gd name="connsiteX130" fmla="*/ 529511 w 1605470"/>
              <a:gd name="connsiteY130" fmla="*/ 2425819 h 6858000"/>
              <a:gd name="connsiteX131" fmla="*/ 528878 w 1605470"/>
              <a:gd name="connsiteY131" fmla="*/ 2408971 h 6858000"/>
              <a:gd name="connsiteX132" fmla="*/ 535510 w 1605470"/>
              <a:gd name="connsiteY132" fmla="*/ 2402874 h 6858000"/>
              <a:gd name="connsiteX133" fmla="*/ 538122 w 1605470"/>
              <a:gd name="connsiteY133" fmla="*/ 2381443 h 6858000"/>
              <a:gd name="connsiteX134" fmla="*/ 514451 w 1605470"/>
              <a:gd name="connsiteY134" fmla="*/ 2261920 h 6858000"/>
              <a:gd name="connsiteX135" fmla="*/ 486968 w 1605470"/>
              <a:gd name="connsiteY135" fmla="*/ 2182937 h 6858000"/>
              <a:gd name="connsiteX136" fmla="*/ 488555 w 1605470"/>
              <a:gd name="connsiteY136" fmla="*/ 2155135 h 6858000"/>
              <a:gd name="connsiteX137" fmla="*/ 486013 w 1605470"/>
              <a:gd name="connsiteY137" fmla="*/ 2118008 h 6858000"/>
              <a:gd name="connsiteX138" fmla="*/ 487006 w 1605470"/>
              <a:gd name="connsiteY138" fmla="*/ 2050531 h 6858000"/>
              <a:gd name="connsiteX139" fmla="*/ 478812 w 1605470"/>
              <a:gd name="connsiteY139" fmla="*/ 1963269 h 6858000"/>
              <a:gd name="connsiteX140" fmla="*/ 442619 w 1605470"/>
              <a:gd name="connsiteY140" fmla="*/ 1910499 h 6858000"/>
              <a:gd name="connsiteX141" fmla="*/ 446785 w 1605470"/>
              <a:gd name="connsiteY141" fmla="*/ 1903212 h 6858000"/>
              <a:gd name="connsiteX142" fmla="*/ 436547 w 1605470"/>
              <a:gd name="connsiteY142" fmla="*/ 1861531 h 6858000"/>
              <a:gd name="connsiteX143" fmla="*/ 390346 w 1605470"/>
              <a:gd name="connsiteY143" fmla="*/ 1732919 h 6858000"/>
              <a:gd name="connsiteX144" fmla="*/ 362657 w 1605470"/>
              <a:gd name="connsiteY144" fmla="*/ 1663540 h 6858000"/>
              <a:gd name="connsiteX145" fmla="*/ 361783 w 1605470"/>
              <a:gd name="connsiteY145" fmla="*/ 1615777 h 6858000"/>
              <a:gd name="connsiteX146" fmla="*/ 342578 w 1605470"/>
              <a:gd name="connsiteY146" fmla="*/ 1563678 h 6858000"/>
              <a:gd name="connsiteX147" fmla="*/ 355658 w 1605470"/>
              <a:gd name="connsiteY147" fmla="*/ 1519474 h 6858000"/>
              <a:gd name="connsiteX148" fmla="*/ 348400 w 1605470"/>
              <a:gd name="connsiteY148" fmla="*/ 1477995 h 6858000"/>
              <a:gd name="connsiteX149" fmla="*/ 334485 w 1605470"/>
              <a:gd name="connsiteY149" fmla="*/ 1373769 h 6858000"/>
              <a:gd name="connsiteX150" fmla="*/ 342792 w 1605470"/>
              <a:gd name="connsiteY150" fmla="*/ 1307086 h 6858000"/>
              <a:gd name="connsiteX151" fmla="*/ 343980 w 1605470"/>
              <a:gd name="connsiteY151" fmla="*/ 1189033 h 6858000"/>
              <a:gd name="connsiteX152" fmla="*/ 348665 w 1605470"/>
              <a:gd name="connsiteY152" fmla="*/ 1168288 h 6858000"/>
              <a:gd name="connsiteX153" fmla="*/ 340947 w 1605470"/>
              <a:gd name="connsiteY153" fmla="*/ 1142577 h 6858000"/>
              <a:gd name="connsiteX154" fmla="*/ 330253 w 1605470"/>
              <a:gd name="connsiteY154" fmla="*/ 1088484 h 6858000"/>
              <a:gd name="connsiteX155" fmla="*/ 318989 w 1605470"/>
              <a:gd name="connsiteY155" fmla="*/ 1016103 h 6858000"/>
              <a:gd name="connsiteX156" fmla="*/ 320445 w 1605470"/>
              <a:gd name="connsiteY156" fmla="*/ 932283 h 6858000"/>
              <a:gd name="connsiteX157" fmla="*/ 322681 w 1605470"/>
              <a:gd name="connsiteY157" fmla="*/ 915925 h 6858000"/>
              <a:gd name="connsiteX158" fmla="*/ 315310 w 1605470"/>
              <a:gd name="connsiteY158" fmla="*/ 896999 h 6858000"/>
              <a:gd name="connsiteX159" fmla="*/ 284718 w 1605470"/>
              <a:gd name="connsiteY159" fmla="*/ 821517 h 6858000"/>
              <a:gd name="connsiteX160" fmla="*/ 263668 w 1605470"/>
              <a:gd name="connsiteY160" fmla="*/ 751353 h 6858000"/>
              <a:gd name="connsiteX161" fmla="*/ 263226 w 1605470"/>
              <a:gd name="connsiteY161" fmla="*/ 721230 h 6858000"/>
              <a:gd name="connsiteX162" fmla="*/ 248897 w 1605470"/>
              <a:gd name="connsiteY162" fmla="*/ 681659 h 6858000"/>
              <a:gd name="connsiteX163" fmla="*/ 234316 w 1605470"/>
              <a:gd name="connsiteY163" fmla="*/ 635218 h 6858000"/>
              <a:gd name="connsiteX164" fmla="*/ 239327 w 1605470"/>
              <a:gd name="connsiteY164" fmla="*/ 613763 h 6858000"/>
              <a:gd name="connsiteX165" fmla="*/ 225269 w 1605470"/>
              <a:gd name="connsiteY165" fmla="*/ 598582 h 6858000"/>
              <a:gd name="connsiteX166" fmla="*/ 224950 w 1605470"/>
              <a:gd name="connsiteY166" fmla="*/ 576846 h 6858000"/>
              <a:gd name="connsiteX167" fmla="*/ 204576 w 1605470"/>
              <a:gd name="connsiteY167" fmla="*/ 530055 h 6858000"/>
              <a:gd name="connsiteX168" fmla="*/ 219064 w 1605470"/>
              <a:gd name="connsiteY168" fmla="*/ 469651 h 6858000"/>
              <a:gd name="connsiteX169" fmla="*/ 195012 w 1605470"/>
              <a:gd name="connsiteY169" fmla="*/ 448559 h 6858000"/>
              <a:gd name="connsiteX170" fmla="*/ 201434 w 1605470"/>
              <a:gd name="connsiteY170" fmla="*/ 441529 h 6858000"/>
              <a:gd name="connsiteX171" fmla="*/ 200655 w 1605470"/>
              <a:gd name="connsiteY171" fmla="*/ 428927 h 6858000"/>
              <a:gd name="connsiteX172" fmla="*/ 190059 w 1605470"/>
              <a:gd name="connsiteY172" fmla="*/ 430161 h 6858000"/>
              <a:gd name="connsiteX173" fmla="*/ 167079 w 1605470"/>
              <a:gd name="connsiteY173" fmla="*/ 367211 h 6858000"/>
              <a:gd name="connsiteX174" fmla="*/ 124571 w 1605470"/>
              <a:gd name="connsiteY174" fmla="*/ 302178 h 6858000"/>
              <a:gd name="connsiteX175" fmla="*/ 103243 w 1605470"/>
              <a:gd name="connsiteY175" fmla="*/ 211375 h 6858000"/>
              <a:gd name="connsiteX176" fmla="*/ 94571 w 1605470"/>
              <a:gd name="connsiteY176" fmla="*/ 184179 h 6858000"/>
              <a:gd name="connsiteX177" fmla="*/ 13437 w 1605470"/>
              <a:gd name="connsiteY177" fmla="*/ 19287 h 6858000"/>
              <a:gd name="connsiteX178" fmla="*/ 0 w 1605470"/>
              <a:gd name="connsiteY178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89472 w 1605470"/>
              <a:gd name="connsiteY35" fmla="*/ 5732419 h 6858000"/>
              <a:gd name="connsiteX36" fmla="*/ 512623 w 1605470"/>
              <a:gd name="connsiteY36" fmla="*/ 5685392 h 6858000"/>
              <a:gd name="connsiteX37" fmla="*/ 510261 w 1605470"/>
              <a:gd name="connsiteY37" fmla="*/ 5634527 h 6858000"/>
              <a:gd name="connsiteX38" fmla="*/ 523992 w 1605470"/>
              <a:gd name="connsiteY38" fmla="*/ 5619557 h 6858000"/>
              <a:gd name="connsiteX39" fmla="*/ 526609 w 1605470"/>
              <a:gd name="connsiteY39" fmla="*/ 5617081 h 6858000"/>
              <a:gd name="connsiteX40" fmla="*/ 531653 w 1605470"/>
              <a:gd name="connsiteY40" fmla="*/ 5604904 h 6858000"/>
              <a:gd name="connsiteX41" fmla="*/ 539863 w 1605470"/>
              <a:gd name="connsiteY41" fmla="*/ 5604298 h 6858000"/>
              <a:gd name="connsiteX42" fmla="*/ 552319 w 1605470"/>
              <a:gd name="connsiteY42" fmla="*/ 5587997 h 6858000"/>
              <a:gd name="connsiteX43" fmla="*/ 559710 w 1605470"/>
              <a:gd name="connsiteY43" fmla="*/ 5564796 h 6858000"/>
              <a:gd name="connsiteX44" fmla="*/ 587214 w 1605470"/>
              <a:gd name="connsiteY44" fmla="*/ 5451511 h 6858000"/>
              <a:gd name="connsiteX45" fmla="*/ 608019 w 1605470"/>
              <a:gd name="connsiteY45" fmla="*/ 5385461 h 6858000"/>
              <a:gd name="connsiteX46" fmla="*/ 622750 w 1605470"/>
              <a:gd name="connsiteY46" fmla="*/ 5363084 h 6858000"/>
              <a:gd name="connsiteX47" fmla="*/ 638731 w 1605470"/>
              <a:gd name="connsiteY47" fmla="*/ 5330009 h 6858000"/>
              <a:gd name="connsiteX48" fmla="*/ 672224 w 1605470"/>
              <a:gd name="connsiteY48" fmla="*/ 5273739 h 6858000"/>
              <a:gd name="connsiteX49" fmla="*/ 681823 w 1605470"/>
              <a:gd name="connsiteY49" fmla="*/ 5241779 h 6858000"/>
              <a:gd name="connsiteX50" fmla="*/ 693049 w 1605470"/>
              <a:gd name="connsiteY50" fmla="*/ 5225268 h 6858000"/>
              <a:gd name="connsiteX51" fmla="*/ 694069 w 1605470"/>
              <a:gd name="connsiteY51" fmla="*/ 5217684 h 6858000"/>
              <a:gd name="connsiteX52" fmla="*/ 701410 w 1605470"/>
              <a:gd name="connsiteY52" fmla="*/ 5193377 h 6858000"/>
              <a:gd name="connsiteX53" fmla="*/ 704713 w 1605470"/>
              <a:gd name="connsiteY53" fmla="*/ 5179288 h 6858000"/>
              <a:gd name="connsiteX54" fmla="*/ 705697 w 1605470"/>
              <a:gd name="connsiteY54" fmla="*/ 5173621 h 6858000"/>
              <a:gd name="connsiteX55" fmla="*/ 701331 w 1605470"/>
              <a:gd name="connsiteY55" fmla="*/ 5159961 h 6858000"/>
              <a:gd name="connsiteX56" fmla="*/ 708008 w 1605470"/>
              <a:gd name="connsiteY56" fmla="*/ 5144295 h 6858000"/>
              <a:gd name="connsiteX57" fmla="*/ 704941 w 1605470"/>
              <a:gd name="connsiteY57" fmla="*/ 5125185 h 6858000"/>
              <a:gd name="connsiteX58" fmla="*/ 711771 w 1605470"/>
              <a:gd name="connsiteY58" fmla="*/ 5121884 h 6858000"/>
              <a:gd name="connsiteX59" fmla="*/ 721092 w 1605470"/>
              <a:gd name="connsiteY59" fmla="*/ 5108383 h 6858000"/>
              <a:gd name="connsiteX60" fmla="*/ 717045 w 1605470"/>
              <a:gd name="connsiteY60" fmla="*/ 5094705 h 6858000"/>
              <a:gd name="connsiteX61" fmla="*/ 718807 w 1605470"/>
              <a:gd name="connsiteY61" fmla="*/ 5067850 h 6858000"/>
              <a:gd name="connsiteX62" fmla="*/ 721538 w 1605470"/>
              <a:gd name="connsiteY62" fmla="*/ 5060861 h 6858000"/>
              <a:gd name="connsiteX63" fmla="*/ 718242 w 1605470"/>
              <a:gd name="connsiteY63" fmla="*/ 5034192 h 6858000"/>
              <a:gd name="connsiteX64" fmla="*/ 719796 w 1605470"/>
              <a:gd name="connsiteY64" fmla="*/ 4993030 h 6858000"/>
              <a:gd name="connsiteX65" fmla="*/ 726705 w 1605470"/>
              <a:gd name="connsiteY65" fmla="*/ 4946844 h 6858000"/>
              <a:gd name="connsiteX66" fmla="*/ 722561 w 1605470"/>
              <a:gd name="connsiteY66" fmla="*/ 4932692 h 6858000"/>
              <a:gd name="connsiteX67" fmla="*/ 724935 w 1605470"/>
              <a:gd name="connsiteY67" fmla="*/ 4821504 h 6858000"/>
              <a:gd name="connsiteX68" fmla="*/ 732118 w 1605470"/>
              <a:gd name="connsiteY68" fmla="*/ 4801535 h 6858000"/>
              <a:gd name="connsiteX69" fmla="*/ 739787 w 1605470"/>
              <a:gd name="connsiteY69" fmla="*/ 4797794 h 6858000"/>
              <a:gd name="connsiteX70" fmla="*/ 741081 w 1605470"/>
              <a:gd name="connsiteY70" fmla="*/ 4784526 h 6858000"/>
              <a:gd name="connsiteX71" fmla="*/ 742865 w 1605470"/>
              <a:gd name="connsiteY71" fmla="*/ 4781211 h 6858000"/>
              <a:gd name="connsiteX72" fmla="*/ 751652 w 1605470"/>
              <a:gd name="connsiteY72" fmla="*/ 4761984 h 6858000"/>
              <a:gd name="connsiteX73" fmla="*/ 747700 w 1605470"/>
              <a:gd name="connsiteY73" fmla="*/ 4690749 h 6858000"/>
              <a:gd name="connsiteX74" fmla="*/ 743180 w 1605470"/>
              <a:gd name="connsiteY74" fmla="*/ 4613201 h 6858000"/>
              <a:gd name="connsiteX75" fmla="*/ 738263 w 1605470"/>
              <a:gd name="connsiteY75" fmla="*/ 4444346 h 6858000"/>
              <a:gd name="connsiteX76" fmla="*/ 756542 w 1605470"/>
              <a:gd name="connsiteY76" fmla="*/ 4350346 h 6858000"/>
              <a:gd name="connsiteX77" fmla="*/ 715481 w 1605470"/>
              <a:gd name="connsiteY77" fmla="*/ 4214165 h 6858000"/>
              <a:gd name="connsiteX78" fmla="*/ 719554 w 1605470"/>
              <a:gd name="connsiteY78" fmla="*/ 4090296 h 6858000"/>
              <a:gd name="connsiteX79" fmla="*/ 704810 w 1605470"/>
              <a:gd name="connsiteY79" fmla="*/ 4033999 h 6858000"/>
              <a:gd name="connsiteX80" fmla="*/ 705959 w 1605470"/>
              <a:gd name="connsiteY80" fmla="*/ 4031933 h 6858000"/>
              <a:gd name="connsiteX81" fmla="*/ 704535 w 1605470"/>
              <a:gd name="connsiteY81" fmla="*/ 4013953 h 6858000"/>
              <a:gd name="connsiteX82" fmla="*/ 700443 w 1605470"/>
              <a:gd name="connsiteY82" fmla="*/ 4010511 h 6858000"/>
              <a:gd name="connsiteX83" fmla="*/ 698282 w 1605470"/>
              <a:gd name="connsiteY83" fmla="*/ 3998331 h 6858000"/>
              <a:gd name="connsiteX84" fmla="*/ 690830 w 1605470"/>
              <a:gd name="connsiteY84" fmla="*/ 3974753 h 6858000"/>
              <a:gd name="connsiteX85" fmla="*/ 692428 w 1605470"/>
              <a:gd name="connsiteY85" fmla="*/ 3969950 h 6858000"/>
              <a:gd name="connsiteX86" fmla="*/ 685850 w 1605470"/>
              <a:gd name="connsiteY86" fmla="*/ 3933779 h 6858000"/>
              <a:gd name="connsiteX87" fmla="*/ 687181 w 1605470"/>
              <a:gd name="connsiteY87" fmla="*/ 3933093 h 6858000"/>
              <a:gd name="connsiteX88" fmla="*/ 691535 w 1605470"/>
              <a:gd name="connsiteY88" fmla="*/ 3922082 h 6858000"/>
              <a:gd name="connsiteX89" fmla="*/ 696613 w 1605470"/>
              <a:gd name="connsiteY89" fmla="*/ 3901461 h 6858000"/>
              <a:gd name="connsiteX90" fmla="*/ 719207 w 1605470"/>
              <a:gd name="connsiteY90" fmla="*/ 3813873 h 6858000"/>
              <a:gd name="connsiteX91" fmla="*/ 718632 w 1605470"/>
              <a:gd name="connsiteY91" fmla="*/ 3806161 h 6858000"/>
              <a:gd name="connsiteX92" fmla="*/ 718939 w 1605470"/>
              <a:gd name="connsiteY92" fmla="*/ 3805957 h 6858000"/>
              <a:gd name="connsiteX93" fmla="*/ 718966 w 1605470"/>
              <a:gd name="connsiteY93" fmla="*/ 3797724 h 6858000"/>
              <a:gd name="connsiteX94" fmla="*/ 717581 w 1605470"/>
              <a:gd name="connsiteY94" fmla="*/ 3792098 h 6858000"/>
              <a:gd name="connsiteX95" fmla="*/ 716465 w 1605470"/>
              <a:gd name="connsiteY95" fmla="*/ 3777135 h 6858000"/>
              <a:gd name="connsiteX96" fmla="*/ 718198 w 1605470"/>
              <a:gd name="connsiteY96" fmla="*/ 3771656 h 6858000"/>
              <a:gd name="connsiteX97" fmla="*/ 721941 w 1605470"/>
              <a:gd name="connsiteY97" fmla="*/ 3769007 h 6858000"/>
              <a:gd name="connsiteX98" fmla="*/ 721407 w 1605470"/>
              <a:gd name="connsiteY98" fmla="*/ 3767709 h 6858000"/>
              <a:gd name="connsiteX99" fmla="*/ 730103 w 1605470"/>
              <a:gd name="connsiteY99" fmla="*/ 3738082 h 6858000"/>
              <a:gd name="connsiteX100" fmla="*/ 737449 w 1605470"/>
              <a:gd name="connsiteY100" fmla="*/ 3673397 h 6858000"/>
              <a:gd name="connsiteX101" fmla="*/ 736745 w 1605470"/>
              <a:gd name="connsiteY101" fmla="*/ 3637109 h 6858000"/>
              <a:gd name="connsiteX102" fmla="*/ 740188 w 1605470"/>
              <a:gd name="connsiteY102" fmla="*/ 3536883 h 6858000"/>
              <a:gd name="connsiteX103" fmla="*/ 747726 w 1605470"/>
              <a:gd name="connsiteY103" fmla="*/ 3435652 h 6858000"/>
              <a:gd name="connsiteX104" fmla="*/ 774383 w 1605470"/>
              <a:gd name="connsiteY104" fmla="*/ 3381564 h 6858000"/>
              <a:gd name="connsiteX105" fmla="*/ 774870 w 1605470"/>
              <a:gd name="connsiteY105" fmla="*/ 3375761 h 6858000"/>
              <a:gd name="connsiteX106" fmla="*/ 770510 w 1605470"/>
              <a:gd name="connsiteY106" fmla="*/ 3361844 h 6858000"/>
              <a:gd name="connsiteX107" fmla="*/ 767933 w 1605470"/>
              <a:gd name="connsiteY107" fmla="*/ 3356929 h 6858000"/>
              <a:gd name="connsiteX108" fmla="*/ 766158 w 1605470"/>
              <a:gd name="connsiteY108" fmla="*/ 3349058 h 6858000"/>
              <a:gd name="connsiteX109" fmla="*/ 766414 w 1605470"/>
              <a:gd name="connsiteY109" fmla="*/ 3348763 h 6858000"/>
              <a:gd name="connsiteX110" fmla="*/ 764166 w 1605470"/>
              <a:gd name="connsiteY110" fmla="*/ 3341588 h 6858000"/>
              <a:gd name="connsiteX111" fmla="*/ 749397 w 1605470"/>
              <a:gd name="connsiteY111" fmla="*/ 3307769 h 6858000"/>
              <a:gd name="connsiteX112" fmla="*/ 766960 w 1605470"/>
              <a:gd name="connsiteY112" fmla="*/ 3250522 h 6858000"/>
              <a:gd name="connsiteX113" fmla="*/ 767385 w 1605470"/>
              <a:gd name="connsiteY113" fmla="*/ 3229163 h 6858000"/>
              <a:gd name="connsiteX114" fmla="*/ 769208 w 1605470"/>
              <a:gd name="connsiteY114" fmla="*/ 3217217 h 6858000"/>
              <a:gd name="connsiteX115" fmla="*/ 770350 w 1605470"/>
              <a:gd name="connsiteY115" fmla="*/ 3216125 h 6858000"/>
              <a:gd name="connsiteX116" fmla="*/ 756043 w 1605470"/>
              <a:gd name="connsiteY116" fmla="*/ 3183755 h 6858000"/>
              <a:gd name="connsiteX117" fmla="*/ 756544 w 1605470"/>
              <a:gd name="connsiteY117" fmla="*/ 3178642 h 6858000"/>
              <a:gd name="connsiteX118" fmla="*/ 744144 w 1605470"/>
              <a:gd name="connsiteY118" fmla="*/ 3158586 h 6858000"/>
              <a:gd name="connsiteX119" fmla="*/ 739378 w 1605470"/>
              <a:gd name="connsiteY119" fmla="*/ 3147669 h 6858000"/>
              <a:gd name="connsiteX120" fmla="*/ 734648 w 1605470"/>
              <a:gd name="connsiteY120" fmla="*/ 3145733 h 6858000"/>
              <a:gd name="connsiteX121" fmla="*/ 729329 w 1605470"/>
              <a:gd name="connsiteY121" fmla="*/ 3129034 h 6858000"/>
              <a:gd name="connsiteX122" fmla="*/ 729994 w 1605470"/>
              <a:gd name="connsiteY122" fmla="*/ 3126682 h 6858000"/>
              <a:gd name="connsiteX123" fmla="*/ 720862 w 1605470"/>
              <a:gd name="connsiteY123" fmla="*/ 3114519 h 6858000"/>
              <a:gd name="connsiteX124" fmla="*/ 707471 w 1605470"/>
              <a:gd name="connsiteY124" fmla="*/ 3106272 h 6858000"/>
              <a:gd name="connsiteX125" fmla="*/ 680201 w 1605470"/>
              <a:gd name="connsiteY125" fmla="*/ 2958185 h 6858000"/>
              <a:gd name="connsiteX126" fmla="*/ 622815 w 1605470"/>
              <a:gd name="connsiteY126" fmla="*/ 2762989 h 6858000"/>
              <a:gd name="connsiteX127" fmla="*/ 571733 w 1605470"/>
              <a:gd name="connsiteY127" fmla="*/ 2554718 h 6858000"/>
              <a:gd name="connsiteX128" fmla="*/ 551827 w 1605470"/>
              <a:gd name="connsiteY128" fmla="*/ 2485734 h 6858000"/>
              <a:gd name="connsiteX129" fmla="*/ 542550 w 1605470"/>
              <a:gd name="connsiteY129" fmla="*/ 2447068 h 6858000"/>
              <a:gd name="connsiteX130" fmla="*/ 529511 w 1605470"/>
              <a:gd name="connsiteY130" fmla="*/ 2425819 h 6858000"/>
              <a:gd name="connsiteX131" fmla="*/ 528878 w 1605470"/>
              <a:gd name="connsiteY131" fmla="*/ 2408971 h 6858000"/>
              <a:gd name="connsiteX132" fmla="*/ 535510 w 1605470"/>
              <a:gd name="connsiteY132" fmla="*/ 2402874 h 6858000"/>
              <a:gd name="connsiteX133" fmla="*/ 538122 w 1605470"/>
              <a:gd name="connsiteY133" fmla="*/ 2381443 h 6858000"/>
              <a:gd name="connsiteX134" fmla="*/ 514451 w 1605470"/>
              <a:gd name="connsiteY134" fmla="*/ 2261920 h 6858000"/>
              <a:gd name="connsiteX135" fmla="*/ 486968 w 1605470"/>
              <a:gd name="connsiteY135" fmla="*/ 2182937 h 6858000"/>
              <a:gd name="connsiteX136" fmla="*/ 488555 w 1605470"/>
              <a:gd name="connsiteY136" fmla="*/ 2155135 h 6858000"/>
              <a:gd name="connsiteX137" fmla="*/ 486013 w 1605470"/>
              <a:gd name="connsiteY137" fmla="*/ 2118008 h 6858000"/>
              <a:gd name="connsiteX138" fmla="*/ 487006 w 1605470"/>
              <a:gd name="connsiteY138" fmla="*/ 2050531 h 6858000"/>
              <a:gd name="connsiteX139" fmla="*/ 478812 w 1605470"/>
              <a:gd name="connsiteY139" fmla="*/ 1963269 h 6858000"/>
              <a:gd name="connsiteX140" fmla="*/ 442619 w 1605470"/>
              <a:gd name="connsiteY140" fmla="*/ 1910499 h 6858000"/>
              <a:gd name="connsiteX141" fmla="*/ 446785 w 1605470"/>
              <a:gd name="connsiteY141" fmla="*/ 1903212 h 6858000"/>
              <a:gd name="connsiteX142" fmla="*/ 436547 w 1605470"/>
              <a:gd name="connsiteY142" fmla="*/ 1861531 h 6858000"/>
              <a:gd name="connsiteX143" fmla="*/ 390346 w 1605470"/>
              <a:gd name="connsiteY143" fmla="*/ 1732919 h 6858000"/>
              <a:gd name="connsiteX144" fmla="*/ 362657 w 1605470"/>
              <a:gd name="connsiteY144" fmla="*/ 1663540 h 6858000"/>
              <a:gd name="connsiteX145" fmla="*/ 361783 w 1605470"/>
              <a:gd name="connsiteY145" fmla="*/ 1615777 h 6858000"/>
              <a:gd name="connsiteX146" fmla="*/ 342578 w 1605470"/>
              <a:gd name="connsiteY146" fmla="*/ 1563678 h 6858000"/>
              <a:gd name="connsiteX147" fmla="*/ 355658 w 1605470"/>
              <a:gd name="connsiteY147" fmla="*/ 1519474 h 6858000"/>
              <a:gd name="connsiteX148" fmla="*/ 348400 w 1605470"/>
              <a:gd name="connsiteY148" fmla="*/ 1477995 h 6858000"/>
              <a:gd name="connsiteX149" fmla="*/ 334485 w 1605470"/>
              <a:gd name="connsiteY149" fmla="*/ 1373769 h 6858000"/>
              <a:gd name="connsiteX150" fmla="*/ 342792 w 1605470"/>
              <a:gd name="connsiteY150" fmla="*/ 1307086 h 6858000"/>
              <a:gd name="connsiteX151" fmla="*/ 343980 w 1605470"/>
              <a:gd name="connsiteY151" fmla="*/ 1189033 h 6858000"/>
              <a:gd name="connsiteX152" fmla="*/ 348665 w 1605470"/>
              <a:gd name="connsiteY152" fmla="*/ 1168288 h 6858000"/>
              <a:gd name="connsiteX153" fmla="*/ 340947 w 1605470"/>
              <a:gd name="connsiteY153" fmla="*/ 1142577 h 6858000"/>
              <a:gd name="connsiteX154" fmla="*/ 330253 w 1605470"/>
              <a:gd name="connsiteY154" fmla="*/ 1088484 h 6858000"/>
              <a:gd name="connsiteX155" fmla="*/ 318989 w 1605470"/>
              <a:gd name="connsiteY155" fmla="*/ 1016103 h 6858000"/>
              <a:gd name="connsiteX156" fmla="*/ 320445 w 1605470"/>
              <a:gd name="connsiteY156" fmla="*/ 932283 h 6858000"/>
              <a:gd name="connsiteX157" fmla="*/ 322681 w 1605470"/>
              <a:gd name="connsiteY157" fmla="*/ 915925 h 6858000"/>
              <a:gd name="connsiteX158" fmla="*/ 315310 w 1605470"/>
              <a:gd name="connsiteY158" fmla="*/ 896999 h 6858000"/>
              <a:gd name="connsiteX159" fmla="*/ 284718 w 1605470"/>
              <a:gd name="connsiteY159" fmla="*/ 821517 h 6858000"/>
              <a:gd name="connsiteX160" fmla="*/ 263668 w 1605470"/>
              <a:gd name="connsiteY160" fmla="*/ 751353 h 6858000"/>
              <a:gd name="connsiteX161" fmla="*/ 263226 w 1605470"/>
              <a:gd name="connsiteY161" fmla="*/ 721230 h 6858000"/>
              <a:gd name="connsiteX162" fmla="*/ 248897 w 1605470"/>
              <a:gd name="connsiteY162" fmla="*/ 681659 h 6858000"/>
              <a:gd name="connsiteX163" fmla="*/ 234316 w 1605470"/>
              <a:gd name="connsiteY163" fmla="*/ 635218 h 6858000"/>
              <a:gd name="connsiteX164" fmla="*/ 239327 w 1605470"/>
              <a:gd name="connsiteY164" fmla="*/ 613763 h 6858000"/>
              <a:gd name="connsiteX165" fmla="*/ 225269 w 1605470"/>
              <a:gd name="connsiteY165" fmla="*/ 598582 h 6858000"/>
              <a:gd name="connsiteX166" fmla="*/ 224950 w 1605470"/>
              <a:gd name="connsiteY166" fmla="*/ 576846 h 6858000"/>
              <a:gd name="connsiteX167" fmla="*/ 204576 w 1605470"/>
              <a:gd name="connsiteY167" fmla="*/ 530055 h 6858000"/>
              <a:gd name="connsiteX168" fmla="*/ 219064 w 1605470"/>
              <a:gd name="connsiteY168" fmla="*/ 469651 h 6858000"/>
              <a:gd name="connsiteX169" fmla="*/ 195012 w 1605470"/>
              <a:gd name="connsiteY169" fmla="*/ 448559 h 6858000"/>
              <a:gd name="connsiteX170" fmla="*/ 201434 w 1605470"/>
              <a:gd name="connsiteY170" fmla="*/ 441529 h 6858000"/>
              <a:gd name="connsiteX171" fmla="*/ 200655 w 1605470"/>
              <a:gd name="connsiteY171" fmla="*/ 428927 h 6858000"/>
              <a:gd name="connsiteX172" fmla="*/ 190059 w 1605470"/>
              <a:gd name="connsiteY172" fmla="*/ 430161 h 6858000"/>
              <a:gd name="connsiteX173" fmla="*/ 167079 w 1605470"/>
              <a:gd name="connsiteY173" fmla="*/ 367211 h 6858000"/>
              <a:gd name="connsiteX174" fmla="*/ 124571 w 1605470"/>
              <a:gd name="connsiteY174" fmla="*/ 302178 h 6858000"/>
              <a:gd name="connsiteX175" fmla="*/ 103243 w 1605470"/>
              <a:gd name="connsiteY175" fmla="*/ 211375 h 6858000"/>
              <a:gd name="connsiteX176" fmla="*/ 94571 w 1605470"/>
              <a:gd name="connsiteY176" fmla="*/ 184179 h 6858000"/>
              <a:gd name="connsiteX177" fmla="*/ 13437 w 1605470"/>
              <a:gd name="connsiteY177" fmla="*/ 19287 h 6858000"/>
              <a:gd name="connsiteX178" fmla="*/ 0 w 1605470"/>
              <a:gd name="connsiteY178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89472 w 1605470"/>
              <a:gd name="connsiteY35" fmla="*/ 5732419 h 6858000"/>
              <a:gd name="connsiteX36" fmla="*/ 512623 w 1605470"/>
              <a:gd name="connsiteY36" fmla="*/ 5685392 h 6858000"/>
              <a:gd name="connsiteX37" fmla="*/ 510261 w 1605470"/>
              <a:gd name="connsiteY37" fmla="*/ 5634527 h 6858000"/>
              <a:gd name="connsiteX38" fmla="*/ 523992 w 1605470"/>
              <a:gd name="connsiteY38" fmla="*/ 5619557 h 6858000"/>
              <a:gd name="connsiteX39" fmla="*/ 526609 w 1605470"/>
              <a:gd name="connsiteY39" fmla="*/ 5617081 h 6858000"/>
              <a:gd name="connsiteX40" fmla="*/ 531653 w 1605470"/>
              <a:gd name="connsiteY40" fmla="*/ 5604904 h 6858000"/>
              <a:gd name="connsiteX41" fmla="*/ 539863 w 1605470"/>
              <a:gd name="connsiteY41" fmla="*/ 5604298 h 6858000"/>
              <a:gd name="connsiteX42" fmla="*/ 552319 w 1605470"/>
              <a:gd name="connsiteY42" fmla="*/ 5587997 h 6858000"/>
              <a:gd name="connsiteX43" fmla="*/ 559710 w 1605470"/>
              <a:gd name="connsiteY43" fmla="*/ 5564796 h 6858000"/>
              <a:gd name="connsiteX44" fmla="*/ 587214 w 1605470"/>
              <a:gd name="connsiteY44" fmla="*/ 5451511 h 6858000"/>
              <a:gd name="connsiteX45" fmla="*/ 608019 w 1605470"/>
              <a:gd name="connsiteY45" fmla="*/ 5385461 h 6858000"/>
              <a:gd name="connsiteX46" fmla="*/ 622750 w 1605470"/>
              <a:gd name="connsiteY46" fmla="*/ 5363084 h 6858000"/>
              <a:gd name="connsiteX47" fmla="*/ 638731 w 1605470"/>
              <a:gd name="connsiteY47" fmla="*/ 5330009 h 6858000"/>
              <a:gd name="connsiteX48" fmla="*/ 672224 w 1605470"/>
              <a:gd name="connsiteY48" fmla="*/ 5273739 h 6858000"/>
              <a:gd name="connsiteX49" fmla="*/ 681823 w 1605470"/>
              <a:gd name="connsiteY49" fmla="*/ 5241779 h 6858000"/>
              <a:gd name="connsiteX50" fmla="*/ 693049 w 1605470"/>
              <a:gd name="connsiteY50" fmla="*/ 5225268 h 6858000"/>
              <a:gd name="connsiteX51" fmla="*/ 694069 w 1605470"/>
              <a:gd name="connsiteY51" fmla="*/ 5217684 h 6858000"/>
              <a:gd name="connsiteX52" fmla="*/ 701410 w 1605470"/>
              <a:gd name="connsiteY52" fmla="*/ 5193377 h 6858000"/>
              <a:gd name="connsiteX53" fmla="*/ 704713 w 1605470"/>
              <a:gd name="connsiteY53" fmla="*/ 5179288 h 6858000"/>
              <a:gd name="connsiteX54" fmla="*/ 705697 w 1605470"/>
              <a:gd name="connsiteY54" fmla="*/ 5173621 h 6858000"/>
              <a:gd name="connsiteX55" fmla="*/ 701331 w 1605470"/>
              <a:gd name="connsiteY55" fmla="*/ 5159961 h 6858000"/>
              <a:gd name="connsiteX56" fmla="*/ 708008 w 1605470"/>
              <a:gd name="connsiteY56" fmla="*/ 5144295 h 6858000"/>
              <a:gd name="connsiteX57" fmla="*/ 704941 w 1605470"/>
              <a:gd name="connsiteY57" fmla="*/ 5125185 h 6858000"/>
              <a:gd name="connsiteX58" fmla="*/ 711771 w 1605470"/>
              <a:gd name="connsiteY58" fmla="*/ 5121884 h 6858000"/>
              <a:gd name="connsiteX59" fmla="*/ 721092 w 1605470"/>
              <a:gd name="connsiteY59" fmla="*/ 5108383 h 6858000"/>
              <a:gd name="connsiteX60" fmla="*/ 717045 w 1605470"/>
              <a:gd name="connsiteY60" fmla="*/ 5094705 h 6858000"/>
              <a:gd name="connsiteX61" fmla="*/ 718807 w 1605470"/>
              <a:gd name="connsiteY61" fmla="*/ 5067850 h 6858000"/>
              <a:gd name="connsiteX62" fmla="*/ 721538 w 1605470"/>
              <a:gd name="connsiteY62" fmla="*/ 5060861 h 6858000"/>
              <a:gd name="connsiteX63" fmla="*/ 718242 w 1605470"/>
              <a:gd name="connsiteY63" fmla="*/ 5034192 h 6858000"/>
              <a:gd name="connsiteX64" fmla="*/ 719796 w 1605470"/>
              <a:gd name="connsiteY64" fmla="*/ 4993030 h 6858000"/>
              <a:gd name="connsiteX65" fmla="*/ 726705 w 1605470"/>
              <a:gd name="connsiteY65" fmla="*/ 4946844 h 6858000"/>
              <a:gd name="connsiteX66" fmla="*/ 722561 w 1605470"/>
              <a:gd name="connsiteY66" fmla="*/ 4932692 h 6858000"/>
              <a:gd name="connsiteX67" fmla="*/ 724935 w 1605470"/>
              <a:gd name="connsiteY67" fmla="*/ 4821504 h 6858000"/>
              <a:gd name="connsiteX68" fmla="*/ 732118 w 1605470"/>
              <a:gd name="connsiteY68" fmla="*/ 4801535 h 6858000"/>
              <a:gd name="connsiteX69" fmla="*/ 739787 w 1605470"/>
              <a:gd name="connsiteY69" fmla="*/ 4797794 h 6858000"/>
              <a:gd name="connsiteX70" fmla="*/ 741081 w 1605470"/>
              <a:gd name="connsiteY70" fmla="*/ 4784526 h 6858000"/>
              <a:gd name="connsiteX71" fmla="*/ 742865 w 1605470"/>
              <a:gd name="connsiteY71" fmla="*/ 4781211 h 6858000"/>
              <a:gd name="connsiteX72" fmla="*/ 751652 w 1605470"/>
              <a:gd name="connsiteY72" fmla="*/ 4761984 h 6858000"/>
              <a:gd name="connsiteX73" fmla="*/ 747700 w 1605470"/>
              <a:gd name="connsiteY73" fmla="*/ 4690749 h 6858000"/>
              <a:gd name="connsiteX74" fmla="*/ 743180 w 1605470"/>
              <a:gd name="connsiteY74" fmla="*/ 4613201 h 6858000"/>
              <a:gd name="connsiteX75" fmla="*/ 738263 w 1605470"/>
              <a:gd name="connsiteY75" fmla="*/ 4444346 h 6858000"/>
              <a:gd name="connsiteX76" fmla="*/ 756542 w 1605470"/>
              <a:gd name="connsiteY76" fmla="*/ 4350346 h 6858000"/>
              <a:gd name="connsiteX77" fmla="*/ 715481 w 1605470"/>
              <a:gd name="connsiteY77" fmla="*/ 4214165 h 6858000"/>
              <a:gd name="connsiteX78" fmla="*/ 719554 w 1605470"/>
              <a:gd name="connsiteY78" fmla="*/ 4090296 h 6858000"/>
              <a:gd name="connsiteX79" fmla="*/ 704810 w 1605470"/>
              <a:gd name="connsiteY79" fmla="*/ 4033999 h 6858000"/>
              <a:gd name="connsiteX80" fmla="*/ 705959 w 1605470"/>
              <a:gd name="connsiteY80" fmla="*/ 4031933 h 6858000"/>
              <a:gd name="connsiteX81" fmla="*/ 704535 w 1605470"/>
              <a:gd name="connsiteY81" fmla="*/ 4013953 h 6858000"/>
              <a:gd name="connsiteX82" fmla="*/ 700443 w 1605470"/>
              <a:gd name="connsiteY82" fmla="*/ 4010511 h 6858000"/>
              <a:gd name="connsiteX83" fmla="*/ 698282 w 1605470"/>
              <a:gd name="connsiteY83" fmla="*/ 3998331 h 6858000"/>
              <a:gd name="connsiteX84" fmla="*/ 690830 w 1605470"/>
              <a:gd name="connsiteY84" fmla="*/ 3974753 h 6858000"/>
              <a:gd name="connsiteX85" fmla="*/ 692428 w 1605470"/>
              <a:gd name="connsiteY85" fmla="*/ 3969950 h 6858000"/>
              <a:gd name="connsiteX86" fmla="*/ 685850 w 1605470"/>
              <a:gd name="connsiteY86" fmla="*/ 3933779 h 6858000"/>
              <a:gd name="connsiteX87" fmla="*/ 687181 w 1605470"/>
              <a:gd name="connsiteY87" fmla="*/ 3933093 h 6858000"/>
              <a:gd name="connsiteX88" fmla="*/ 691535 w 1605470"/>
              <a:gd name="connsiteY88" fmla="*/ 3922082 h 6858000"/>
              <a:gd name="connsiteX89" fmla="*/ 696613 w 1605470"/>
              <a:gd name="connsiteY89" fmla="*/ 3901461 h 6858000"/>
              <a:gd name="connsiteX90" fmla="*/ 719207 w 1605470"/>
              <a:gd name="connsiteY90" fmla="*/ 3813873 h 6858000"/>
              <a:gd name="connsiteX91" fmla="*/ 718632 w 1605470"/>
              <a:gd name="connsiteY91" fmla="*/ 3806161 h 6858000"/>
              <a:gd name="connsiteX92" fmla="*/ 718939 w 1605470"/>
              <a:gd name="connsiteY92" fmla="*/ 3805957 h 6858000"/>
              <a:gd name="connsiteX93" fmla="*/ 718966 w 1605470"/>
              <a:gd name="connsiteY93" fmla="*/ 3797724 h 6858000"/>
              <a:gd name="connsiteX94" fmla="*/ 717581 w 1605470"/>
              <a:gd name="connsiteY94" fmla="*/ 3792098 h 6858000"/>
              <a:gd name="connsiteX95" fmla="*/ 716465 w 1605470"/>
              <a:gd name="connsiteY95" fmla="*/ 3777135 h 6858000"/>
              <a:gd name="connsiteX96" fmla="*/ 718198 w 1605470"/>
              <a:gd name="connsiteY96" fmla="*/ 3771656 h 6858000"/>
              <a:gd name="connsiteX97" fmla="*/ 721941 w 1605470"/>
              <a:gd name="connsiteY97" fmla="*/ 3769007 h 6858000"/>
              <a:gd name="connsiteX98" fmla="*/ 721407 w 1605470"/>
              <a:gd name="connsiteY98" fmla="*/ 3767709 h 6858000"/>
              <a:gd name="connsiteX99" fmla="*/ 730103 w 1605470"/>
              <a:gd name="connsiteY99" fmla="*/ 3738082 h 6858000"/>
              <a:gd name="connsiteX100" fmla="*/ 737449 w 1605470"/>
              <a:gd name="connsiteY100" fmla="*/ 3673397 h 6858000"/>
              <a:gd name="connsiteX101" fmla="*/ 736745 w 1605470"/>
              <a:gd name="connsiteY101" fmla="*/ 3637109 h 6858000"/>
              <a:gd name="connsiteX102" fmla="*/ 740188 w 1605470"/>
              <a:gd name="connsiteY102" fmla="*/ 3536883 h 6858000"/>
              <a:gd name="connsiteX103" fmla="*/ 747726 w 1605470"/>
              <a:gd name="connsiteY103" fmla="*/ 3435652 h 6858000"/>
              <a:gd name="connsiteX104" fmla="*/ 774383 w 1605470"/>
              <a:gd name="connsiteY104" fmla="*/ 3381564 h 6858000"/>
              <a:gd name="connsiteX105" fmla="*/ 774870 w 1605470"/>
              <a:gd name="connsiteY105" fmla="*/ 3375761 h 6858000"/>
              <a:gd name="connsiteX106" fmla="*/ 770510 w 1605470"/>
              <a:gd name="connsiteY106" fmla="*/ 3361844 h 6858000"/>
              <a:gd name="connsiteX107" fmla="*/ 767933 w 1605470"/>
              <a:gd name="connsiteY107" fmla="*/ 3356929 h 6858000"/>
              <a:gd name="connsiteX108" fmla="*/ 766158 w 1605470"/>
              <a:gd name="connsiteY108" fmla="*/ 3349058 h 6858000"/>
              <a:gd name="connsiteX109" fmla="*/ 766414 w 1605470"/>
              <a:gd name="connsiteY109" fmla="*/ 3348763 h 6858000"/>
              <a:gd name="connsiteX110" fmla="*/ 764166 w 1605470"/>
              <a:gd name="connsiteY110" fmla="*/ 3341588 h 6858000"/>
              <a:gd name="connsiteX111" fmla="*/ 749397 w 1605470"/>
              <a:gd name="connsiteY111" fmla="*/ 3307769 h 6858000"/>
              <a:gd name="connsiteX112" fmla="*/ 766960 w 1605470"/>
              <a:gd name="connsiteY112" fmla="*/ 3250522 h 6858000"/>
              <a:gd name="connsiteX113" fmla="*/ 767385 w 1605470"/>
              <a:gd name="connsiteY113" fmla="*/ 3229163 h 6858000"/>
              <a:gd name="connsiteX114" fmla="*/ 769208 w 1605470"/>
              <a:gd name="connsiteY114" fmla="*/ 3217217 h 6858000"/>
              <a:gd name="connsiteX115" fmla="*/ 770350 w 1605470"/>
              <a:gd name="connsiteY115" fmla="*/ 3216125 h 6858000"/>
              <a:gd name="connsiteX116" fmla="*/ 756043 w 1605470"/>
              <a:gd name="connsiteY116" fmla="*/ 3183755 h 6858000"/>
              <a:gd name="connsiteX117" fmla="*/ 756544 w 1605470"/>
              <a:gd name="connsiteY117" fmla="*/ 3178642 h 6858000"/>
              <a:gd name="connsiteX118" fmla="*/ 744144 w 1605470"/>
              <a:gd name="connsiteY118" fmla="*/ 3158586 h 6858000"/>
              <a:gd name="connsiteX119" fmla="*/ 739378 w 1605470"/>
              <a:gd name="connsiteY119" fmla="*/ 3147669 h 6858000"/>
              <a:gd name="connsiteX120" fmla="*/ 734648 w 1605470"/>
              <a:gd name="connsiteY120" fmla="*/ 3145733 h 6858000"/>
              <a:gd name="connsiteX121" fmla="*/ 729329 w 1605470"/>
              <a:gd name="connsiteY121" fmla="*/ 3129034 h 6858000"/>
              <a:gd name="connsiteX122" fmla="*/ 729994 w 1605470"/>
              <a:gd name="connsiteY122" fmla="*/ 3126682 h 6858000"/>
              <a:gd name="connsiteX123" fmla="*/ 720862 w 1605470"/>
              <a:gd name="connsiteY123" fmla="*/ 3114519 h 6858000"/>
              <a:gd name="connsiteX124" fmla="*/ 707471 w 1605470"/>
              <a:gd name="connsiteY124" fmla="*/ 3106272 h 6858000"/>
              <a:gd name="connsiteX125" fmla="*/ 680201 w 1605470"/>
              <a:gd name="connsiteY125" fmla="*/ 2958185 h 6858000"/>
              <a:gd name="connsiteX126" fmla="*/ 622815 w 1605470"/>
              <a:gd name="connsiteY126" fmla="*/ 2762989 h 6858000"/>
              <a:gd name="connsiteX127" fmla="*/ 571733 w 1605470"/>
              <a:gd name="connsiteY127" fmla="*/ 2554718 h 6858000"/>
              <a:gd name="connsiteX128" fmla="*/ 551827 w 1605470"/>
              <a:gd name="connsiteY128" fmla="*/ 2485734 h 6858000"/>
              <a:gd name="connsiteX129" fmla="*/ 542550 w 1605470"/>
              <a:gd name="connsiteY129" fmla="*/ 2447068 h 6858000"/>
              <a:gd name="connsiteX130" fmla="*/ 529511 w 1605470"/>
              <a:gd name="connsiteY130" fmla="*/ 2425819 h 6858000"/>
              <a:gd name="connsiteX131" fmla="*/ 528878 w 1605470"/>
              <a:gd name="connsiteY131" fmla="*/ 2408971 h 6858000"/>
              <a:gd name="connsiteX132" fmla="*/ 535510 w 1605470"/>
              <a:gd name="connsiteY132" fmla="*/ 2402874 h 6858000"/>
              <a:gd name="connsiteX133" fmla="*/ 538122 w 1605470"/>
              <a:gd name="connsiteY133" fmla="*/ 2381443 h 6858000"/>
              <a:gd name="connsiteX134" fmla="*/ 514451 w 1605470"/>
              <a:gd name="connsiteY134" fmla="*/ 2261920 h 6858000"/>
              <a:gd name="connsiteX135" fmla="*/ 486968 w 1605470"/>
              <a:gd name="connsiteY135" fmla="*/ 2182937 h 6858000"/>
              <a:gd name="connsiteX136" fmla="*/ 488555 w 1605470"/>
              <a:gd name="connsiteY136" fmla="*/ 2155135 h 6858000"/>
              <a:gd name="connsiteX137" fmla="*/ 486013 w 1605470"/>
              <a:gd name="connsiteY137" fmla="*/ 2118008 h 6858000"/>
              <a:gd name="connsiteX138" fmla="*/ 487006 w 1605470"/>
              <a:gd name="connsiteY138" fmla="*/ 2050531 h 6858000"/>
              <a:gd name="connsiteX139" fmla="*/ 478812 w 1605470"/>
              <a:gd name="connsiteY139" fmla="*/ 1963269 h 6858000"/>
              <a:gd name="connsiteX140" fmla="*/ 442619 w 1605470"/>
              <a:gd name="connsiteY140" fmla="*/ 1910499 h 6858000"/>
              <a:gd name="connsiteX141" fmla="*/ 446785 w 1605470"/>
              <a:gd name="connsiteY141" fmla="*/ 1903212 h 6858000"/>
              <a:gd name="connsiteX142" fmla="*/ 436547 w 1605470"/>
              <a:gd name="connsiteY142" fmla="*/ 1861531 h 6858000"/>
              <a:gd name="connsiteX143" fmla="*/ 390346 w 1605470"/>
              <a:gd name="connsiteY143" fmla="*/ 1732919 h 6858000"/>
              <a:gd name="connsiteX144" fmla="*/ 362657 w 1605470"/>
              <a:gd name="connsiteY144" fmla="*/ 1663540 h 6858000"/>
              <a:gd name="connsiteX145" fmla="*/ 361783 w 1605470"/>
              <a:gd name="connsiteY145" fmla="*/ 1615777 h 6858000"/>
              <a:gd name="connsiteX146" fmla="*/ 342578 w 1605470"/>
              <a:gd name="connsiteY146" fmla="*/ 1563678 h 6858000"/>
              <a:gd name="connsiteX147" fmla="*/ 355658 w 1605470"/>
              <a:gd name="connsiteY147" fmla="*/ 1519474 h 6858000"/>
              <a:gd name="connsiteX148" fmla="*/ 348400 w 1605470"/>
              <a:gd name="connsiteY148" fmla="*/ 1477995 h 6858000"/>
              <a:gd name="connsiteX149" fmla="*/ 334485 w 1605470"/>
              <a:gd name="connsiteY149" fmla="*/ 1373769 h 6858000"/>
              <a:gd name="connsiteX150" fmla="*/ 342792 w 1605470"/>
              <a:gd name="connsiteY150" fmla="*/ 1307086 h 6858000"/>
              <a:gd name="connsiteX151" fmla="*/ 343980 w 1605470"/>
              <a:gd name="connsiteY151" fmla="*/ 1189033 h 6858000"/>
              <a:gd name="connsiteX152" fmla="*/ 348665 w 1605470"/>
              <a:gd name="connsiteY152" fmla="*/ 1168288 h 6858000"/>
              <a:gd name="connsiteX153" fmla="*/ 340947 w 1605470"/>
              <a:gd name="connsiteY153" fmla="*/ 1142577 h 6858000"/>
              <a:gd name="connsiteX154" fmla="*/ 330253 w 1605470"/>
              <a:gd name="connsiteY154" fmla="*/ 1088484 h 6858000"/>
              <a:gd name="connsiteX155" fmla="*/ 318989 w 1605470"/>
              <a:gd name="connsiteY155" fmla="*/ 1016103 h 6858000"/>
              <a:gd name="connsiteX156" fmla="*/ 320445 w 1605470"/>
              <a:gd name="connsiteY156" fmla="*/ 932283 h 6858000"/>
              <a:gd name="connsiteX157" fmla="*/ 322681 w 1605470"/>
              <a:gd name="connsiteY157" fmla="*/ 915925 h 6858000"/>
              <a:gd name="connsiteX158" fmla="*/ 315310 w 1605470"/>
              <a:gd name="connsiteY158" fmla="*/ 896999 h 6858000"/>
              <a:gd name="connsiteX159" fmla="*/ 284718 w 1605470"/>
              <a:gd name="connsiteY159" fmla="*/ 821517 h 6858000"/>
              <a:gd name="connsiteX160" fmla="*/ 263668 w 1605470"/>
              <a:gd name="connsiteY160" fmla="*/ 751353 h 6858000"/>
              <a:gd name="connsiteX161" fmla="*/ 263226 w 1605470"/>
              <a:gd name="connsiteY161" fmla="*/ 721230 h 6858000"/>
              <a:gd name="connsiteX162" fmla="*/ 248897 w 1605470"/>
              <a:gd name="connsiteY162" fmla="*/ 681659 h 6858000"/>
              <a:gd name="connsiteX163" fmla="*/ 234316 w 1605470"/>
              <a:gd name="connsiteY163" fmla="*/ 635218 h 6858000"/>
              <a:gd name="connsiteX164" fmla="*/ 239327 w 1605470"/>
              <a:gd name="connsiteY164" fmla="*/ 613763 h 6858000"/>
              <a:gd name="connsiteX165" fmla="*/ 225269 w 1605470"/>
              <a:gd name="connsiteY165" fmla="*/ 598582 h 6858000"/>
              <a:gd name="connsiteX166" fmla="*/ 224950 w 1605470"/>
              <a:gd name="connsiteY166" fmla="*/ 576846 h 6858000"/>
              <a:gd name="connsiteX167" fmla="*/ 204576 w 1605470"/>
              <a:gd name="connsiteY167" fmla="*/ 530055 h 6858000"/>
              <a:gd name="connsiteX168" fmla="*/ 219064 w 1605470"/>
              <a:gd name="connsiteY168" fmla="*/ 469651 h 6858000"/>
              <a:gd name="connsiteX169" fmla="*/ 195012 w 1605470"/>
              <a:gd name="connsiteY169" fmla="*/ 448559 h 6858000"/>
              <a:gd name="connsiteX170" fmla="*/ 201434 w 1605470"/>
              <a:gd name="connsiteY170" fmla="*/ 441529 h 6858000"/>
              <a:gd name="connsiteX171" fmla="*/ 200655 w 1605470"/>
              <a:gd name="connsiteY171" fmla="*/ 428927 h 6858000"/>
              <a:gd name="connsiteX172" fmla="*/ 190059 w 1605470"/>
              <a:gd name="connsiteY172" fmla="*/ 430161 h 6858000"/>
              <a:gd name="connsiteX173" fmla="*/ 167079 w 1605470"/>
              <a:gd name="connsiteY173" fmla="*/ 367211 h 6858000"/>
              <a:gd name="connsiteX174" fmla="*/ 124571 w 1605470"/>
              <a:gd name="connsiteY174" fmla="*/ 302178 h 6858000"/>
              <a:gd name="connsiteX175" fmla="*/ 103243 w 1605470"/>
              <a:gd name="connsiteY175" fmla="*/ 211375 h 6858000"/>
              <a:gd name="connsiteX176" fmla="*/ 94571 w 1605470"/>
              <a:gd name="connsiteY176" fmla="*/ 184179 h 6858000"/>
              <a:gd name="connsiteX177" fmla="*/ 13437 w 1605470"/>
              <a:gd name="connsiteY177" fmla="*/ 19287 h 6858000"/>
              <a:gd name="connsiteX178" fmla="*/ 0 w 1605470"/>
              <a:gd name="connsiteY178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385303 w 1605470"/>
              <a:gd name="connsiteY32" fmla="*/ 6171970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89472 w 1605470"/>
              <a:gd name="connsiteY35" fmla="*/ 5732419 h 6858000"/>
              <a:gd name="connsiteX36" fmla="*/ 512623 w 1605470"/>
              <a:gd name="connsiteY36" fmla="*/ 5685392 h 6858000"/>
              <a:gd name="connsiteX37" fmla="*/ 510261 w 1605470"/>
              <a:gd name="connsiteY37" fmla="*/ 5634527 h 6858000"/>
              <a:gd name="connsiteX38" fmla="*/ 523992 w 1605470"/>
              <a:gd name="connsiteY38" fmla="*/ 5619557 h 6858000"/>
              <a:gd name="connsiteX39" fmla="*/ 526609 w 1605470"/>
              <a:gd name="connsiteY39" fmla="*/ 5617081 h 6858000"/>
              <a:gd name="connsiteX40" fmla="*/ 531653 w 1605470"/>
              <a:gd name="connsiteY40" fmla="*/ 5604904 h 6858000"/>
              <a:gd name="connsiteX41" fmla="*/ 539863 w 1605470"/>
              <a:gd name="connsiteY41" fmla="*/ 5604298 h 6858000"/>
              <a:gd name="connsiteX42" fmla="*/ 552319 w 1605470"/>
              <a:gd name="connsiteY42" fmla="*/ 5587997 h 6858000"/>
              <a:gd name="connsiteX43" fmla="*/ 559710 w 1605470"/>
              <a:gd name="connsiteY43" fmla="*/ 5564796 h 6858000"/>
              <a:gd name="connsiteX44" fmla="*/ 587214 w 1605470"/>
              <a:gd name="connsiteY44" fmla="*/ 5451511 h 6858000"/>
              <a:gd name="connsiteX45" fmla="*/ 608019 w 1605470"/>
              <a:gd name="connsiteY45" fmla="*/ 5385461 h 6858000"/>
              <a:gd name="connsiteX46" fmla="*/ 622750 w 1605470"/>
              <a:gd name="connsiteY46" fmla="*/ 5363084 h 6858000"/>
              <a:gd name="connsiteX47" fmla="*/ 638731 w 1605470"/>
              <a:gd name="connsiteY47" fmla="*/ 5330009 h 6858000"/>
              <a:gd name="connsiteX48" fmla="*/ 672224 w 1605470"/>
              <a:gd name="connsiteY48" fmla="*/ 5273739 h 6858000"/>
              <a:gd name="connsiteX49" fmla="*/ 681823 w 1605470"/>
              <a:gd name="connsiteY49" fmla="*/ 5241779 h 6858000"/>
              <a:gd name="connsiteX50" fmla="*/ 693049 w 1605470"/>
              <a:gd name="connsiteY50" fmla="*/ 5225268 h 6858000"/>
              <a:gd name="connsiteX51" fmla="*/ 694069 w 1605470"/>
              <a:gd name="connsiteY51" fmla="*/ 5217684 h 6858000"/>
              <a:gd name="connsiteX52" fmla="*/ 701410 w 1605470"/>
              <a:gd name="connsiteY52" fmla="*/ 5193377 h 6858000"/>
              <a:gd name="connsiteX53" fmla="*/ 704713 w 1605470"/>
              <a:gd name="connsiteY53" fmla="*/ 5179288 h 6858000"/>
              <a:gd name="connsiteX54" fmla="*/ 705697 w 1605470"/>
              <a:gd name="connsiteY54" fmla="*/ 5173621 h 6858000"/>
              <a:gd name="connsiteX55" fmla="*/ 701331 w 1605470"/>
              <a:gd name="connsiteY55" fmla="*/ 5159961 h 6858000"/>
              <a:gd name="connsiteX56" fmla="*/ 708008 w 1605470"/>
              <a:gd name="connsiteY56" fmla="*/ 5144295 h 6858000"/>
              <a:gd name="connsiteX57" fmla="*/ 704941 w 1605470"/>
              <a:gd name="connsiteY57" fmla="*/ 5125185 h 6858000"/>
              <a:gd name="connsiteX58" fmla="*/ 711771 w 1605470"/>
              <a:gd name="connsiteY58" fmla="*/ 5121884 h 6858000"/>
              <a:gd name="connsiteX59" fmla="*/ 721092 w 1605470"/>
              <a:gd name="connsiteY59" fmla="*/ 5108383 h 6858000"/>
              <a:gd name="connsiteX60" fmla="*/ 717045 w 1605470"/>
              <a:gd name="connsiteY60" fmla="*/ 5094705 h 6858000"/>
              <a:gd name="connsiteX61" fmla="*/ 718807 w 1605470"/>
              <a:gd name="connsiteY61" fmla="*/ 5067850 h 6858000"/>
              <a:gd name="connsiteX62" fmla="*/ 721538 w 1605470"/>
              <a:gd name="connsiteY62" fmla="*/ 5060861 h 6858000"/>
              <a:gd name="connsiteX63" fmla="*/ 718242 w 1605470"/>
              <a:gd name="connsiteY63" fmla="*/ 5034192 h 6858000"/>
              <a:gd name="connsiteX64" fmla="*/ 719796 w 1605470"/>
              <a:gd name="connsiteY64" fmla="*/ 4993030 h 6858000"/>
              <a:gd name="connsiteX65" fmla="*/ 726705 w 1605470"/>
              <a:gd name="connsiteY65" fmla="*/ 4946844 h 6858000"/>
              <a:gd name="connsiteX66" fmla="*/ 722561 w 1605470"/>
              <a:gd name="connsiteY66" fmla="*/ 4932692 h 6858000"/>
              <a:gd name="connsiteX67" fmla="*/ 724935 w 1605470"/>
              <a:gd name="connsiteY67" fmla="*/ 4821504 h 6858000"/>
              <a:gd name="connsiteX68" fmla="*/ 732118 w 1605470"/>
              <a:gd name="connsiteY68" fmla="*/ 4801535 h 6858000"/>
              <a:gd name="connsiteX69" fmla="*/ 739787 w 1605470"/>
              <a:gd name="connsiteY69" fmla="*/ 4797794 h 6858000"/>
              <a:gd name="connsiteX70" fmla="*/ 741081 w 1605470"/>
              <a:gd name="connsiteY70" fmla="*/ 4784526 h 6858000"/>
              <a:gd name="connsiteX71" fmla="*/ 742865 w 1605470"/>
              <a:gd name="connsiteY71" fmla="*/ 4781211 h 6858000"/>
              <a:gd name="connsiteX72" fmla="*/ 751652 w 1605470"/>
              <a:gd name="connsiteY72" fmla="*/ 4761984 h 6858000"/>
              <a:gd name="connsiteX73" fmla="*/ 747700 w 1605470"/>
              <a:gd name="connsiteY73" fmla="*/ 4690749 h 6858000"/>
              <a:gd name="connsiteX74" fmla="*/ 743180 w 1605470"/>
              <a:gd name="connsiteY74" fmla="*/ 4613201 h 6858000"/>
              <a:gd name="connsiteX75" fmla="*/ 738263 w 1605470"/>
              <a:gd name="connsiteY75" fmla="*/ 4444346 h 6858000"/>
              <a:gd name="connsiteX76" fmla="*/ 756542 w 1605470"/>
              <a:gd name="connsiteY76" fmla="*/ 4350346 h 6858000"/>
              <a:gd name="connsiteX77" fmla="*/ 715481 w 1605470"/>
              <a:gd name="connsiteY77" fmla="*/ 4214165 h 6858000"/>
              <a:gd name="connsiteX78" fmla="*/ 719554 w 1605470"/>
              <a:gd name="connsiteY78" fmla="*/ 4090296 h 6858000"/>
              <a:gd name="connsiteX79" fmla="*/ 704810 w 1605470"/>
              <a:gd name="connsiteY79" fmla="*/ 4033999 h 6858000"/>
              <a:gd name="connsiteX80" fmla="*/ 705959 w 1605470"/>
              <a:gd name="connsiteY80" fmla="*/ 4031933 h 6858000"/>
              <a:gd name="connsiteX81" fmla="*/ 704535 w 1605470"/>
              <a:gd name="connsiteY81" fmla="*/ 4013953 h 6858000"/>
              <a:gd name="connsiteX82" fmla="*/ 700443 w 1605470"/>
              <a:gd name="connsiteY82" fmla="*/ 4010511 h 6858000"/>
              <a:gd name="connsiteX83" fmla="*/ 698282 w 1605470"/>
              <a:gd name="connsiteY83" fmla="*/ 3998331 h 6858000"/>
              <a:gd name="connsiteX84" fmla="*/ 690830 w 1605470"/>
              <a:gd name="connsiteY84" fmla="*/ 3974753 h 6858000"/>
              <a:gd name="connsiteX85" fmla="*/ 692428 w 1605470"/>
              <a:gd name="connsiteY85" fmla="*/ 3969950 h 6858000"/>
              <a:gd name="connsiteX86" fmla="*/ 685850 w 1605470"/>
              <a:gd name="connsiteY86" fmla="*/ 3933779 h 6858000"/>
              <a:gd name="connsiteX87" fmla="*/ 687181 w 1605470"/>
              <a:gd name="connsiteY87" fmla="*/ 3933093 h 6858000"/>
              <a:gd name="connsiteX88" fmla="*/ 691535 w 1605470"/>
              <a:gd name="connsiteY88" fmla="*/ 3922082 h 6858000"/>
              <a:gd name="connsiteX89" fmla="*/ 696613 w 1605470"/>
              <a:gd name="connsiteY89" fmla="*/ 3901461 h 6858000"/>
              <a:gd name="connsiteX90" fmla="*/ 719207 w 1605470"/>
              <a:gd name="connsiteY90" fmla="*/ 3813873 h 6858000"/>
              <a:gd name="connsiteX91" fmla="*/ 718632 w 1605470"/>
              <a:gd name="connsiteY91" fmla="*/ 3806161 h 6858000"/>
              <a:gd name="connsiteX92" fmla="*/ 718939 w 1605470"/>
              <a:gd name="connsiteY92" fmla="*/ 3805957 h 6858000"/>
              <a:gd name="connsiteX93" fmla="*/ 718966 w 1605470"/>
              <a:gd name="connsiteY93" fmla="*/ 3797724 h 6858000"/>
              <a:gd name="connsiteX94" fmla="*/ 717581 w 1605470"/>
              <a:gd name="connsiteY94" fmla="*/ 3792098 h 6858000"/>
              <a:gd name="connsiteX95" fmla="*/ 716465 w 1605470"/>
              <a:gd name="connsiteY95" fmla="*/ 3777135 h 6858000"/>
              <a:gd name="connsiteX96" fmla="*/ 718198 w 1605470"/>
              <a:gd name="connsiteY96" fmla="*/ 3771656 h 6858000"/>
              <a:gd name="connsiteX97" fmla="*/ 721941 w 1605470"/>
              <a:gd name="connsiteY97" fmla="*/ 3769007 h 6858000"/>
              <a:gd name="connsiteX98" fmla="*/ 721407 w 1605470"/>
              <a:gd name="connsiteY98" fmla="*/ 3767709 h 6858000"/>
              <a:gd name="connsiteX99" fmla="*/ 730103 w 1605470"/>
              <a:gd name="connsiteY99" fmla="*/ 3738082 h 6858000"/>
              <a:gd name="connsiteX100" fmla="*/ 737449 w 1605470"/>
              <a:gd name="connsiteY100" fmla="*/ 3673397 h 6858000"/>
              <a:gd name="connsiteX101" fmla="*/ 736745 w 1605470"/>
              <a:gd name="connsiteY101" fmla="*/ 3637109 h 6858000"/>
              <a:gd name="connsiteX102" fmla="*/ 740188 w 1605470"/>
              <a:gd name="connsiteY102" fmla="*/ 3536883 h 6858000"/>
              <a:gd name="connsiteX103" fmla="*/ 747726 w 1605470"/>
              <a:gd name="connsiteY103" fmla="*/ 3435652 h 6858000"/>
              <a:gd name="connsiteX104" fmla="*/ 774383 w 1605470"/>
              <a:gd name="connsiteY104" fmla="*/ 3381564 h 6858000"/>
              <a:gd name="connsiteX105" fmla="*/ 774870 w 1605470"/>
              <a:gd name="connsiteY105" fmla="*/ 3375761 h 6858000"/>
              <a:gd name="connsiteX106" fmla="*/ 770510 w 1605470"/>
              <a:gd name="connsiteY106" fmla="*/ 3361844 h 6858000"/>
              <a:gd name="connsiteX107" fmla="*/ 767933 w 1605470"/>
              <a:gd name="connsiteY107" fmla="*/ 3356929 h 6858000"/>
              <a:gd name="connsiteX108" fmla="*/ 766158 w 1605470"/>
              <a:gd name="connsiteY108" fmla="*/ 3349058 h 6858000"/>
              <a:gd name="connsiteX109" fmla="*/ 766414 w 1605470"/>
              <a:gd name="connsiteY109" fmla="*/ 3348763 h 6858000"/>
              <a:gd name="connsiteX110" fmla="*/ 764166 w 1605470"/>
              <a:gd name="connsiteY110" fmla="*/ 3341588 h 6858000"/>
              <a:gd name="connsiteX111" fmla="*/ 749397 w 1605470"/>
              <a:gd name="connsiteY111" fmla="*/ 3307769 h 6858000"/>
              <a:gd name="connsiteX112" fmla="*/ 766960 w 1605470"/>
              <a:gd name="connsiteY112" fmla="*/ 3250522 h 6858000"/>
              <a:gd name="connsiteX113" fmla="*/ 767385 w 1605470"/>
              <a:gd name="connsiteY113" fmla="*/ 3229163 h 6858000"/>
              <a:gd name="connsiteX114" fmla="*/ 769208 w 1605470"/>
              <a:gd name="connsiteY114" fmla="*/ 3217217 h 6858000"/>
              <a:gd name="connsiteX115" fmla="*/ 770350 w 1605470"/>
              <a:gd name="connsiteY115" fmla="*/ 3216125 h 6858000"/>
              <a:gd name="connsiteX116" fmla="*/ 756043 w 1605470"/>
              <a:gd name="connsiteY116" fmla="*/ 3183755 h 6858000"/>
              <a:gd name="connsiteX117" fmla="*/ 756544 w 1605470"/>
              <a:gd name="connsiteY117" fmla="*/ 3178642 h 6858000"/>
              <a:gd name="connsiteX118" fmla="*/ 744144 w 1605470"/>
              <a:gd name="connsiteY118" fmla="*/ 3158586 h 6858000"/>
              <a:gd name="connsiteX119" fmla="*/ 739378 w 1605470"/>
              <a:gd name="connsiteY119" fmla="*/ 3147669 h 6858000"/>
              <a:gd name="connsiteX120" fmla="*/ 734648 w 1605470"/>
              <a:gd name="connsiteY120" fmla="*/ 3145733 h 6858000"/>
              <a:gd name="connsiteX121" fmla="*/ 729329 w 1605470"/>
              <a:gd name="connsiteY121" fmla="*/ 3129034 h 6858000"/>
              <a:gd name="connsiteX122" fmla="*/ 729994 w 1605470"/>
              <a:gd name="connsiteY122" fmla="*/ 3126682 h 6858000"/>
              <a:gd name="connsiteX123" fmla="*/ 720862 w 1605470"/>
              <a:gd name="connsiteY123" fmla="*/ 3114519 h 6858000"/>
              <a:gd name="connsiteX124" fmla="*/ 707471 w 1605470"/>
              <a:gd name="connsiteY124" fmla="*/ 3106272 h 6858000"/>
              <a:gd name="connsiteX125" fmla="*/ 680201 w 1605470"/>
              <a:gd name="connsiteY125" fmla="*/ 2958185 h 6858000"/>
              <a:gd name="connsiteX126" fmla="*/ 622815 w 1605470"/>
              <a:gd name="connsiteY126" fmla="*/ 2762989 h 6858000"/>
              <a:gd name="connsiteX127" fmla="*/ 571733 w 1605470"/>
              <a:gd name="connsiteY127" fmla="*/ 2554718 h 6858000"/>
              <a:gd name="connsiteX128" fmla="*/ 551827 w 1605470"/>
              <a:gd name="connsiteY128" fmla="*/ 2485734 h 6858000"/>
              <a:gd name="connsiteX129" fmla="*/ 542550 w 1605470"/>
              <a:gd name="connsiteY129" fmla="*/ 2447068 h 6858000"/>
              <a:gd name="connsiteX130" fmla="*/ 529511 w 1605470"/>
              <a:gd name="connsiteY130" fmla="*/ 2425819 h 6858000"/>
              <a:gd name="connsiteX131" fmla="*/ 528878 w 1605470"/>
              <a:gd name="connsiteY131" fmla="*/ 2408971 h 6858000"/>
              <a:gd name="connsiteX132" fmla="*/ 535510 w 1605470"/>
              <a:gd name="connsiteY132" fmla="*/ 2402874 h 6858000"/>
              <a:gd name="connsiteX133" fmla="*/ 538122 w 1605470"/>
              <a:gd name="connsiteY133" fmla="*/ 2381443 h 6858000"/>
              <a:gd name="connsiteX134" fmla="*/ 514451 w 1605470"/>
              <a:gd name="connsiteY134" fmla="*/ 2261920 h 6858000"/>
              <a:gd name="connsiteX135" fmla="*/ 486968 w 1605470"/>
              <a:gd name="connsiteY135" fmla="*/ 2182937 h 6858000"/>
              <a:gd name="connsiteX136" fmla="*/ 488555 w 1605470"/>
              <a:gd name="connsiteY136" fmla="*/ 2155135 h 6858000"/>
              <a:gd name="connsiteX137" fmla="*/ 486013 w 1605470"/>
              <a:gd name="connsiteY137" fmla="*/ 2118008 h 6858000"/>
              <a:gd name="connsiteX138" fmla="*/ 487006 w 1605470"/>
              <a:gd name="connsiteY138" fmla="*/ 2050531 h 6858000"/>
              <a:gd name="connsiteX139" fmla="*/ 478812 w 1605470"/>
              <a:gd name="connsiteY139" fmla="*/ 1963269 h 6858000"/>
              <a:gd name="connsiteX140" fmla="*/ 442619 w 1605470"/>
              <a:gd name="connsiteY140" fmla="*/ 1910499 h 6858000"/>
              <a:gd name="connsiteX141" fmla="*/ 446785 w 1605470"/>
              <a:gd name="connsiteY141" fmla="*/ 1903212 h 6858000"/>
              <a:gd name="connsiteX142" fmla="*/ 436547 w 1605470"/>
              <a:gd name="connsiteY142" fmla="*/ 1861531 h 6858000"/>
              <a:gd name="connsiteX143" fmla="*/ 390346 w 1605470"/>
              <a:gd name="connsiteY143" fmla="*/ 1732919 h 6858000"/>
              <a:gd name="connsiteX144" fmla="*/ 362657 w 1605470"/>
              <a:gd name="connsiteY144" fmla="*/ 1663540 h 6858000"/>
              <a:gd name="connsiteX145" fmla="*/ 361783 w 1605470"/>
              <a:gd name="connsiteY145" fmla="*/ 1615777 h 6858000"/>
              <a:gd name="connsiteX146" fmla="*/ 342578 w 1605470"/>
              <a:gd name="connsiteY146" fmla="*/ 1563678 h 6858000"/>
              <a:gd name="connsiteX147" fmla="*/ 355658 w 1605470"/>
              <a:gd name="connsiteY147" fmla="*/ 1519474 h 6858000"/>
              <a:gd name="connsiteX148" fmla="*/ 348400 w 1605470"/>
              <a:gd name="connsiteY148" fmla="*/ 1477995 h 6858000"/>
              <a:gd name="connsiteX149" fmla="*/ 334485 w 1605470"/>
              <a:gd name="connsiteY149" fmla="*/ 1373769 h 6858000"/>
              <a:gd name="connsiteX150" fmla="*/ 342792 w 1605470"/>
              <a:gd name="connsiteY150" fmla="*/ 1307086 h 6858000"/>
              <a:gd name="connsiteX151" fmla="*/ 343980 w 1605470"/>
              <a:gd name="connsiteY151" fmla="*/ 1189033 h 6858000"/>
              <a:gd name="connsiteX152" fmla="*/ 348665 w 1605470"/>
              <a:gd name="connsiteY152" fmla="*/ 1168288 h 6858000"/>
              <a:gd name="connsiteX153" fmla="*/ 340947 w 1605470"/>
              <a:gd name="connsiteY153" fmla="*/ 1142577 h 6858000"/>
              <a:gd name="connsiteX154" fmla="*/ 330253 w 1605470"/>
              <a:gd name="connsiteY154" fmla="*/ 1088484 h 6858000"/>
              <a:gd name="connsiteX155" fmla="*/ 318989 w 1605470"/>
              <a:gd name="connsiteY155" fmla="*/ 1016103 h 6858000"/>
              <a:gd name="connsiteX156" fmla="*/ 320445 w 1605470"/>
              <a:gd name="connsiteY156" fmla="*/ 932283 h 6858000"/>
              <a:gd name="connsiteX157" fmla="*/ 322681 w 1605470"/>
              <a:gd name="connsiteY157" fmla="*/ 915925 h 6858000"/>
              <a:gd name="connsiteX158" fmla="*/ 315310 w 1605470"/>
              <a:gd name="connsiteY158" fmla="*/ 896999 h 6858000"/>
              <a:gd name="connsiteX159" fmla="*/ 284718 w 1605470"/>
              <a:gd name="connsiteY159" fmla="*/ 821517 h 6858000"/>
              <a:gd name="connsiteX160" fmla="*/ 263668 w 1605470"/>
              <a:gd name="connsiteY160" fmla="*/ 751353 h 6858000"/>
              <a:gd name="connsiteX161" fmla="*/ 263226 w 1605470"/>
              <a:gd name="connsiteY161" fmla="*/ 721230 h 6858000"/>
              <a:gd name="connsiteX162" fmla="*/ 248897 w 1605470"/>
              <a:gd name="connsiteY162" fmla="*/ 681659 h 6858000"/>
              <a:gd name="connsiteX163" fmla="*/ 234316 w 1605470"/>
              <a:gd name="connsiteY163" fmla="*/ 635218 h 6858000"/>
              <a:gd name="connsiteX164" fmla="*/ 239327 w 1605470"/>
              <a:gd name="connsiteY164" fmla="*/ 613763 h 6858000"/>
              <a:gd name="connsiteX165" fmla="*/ 225269 w 1605470"/>
              <a:gd name="connsiteY165" fmla="*/ 598582 h 6858000"/>
              <a:gd name="connsiteX166" fmla="*/ 224950 w 1605470"/>
              <a:gd name="connsiteY166" fmla="*/ 576846 h 6858000"/>
              <a:gd name="connsiteX167" fmla="*/ 204576 w 1605470"/>
              <a:gd name="connsiteY167" fmla="*/ 530055 h 6858000"/>
              <a:gd name="connsiteX168" fmla="*/ 219064 w 1605470"/>
              <a:gd name="connsiteY168" fmla="*/ 469651 h 6858000"/>
              <a:gd name="connsiteX169" fmla="*/ 195012 w 1605470"/>
              <a:gd name="connsiteY169" fmla="*/ 448559 h 6858000"/>
              <a:gd name="connsiteX170" fmla="*/ 201434 w 1605470"/>
              <a:gd name="connsiteY170" fmla="*/ 441529 h 6858000"/>
              <a:gd name="connsiteX171" fmla="*/ 200655 w 1605470"/>
              <a:gd name="connsiteY171" fmla="*/ 428927 h 6858000"/>
              <a:gd name="connsiteX172" fmla="*/ 190059 w 1605470"/>
              <a:gd name="connsiteY172" fmla="*/ 430161 h 6858000"/>
              <a:gd name="connsiteX173" fmla="*/ 167079 w 1605470"/>
              <a:gd name="connsiteY173" fmla="*/ 367211 h 6858000"/>
              <a:gd name="connsiteX174" fmla="*/ 124571 w 1605470"/>
              <a:gd name="connsiteY174" fmla="*/ 302178 h 6858000"/>
              <a:gd name="connsiteX175" fmla="*/ 103243 w 1605470"/>
              <a:gd name="connsiteY175" fmla="*/ 211375 h 6858000"/>
              <a:gd name="connsiteX176" fmla="*/ 94571 w 1605470"/>
              <a:gd name="connsiteY176" fmla="*/ 184179 h 6858000"/>
              <a:gd name="connsiteX177" fmla="*/ 13437 w 1605470"/>
              <a:gd name="connsiteY177" fmla="*/ 19287 h 6858000"/>
              <a:gd name="connsiteX178" fmla="*/ 0 w 1605470"/>
              <a:gd name="connsiteY178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35123 w 1605470"/>
              <a:gd name="connsiteY31" fmla="*/ 6315613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89472 w 1605470"/>
              <a:gd name="connsiteY35" fmla="*/ 5732419 h 6858000"/>
              <a:gd name="connsiteX36" fmla="*/ 512623 w 1605470"/>
              <a:gd name="connsiteY36" fmla="*/ 5685392 h 6858000"/>
              <a:gd name="connsiteX37" fmla="*/ 510261 w 1605470"/>
              <a:gd name="connsiteY37" fmla="*/ 5634527 h 6858000"/>
              <a:gd name="connsiteX38" fmla="*/ 523992 w 1605470"/>
              <a:gd name="connsiteY38" fmla="*/ 5619557 h 6858000"/>
              <a:gd name="connsiteX39" fmla="*/ 526609 w 1605470"/>
              <a:gd name="connsiteY39" fmla="*/ 5617081 h 6858000"/>
              <a:gd name="connsiteX40" fmla="*/ 531653 w 1605470"/>
              <a:gd name="connsiteY40" fmla="*/ 5604904 h 6858000"/>
              <a:gd name="connsiteX41" fmla="*/ 539863 w 1605470"/>
              <a:gd name="connsiteY41" fmla="*/ 5604298 h 6858000"/>
              <a:gd name="connsiteX42" fmla="*/ 552319 w 1605470"/>
              <a:gd name="connsiteY42" fmla="*/ 5587997 h 6858000"/>
              <a:gd name="connsiteX43" fmla="*/ 559710 w 1605470"/>
              <a:gd name="connsiteY43" fmla="*/ 5564796 h 6858000"/>
              <a:gd name="connsiteX44" fmla="*/ 587214 w 1605470"/>
              <a:gd name="connsiteY44" fmla="*/ 5451511 h 6858000"/>
              <a:gd name="connsiteX45" fmla="*/ 608019 w 1605470"/>
              <a:gd name="connsiteY45" fmla="*/ 5385461 h 6858000"/>
              <a:gd name="connsiteX46" fmla="*/ 622750 w 1605470"/>
              <a:gd name="connsiteY46" fmla="*/ 5363084 h 6858000"/>
              <a:gd name="connsiteX47" fmla="*/ 638731 w 1605470"/>
              <a:gd name="connsiteY47" fmla="*/ 5330009 h 6858000"/>
              <a:gd name="connsiteX48" fmla="*/ 672224 w 1605470"/>
              <a:gd name="connsiteY48" fmla="*/ 5273739 h 6858000"/>
              <a:gd name="connsiteX49" fmla="*/ 681823 w 1605470"/>
              <a:gd name="connsiteY49" fmla="*/ 5241779 h 6858000"/>
              <a:gd name="connsiteX50" fmla="*/ 693049 w 1605470"/>
              <a:gd name="connsiteY50" fmla="*/ 5225268 h 6858000"/>
              <a:gd name="connsiteX51" fmla="*/ 694069 w 1605470"/>
              <a:gd name="connsiteY51" fmla="*/ 5217684 h 6858000"/>
              <a:gd name="connsiteX52" fmla="*/ 701410 w 1605470"/>
              <a:gd name="connsiteY52" fmla="*/ 5193377 h 6858000"/>
              <a:gd name="connsiteX53" fmla="*/ 704713 w 1605470"/>
              <a:gd name="connsiteY53" fmla="*/ 5179288 h 6858000"/>
              <a:gd name="connsiteX54" fmla="*/ 705697 w 1605470"/>
              <a:gd name="connsiteY54" fmla="*/ 5173621 h 6858000"/>
              <a:gd name="connsiteX55" fmla="*/ 701331 w 1605470"/>
              <a:gd name="connsiteY55" fmla="*/ 5159961 h 6858000"/>
              <a:gd name="connsiteX56" fmla="*/ 708008 w 1605470"/>
              <a:gd name="connsiteY56" fmla="*/ 5144295 h 6858000"/>
              <a:gd name="connsiteX57" fmla="*/ 704941 w 1605470"/>
              <a:gd name="connsiteY57" fmla="*/ 5125185 h 6858000"/>
              <a:gd name="connsiteX58" fmla="*/ 711771 w 1605470"/>
              <a:gd name="connsiteY58" fmla="*/ 5121884 h 6858000"/>
              <a:gd name="connsiteX59" fmla="*/ 721092 w 1605470"/>
              <a:gd name="connsiteY59" fmla="*/ 5108383 h 6858000"/>
              <a:gd name="connsiteX60" fmla="*/ 717045 w 1605470"/>
              <a:gd name="connsiteY60" fmla="*/ 5094705 h 6858000"/>
              <a:gd name="connsiteX61" fmla="*/ 718807 w 1605470"/>
              <a:gd name="connsiteY61" fmla="*/ 5067850 h 6858000"/>
              <a:gd name="connsiteX62" fmla="*/ 721538 w 1605470"/>
              <a:gd name="connsiteY62" fmla="*/ 5060861 h 6858000"/>
              <a:gd name="connsiteX63" fmla="*/ 718242 w 1605470"/>
              <a:gd name="connsiteY63" fmla="*/ 5034192 h 6858000"/>
              <a:gd name="connsiteX64" fmla="*/ 719796 w 1605470"/>
              <a:gd name="connsiteY64" fmla="*/ 4993030 h 6858000"/>
              <a:gd name="connsiteX65" fmla="*/ 726705 w 1605470"/>
              <a:gd name="connsiteY65" fmla="*/ 4946844 h 6858000"/>
              <a:gd name="connsiteX66" fmla="*/ 722561 w 1605470"/>
              <a:gd name="connsiteY66" fmla="*/ 4932692 h 6858000"/>
              <a:gd name="connsiteX67" fmla="*/ 724935 w 1605470"/>
              <a:gd name="connsiteY67" fmla="*/ 4821504 h 6858000"/>
              <a:gd name="connsiteX68" fmla="*/ 732118 w 1605470"/>
              <a:gd name="connsiteY68" fmla="*/ 4801535 h 6858000"/>
              <a:gd name="connsiteX69" fmla="*/ 739787 w 1605470"/>
              <a:gd name="connsiteY69" fmla="*/ 4797794 h 6858000"/>
              <a:gd name="connsiteX70" fmla="*/ 741081 w 1605470"/>
              <a:gd name="connsiteY70" fmla="*/ 4784526 h 6858000"/>
              <a:gd name="connsiteX71" fmla="*/ 742865 w 1605470"/>
              <a:gd name="connsiteY71" fmla="*/ 4781211 h 6858000"/>
              <a:gd name="connsiteX72" fmla="*/ 751652 w 1605470"/>
              <a:gd name="connsiteY72" fmla="*/ 4761984 h 6858000"/>
              <a:gd name="connsiteX73" fmla="*/ 747700 w 1605470"/>
              <a:gd name="connsiteY73" fmla="*/ 4690749 h 6858000"/>
              <a:gd name="connsiteX74" fmla="*/ 743180 w 1605470"/>
              <a:gd name="connsiteY74" fmla="*/ 4613201 h 6858000"/>
              <a:gd name="connsiteX75" fmla="*/ 738263 w 1605470"/>
              <a:gd name="connsiteY75" fmla="*/ 4444346 h 6858000"/>
              <a:gd name="connsiteX76" fmla="*/ 756542 w 1605470"/>
              <a:gd name="connsiteY76" fmla="*/ 4350346 h 6858000"/>
              <a:gd name="connsiteX77" fmla="*/ 715481 w 1605470"/>
              <a:gd name="connsiteY77" fmla="*/ 4214165 h 6858000"/>
              <a:gd name="connsiteX78" fmla="*/ 719554 w 1605470"/>
              <a:gd name="connsiteY78" fmla="*/ 4090296 h 6858000"/>
              <a:gd name="connsiteX79" fmla="*/ 704810 w 1605470"/>
              <a:gd name="connsiteY79" fmla="*/ 4033999 h 6858000"/>
              <a:gd name="connsiteX80" fmla="*/ 705959 w 1605470"/>
              <a:gd name="connsiteY80" fmla="*/ 4031933 h 6858000"/>
              <a:gd name="connsiteX81" fmla="*/ 704535 w 1605470"/>
              <a:gd name="connsiteY81" fmla="*/ 4013953 h 6858000"/>
              <a:gd name="connsiteX82" fmla="*/ 700443 w 1605470"/>
              <a:gd name="connsiteY82" fmla="*/ 4010511 h 6858000"/>
              <a:gd name="connsiteX83" fmla="*/ 698282 w 1605470"/>
              <a:gd name="connsiteY83" fmla="*/ 3998331 h 6858000"/>
              <a:gd name="connsiteX84" fmla="*/ 690830 w 1605470"/>
              <a:gd name="connsiteY84" fmla="*/ 3974753 h 6858000"/>
              <a:gd name="connsiteX85" fmla="*/ 692428 w 1605470"/>
              <a:gd name="connsiteY85" fmla="*/ 3969950 h 6858000"/>
              <a:gd name="connsiteX86" fmla="*/ 685850 w 1605470"/>
              <a:gd name="connsiteY86" fmla="*/ 3933779 h 6858000"/>
              <a:gd name="connsiteX87" fmla="*/ 687181 w 1605470"/>
              <a:gd name="connsiteY87" fmla="*/ 3933093 h 6858000"/>
              <a:gd name="connsiteX88" fmla="*/ 691535 w 1605470"/>
              <a:gd name="connsiteY88" fmla="*/ 3922082 h 6858000"/>
              <a:gd name="connsiteX89" fmla="*/ 696613 w 1605470"/>
              <a:gd name="connsiteY89" fmla="*/ 3901461 h 6858000"/>
              <a:gd name="connsiteX90" fmla="*/ 719207 w 1605470"/>
              <a:gd name="connsiteY90" fmla="*/ 3813873 h 6858000"/>
              <a:gd name="connsiteX91" fmla="*/ 718632 w 1605470"/>
              <a:gd name="connsiteY91" fmla="*/ 3806161 h 6858000"/>
              <a:gd name="connsiteX92" fmla="*/ 718939 w 1605470"/>
              <a:gd name="connsiteY92" fmla="*/ 3805957 h 6858000"/>
              <a:gd name="connsiteX93" fmla="*/ 718966 w 1605470"/>
              <a:gd name="connsiteY93" fmla="*/ 3797724 h 6858000"/>
              <a:gd name="connsiteX94" fmla="*/ 717581 w 1605470"/>
              <a:gd name="connsiteY94" fmla="*/ 3792098 h 6858000"/>
              <a:gd name="connsiteX95" fmla="*/ 716465 w 1605470"/>
              <a:gd name="connsiteY95" fmla="*/ 3777135 h 6858000"/>
              <a:gd name="connsiteX96" fmla="*/ 718198 w 1605470"/>
              <a:gd name="connsiteY96" fmla="*/ 3771656 h 6858000"/>
              <a:gd name="connsiteX97" fmla="*/ 721941 w 1605470"/>
              <a:gd name="connsiteY97" fmla="*/ 3769007 h 6858000"/>
              <a:gd name="connsiteX98" fmla="*/ 721407 w 1605470"/>
              <a:gd name="connsiteY98" fmla="*/ 3767709 h 6858000"/>
              <a:gd name="connsiteX99" fmla="*/ 730103 w 1605470"/>
              <a:gd name="connsiteY99" fmla="*/ 3738082 h 6858000"/>
              <a:gd name="connsiteX100" fmla="*/ 737449 w 1605470"/>
              <a:gd name="connsiteY100" fmla="*/ 3673397 h 6858000"/>
              <a:gd name="connsiteX101" fmla="*/ 736745 w 1605470"/>
              <a:gd name="connsiteY101" fmla="*/ 3637109 h 6858000"/>
              <a:gd name="connsiteX102" fmla="*/ 740188 w 1605470"/>
              <a:gd name="connsiteY102" fmla="*/ 3536883 h 6858000"/>
              <a:gd name="connsiteX103" fmla="*/ 747726 w 1605470"/>
              <a:gd name="connsiteY103" fmla="*/ 3435652 h 6858000"/>
              <a:gd name="connsiteX104" fmla="*/ 774383 w 1605470"/>
              <a:gd name="connsiteY104" fmla="*/ 3381564 h 6858000"/>
              <a:gd name="connsiteX105" fmla="*/ 774870 w 1605470"/>
              <a:gd name="connsiteY105" fmla="*/ 3375761 h 6858000"/>
              <a:gd name="connsiteX106" fmla="*/ 770510 w 1605470"/>
              <a:gd name="connsiteY106" fmla="*/ 3361844 h 6858000"/>
              <a:gd name="connsiteX107" fmla="*/ 767933 w 1605470"/>
              <a:gd name="connsiteY107" fmla="*/ 3356929 h 6858000"/>
              <a:gd name="connsiteX108" fmla="*/ 766158 w 1605470"/>
              <a:gd name="connsiteY108" fmla="*/ 3349058 h 6858000"/>
              <a:gd name="connsiteX109" fmla="*/ 766414 w 1605470"/>
              <a:gd name="connsiteY109" fmla="*/ 3348763 h 6858000"/>
              <a:gd name="connsiteX110" fmla="*/ 764166 w 1605470"/>
              <a:gd name="connsiteY110" fmla="*/ 3341588 h 6858000"/>
              <a:gd name="connsiteX111" fmla="*/ 749397 w 1605470"/>
              <a:gd name="connsiteY111" fmla="*/ 3307769 h 6858000"/>
              <a:gd name="connsiteX112" fmla="*/ 766960 w 1605470"/>
              <a:gd name="connsiteY112" fmla="*/ 3250522 h 6858000"/>
              <a:gd name="connsiteX113" fmla="*/ 767385 w 1605470"/>
              <a:gd name="connsiteY113" fmla="*/ 3229163 h 6858000"/>
              <a:gd name="connsiteX114" fmla="*/ 769208 w 1605470"/>
              <a:gd name="connsiteY114" fmla="*/ 3217217 h 6858000"/>
              <a:gd name="connsiteX115" fmla="*/ 770350 w 1605470"/>
              <a:gd name="connsiteY115" fmla="*/ 3216125 h 6858000"/>
              <a:gd name="connsiteX116" fmla="*/ 756043 w 1605470"/>
              <a:gd name="connsiteY116" fmla="*/ 3183755 h 6858000"/>
              <a:gd name="connsiteX117" fmla="*/ 756544 w 1605470"/>
              <a:gd name="connsiteY117" fmla="*/ 3178642 h 6858000"/>
              <a:gd name="connsiteX118" fmla="*/ 744144 w 1605470"/>
              <a:gd name="connsiteY118" fmla="*/ 3158586 h 6858000"/>
              <a:gd name="connsiteX119" fmla="*/ 739378 w 1605470"/>
              <a:gd name="connsiteY119" fmla="*/ 3147669 h 6858000"/>
              <a:gd name="connsiteX120" fmla="*/ 734648 w 1605470"/>
              <a:gd name="connsiteY120" fmla="*/ 3145733 h 6858000"/>
              <a:gd name="connsiteX121" fmla="*/ 729329 w 1605470"/>
              <a:gd name="connsiteY121" fmla="*/ 3129034 h 6858000"/>
              <a:gd name="connsiteX122" fmla="*/ 729994 w 1605470"/>
              <a:gd name="connsiteY122" fmla="*/ 3126682 h 6858000"/>
              <a:gd name="connsiteX123" fmla="*/ 720862 w 1605470"/>
              <a:gd name="connsiteY123" fmla="*/ 3114519 h 6858000"/>
              <a:gd name="connsiteX124" fmla="*/ 707471 w 1605470"/>
              <a:gd name="connsiteY124" fmla="*/ 3106272 h 6858000"/>
              <a:gd name="connsiteX125" fmla="*/ 680201 w 1605470"/>
              <a:gd name="connsiteY125" fmla="*/ 2958185 h 6858000"/>
              <a:gd name="connsiteX126" fmla="*/ 622815 w 1605470"/>
              <a:gd name="connsiteY126" fmla="*/ 2762989 h 6858000"/>
              <a:gd name="connsiteX127" fmla="*/ 571733 w 1605470"/>
              <a:gd name="connsiteY127" fmla="*/ 2554718 h 6858000"/>
              <a:gd name="connsiteX128" fmla="*/ 551827 w 1605470"/>
              <a:gd name="connsiteY128" fmla="*/ 2485734 h 6858000"/>
              <a:gd name="connsiteX129" fmla="*/ 542550 w 1605470"/>
              <a:gd name="connsiteY129" fmla="*/ 2447068 h 6858000"/>
              <a:gd name="connsiteX130" fmla="*/ 529511 w 1605470"/>
              <a:gd name="connsiteY130" fmla="*/ 2425819 h 6858000"/>
              <a:gd name="connsiteX131" fmla="*/ 528878 w 1605470"/>
              <a:gd name="connsiteY131" fmla="*/ 2408971 h 6858000"/>
              <a:gd name="connsiteX132" fmla="*/ 535510 w 1605470"/>
              <a:gd name="connsiteY132" fmla="*/ 2402874 h 6858000"/>
              <a:gd name="connsiteX133" fmla="*/ 538122 w 1605470"/>
              <a:gd name="connsiteY133" fmla="*/ 2381443 h 6858000"/>
              <a:gd name="connsiteX134" fmla="*/ 514451 w 1605470"/>
              <a:gd name="connsiteY134" fmla="*/ 2261920 h 6858000"/>
              <a:gd name="connsiteX135" fmla="*/ 486968 w 1605470"/>
              <a:gd name="connsiteY135" fmla="*/ 2182937 h 6858000"/>
              <a:gd name="connsiteX136" fmla="*/ 488555 w 1605470"/>
              <a:gd name="connsiteY136" fmla="*/ 2155135 h 6858000"/>
              <a:gd name="connsiteX137" fmla="*/ 486013 w 1605470"/>
              <a:gd name="connsiteY137" fmla="*/ 2118008 h 6858000"/>
              <a:gd name="connsiteX138" fmla="*/ 487006 w 1605470"/>
              <a:gd name="connsiteY138" fmla="*/ 2050531 h 6858000"/>
              <a:gd name="connsiteX139" fmla="*/ 478812 w 1605470"/>
              <a:gd name="connsiteY139" fmla="*/ 1963269 h 6858000"/>
              <a:gd name="connsiteX140" fmla="*/ 442619 w 1605470"/>
              <a:gd name="connsiteY140" fmla="*/ 1910499 h 6858000"/>
              <a:gd name="connsiteX141" fmla="*/ 446785 w 1605470"/>
              <a:gd name="connsiteY141" fmla="*/ 1903212 h 6858000"/>
              <a:gd name="connsiteX142" fmla="*/ 436547 w 1605470"/>
              <a:gd name="connsiteY142" fmla="*/ 1861531 h 6858000"/>
              <a:gd name="connsiteX143" fmla="*/ 390346 w 1605470"/>
              <a:gd name="connsiteY143" fmla="*/ 1732919 h 6858000"/>
              <a:gd name="connsiteX144" fmla="*/ 362657 w 1605470"/>
              <a:gd name="connsiteY144" fmla="*/ 1663540 h 6858000"/>
              <a:gd name="connsiteX145" fmla="*/ 361783 w 1605470"/>
              <a:gd name="connsiteY145" fmla="*/ 1615777 h 6858000"/>
              <a:gd name="connsiteX146" fmla="*/ 342578 w 1605470"/>
              <a:gd name="connsiteY146" fmla="*/ 1563678 h 6858000"/>
              <a:gd name="connsiteX147" fmla="*/ 355658 w 1605470"/>
              <a:gd name="connsiteY147" fmla="*/ 1519474 h 6858000"/>
              <a:gd name="connsiteX148" fmla="*/ 348400 w 1605470"/>
              <a:gd name="connsiteY148" fmla="*/ 1477995 h 6858000"/>
              <a:gd name="connsiteX149" fmla="*/ 334485 w 1605470"/>
              <a:gd name="connsiteY149" fmla="*/ 1373769 h 6858000"/>
              <a:gd name="connsiteX150" fmla="*/ 342792 w 1605470"/>
              <a:gd name="connsiteY150" fmla="*/ 1307086 h 6858000"/>
              <a:gd name="connsiteX151" fmla="*/ 343980 w 1605470"/>
              <a:gd name="connsiteY151" fmla="*/ 1189033 h 6858000"/>
              <a:gd name="connsiteX152" fmla="*/ 348665 w 1605470"/>
              <a:gd name="connsiteY152" fmla="*/ 1168288 h 6858000"/>
              <a:gd name="connsiteX153" fmla="*/ 340947 w 1605470"/>
              <a:gd name="connsiteY153" fmla="*/ 1142577 h 6858000"/>
              <a:gd name="connsiteX154" fmla="*/ 330253 w 1605470"/>
              <a:gd name="connsiteY154" fmla="*/ 1088484 h 6858000"/>
              <a:gd name="connsiteX155" fmla="*/ 318989 w 1605470"/>
              <a:gd name="connsiteY155" fmla="*/ 1016103 h 6858000"/>
              <a:gd name="connsiteX156" fmla="*/ 320445 w 1605470"/>
              <a:gd name="connsiteY156" fmla="*/ 932283 h 6858000"/>
              <a:gd name="connsiteX157" fmla="*/ 322681 w 1605470"/>
              <a:gd name="connsiteY157" fmla="*/ 915925 h 6858000"/>
              <a:gd name="connsiteX158" fmla="*/ 315310 w 1605470"/>
              <a:gd name="connsiteY158" fmla="*/ 896999 h 6858000"/>
              <a:gd name="connsiteX159" fmla="*/ 284718 w 1605470"/>
              <a:gd name="connsiteY159" fmla="*/ 821517 h 6858000"/>
              <a:gd name="connsiteX160" fmla="*/ 263668 w 1605470"/>
              <a:gd name="connsiteY160" fmla="*/ 751353 h 6858000"/>
              <a:gd name="connsiteX161" fmla="*/ 263226 w 1605470"/>
              <a:gd name="connsiteY161" fmla="*/ 721230 h 6858000"/>
              <a:gd name="connsiteX162" fmla="*/ 248897 w 1605470"/>
              <a:gd name="connsiteY162" fmla="*/ 681659 h 6858000"/>
              <a:gd name="connsiteX163" fmla="*/ 234316 w 1605470"/>
              <a:gd name="connsiteY163" fmla="*/ 635218 h 6858000"/>
              <a:gd name="connsiteX164" fmla="*/ 239327 w 1605470"/>
              <a:gd name="connsiteY164" fmla="*/ 613763 h 6858000"/>
              <a:gd name="connsiteX165" fmla="*/ 225269 w 1605470"/>
              <a:gd name="connsiteY165" fmla="*/ 598582 h 6858000"/>
              <a:gd name="connsiteX166" fmla="*/ 224950 w 1605470"/>
              <a:gd name="connsiteY166" fmla="*/ 576846 h 6858000"/>
              <a:gd name="connsiteX167" fmla="*/ 204576 w 1605470"/>
              <a:gd name="connsiteY167" fmla="*/ 530055 h 6858000"/>
              <a:gd name="connsiteX168" fmla="*/ 219064 w 1605470"/>
              <a:gd name="connsiteY168" fmla="*/ 469651 h 6858000"/>
              <a:gd name="connsiteX169" fmla="*/ 195012 w 1605470"/>
              <a:gd name="connsiteY169" fmla="*/ 448559 h 6858000"/>
              <a:gd name="connsiteX170" fmla="*/ 201434 w 1605470"/>
              <a:gd name="connsiteY170" fmla="*/ 441529 h 6858000"/>
              <a:gd name="connsiteX171" fmla="*/ 200655 w 1605470"/>
              <a:gd name="connsiteY171" fmla="*/ 428927 h 6858000"/>
              <a:gd name="connsiteX172" fmla="*/ 190059 w 1605470"/>
              <a:gd name="connsiteY172" fmla="*/ 430161 h 6858000"/>
              <a:gd name="connsiteX173" fmla="*/ 167079 w 1605470"/>
              <a:gd name="connsiteY173" fmla="*/ 367211 h 6858000"/>
              <a:gd name="connsiteX174" fmla="*/ 124571 w 1605470"/>
              <a:gd name="connsiteY174" fmla="*/ 302178 h 6858000"/>
              <a:gd name="connsiteX175" fmla="*/ 103243 w 1605470"/>
              <a:gd name="connsiteY175" fmla="*/ 211375 h 6858000"/>
              <a:gd name="connsiteX176" fmla="*/ 94571 w 1605470"/>
              <a:gd name="connsiteY176" fmla="*/ 184179 h 6858000"/>
              <a:gd name="connsiteX177" fmla="*/ 13437 w 1605470"/>
              <a:gd name="connsiteY177" fmla="*/ 19287 h 6858000"/>
              <a:gd name="connsiteX178" fmla="*/ 0 w 1605470"/>
              <a:gd name="connsiteY178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41730 w 1605470"/>
              <a:gd name="connsiteY30" fmla="*/ 6331735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89472 w 1605470"/>
              <a:gd name="connsiteY35" fmla="*/ 5732419 h 6858000"/>
              <a:gd name="connsiteX36" fmla="*/ 512623 w 1605470"/>
              <a:gd name="connsiteY36" fmla="*/ 5685392 h 6858000"/>
              <a:gd name="connsiteX37" fmla="*/ 510261 w 1605470"/>
              <a:gd name="connsiteY37" fmla="*/ 5634527 h 6858000"/>
              <a:gd name="connsiteX38" fmla="*/ 523992 w 1605470"/>
              <a:gd name="connsiteY38" fmla="*/ 5619557 h 6858000"/>
              <a:gd name="connsiteX39" fmla="*/ 526609 w 1605470"/>
              <a:gd name="connsiteY39" fmla="*/ 5617081 h 6858000"/>
              <a:gd name="connsiteX40" fmla="*/ 531653 w 1605470"/>
              <a:gd name="connsiteY40" fmla="*/ 5604904 h 6858000"/>
              <a:gd name="connsiteX41" fmla="*/ 539863 w 1605470"/>
              <a:gd name="connsiteY41" fmla="*/ 5604298 h 6858000"/>
              <a:gd name="connsiteX42" fmla="*/ 552319 w 1605470"/>
              <a:gd name="connsiteY42" fmla="*/ 5587997 h 6858000"/>
              <a:gd name="connsiteX43" fmla="*/ 559710 w 1605470"/>
              <a:gd name="connsiteY43" fmla="*/ 5564796 h 6858000"/>
              <a:gd name="connsiteX44" fmla="*/ 587214 w 1605470"/>
              <a:gd name="connsiteY44" fmla="*/ 5451511 h 6858000"/>
              <a:gd name="connsiteX45" fmla="*/ 608019 w 1605470"/>
              <a:gd name="connsiteY45" fmla="*/ 5385461 h 6858000"/>
              <a:gd name="connsiteX46" fmla="*/ 622750 w 1605470"/>
              <a:gd name="connsiteY46" fmla="*/ 5363084 h 6858000"/>
              <a:gd name="connsiteX47" fmla="*/ 638731 w 1605470"/>
              <a:gd name="connsiteY47" fmla="*/ 5330009 h 6858000"/>
              <a:gd name="connsiteX48" fmla="*/ 672224 w 1605470"/>
              <a:gd name="connsiteY48" fmla="*/ 5273739 h 6858000"/>
              <a:gd name="connsiteX49" fmla="*/ 681823 w 1605470"/>
              <a:gd name="connsiteY49" fmla="*/ 5241779 h 6858000"/>
              <a:gd name="connsiteX50" fmla="*/ 693049 w 1605470"/>
              <a:gd name="connsiteY50" fmla="*/ 5225268 h 6858000"/>
              <a:gd name="connsiteX51" fmla="*/ 694069 w 1605470"/>
              <a:gd name="connsiteY51" fmla="*/ 5217684 h 6858000"/>
              <a:gd name="connsiteX52" fmla="*/ 701410 w 1605470"/>
              <a:gd name="connsiteY52" fmla="*/ 5193377 h 6858000"/>
              <a:gd name="connsiteX53" fmla="*/ 704713 w 1605470"/>
              <a:gd name="connsiteY53" fmla="*/ 5179288 h 6858000"/>
              <a:gd name="connsiteX54" fmla="*/ 705697 w 1605470"/>
              <a:gd name="connsiteY54" fmla="*/ 5173621 h 6858000"/>
              <a:gd name="connsiteX55" fmla="*/ 701331 w 1605470"/>
              <a:gd name="connsiteY55" fmla="*/ 5159961 h 6858000"/>
              <a:gd name="connsiteX56" fmla="*/ 708008 w 1605470"/>
              <a:gd name="connsiteY56" fmla="*/ 5144295 h 6858000"/>
              <a:gd name="connsiteX57" fmla="*/ 704941 w 1605470"/>
              <a:gd name="connsiteY57" fmla="*/ 5125185 h 6858000"/>
              <a:gd name="connsiteX58" fmla="*/ 711771 w 1605470"/>
              <a:gd name="connsiteY58" fmla="*/ 5121884 h 6858000"/>
              <a:gd name="connsiteX59" fmla="*/ 721092 w 1605470"/>
              <a:gd name="connsiteY59" fmla="*/ 5108383 h 6858000"/>
              <a:gd name="connsiteX60" fmla="*/ 717045 w 1605470"/>
              <a:gd name="connsiteY60" fmla="*/ 5094705 h 6858000"/>
              <a:gd name="connsiteX61" fmla="*/ 718807 w 1605470"/>
              <a:gd name="connsiteY61" fmla="*/ 5067850 h 6858000"/>
              <a:gd name="connsiteX62" fmla="*/ 721538 w 1605470"/>
              <a:gd name="connsiteY62" fmla="*/ 5060861 h 6858000"/>
              <a:gd name="connsiteX63" fmla="*/ 718242 w 1605470"/>
              <a:gd name="connsiteY63" fmla="*/ 5034192 h 6858000"/>
              <a:gd name="connsiteX64" fmla="*/ 719796 w 1605470"/>
              <a:gd name="connsiteY64" fmla="*/ 4993030 h 6858000"/>
              <a:gd name="connsiteX65" fmla="*/ 726705 w 1605470"/>
              <a:gd name="connsiteY65" fmla="*/ 4946844 h 6858000"/>
              <a:gd name="connsiteX66" fmla="*/ 722561 w 1605470"/>
              <a:gd name="connsiteY66" fmla="*/ 4932692 h 6858000"/>
              <a:gd name="connsiteX67" fmla="*/ 724935 w 1605470"/>
              <a:gd name="connsiteY67" fmla="*/ 4821504 h 6858000"/>
              <a:gd name="connsiteX68" fmla="*/ 732118 w 1605470"/>
              <a:gd name="connsiteY68" fmla="*/ 4801535 h 6858000"/>
              <a:gd name="connsiteX69" fmla="*/ 739787 w 1605470"/>
              <a:gd name="connsiteY69" fmla="*/ 4797794 h 6858000"/>
              <a:gd name="connsiteX70" fmla="*/ 741081 w 1605470"/>
              <a:gd name="connsiteY70" fmla="*/ 4784526 h 6858000"/>
              <a:gd name="connsiteX71" fmla="*/ 742865 w 1605470"/>
              <a:gd name="connsiteY71" fmla="*/ 4781211 h 6858000"/>
              <a:gd name="connsiteX72" fmla="*/ 751652 w 1605470"/>
              <a:gd name="connsiteY72" fmla="*/ 4761984 h 6858000"/>
              <a:gd name="connsiteX73" fmla="*/ 747700 w 1605470"/>
              <a:gd name="connsiteY73" fmla="*/ 4690749 h 6858000"/>
              <a:gd name="connsiteX74" fmla="*/ 743180 w 1605470"/>
              <a:gd name="connsiteY74" fmla="*/ 4613201 h 6858000"/>
              <a:gd name="connsiteX75" fmla="*/ 738263 w 1605470"/>
              <a:gd name="connsiteY75" fmla="*/ 4444346 h 6858000"/>
              <a:gd name="connsiteX76" fmla="*/ 756542 w 1605470"/>
              <a:gd name="connsiteY76" fmla="*/ 4350346 h 6858000"/>
              <a:gd name="connsiteX77" fmla="*/ 715481 w 1605470"/>
              <a:gd name="connsiteY77" fmla="*/ 4214165 h 6858000"/>
              <a:gd name="connsiteX78" fmla="*/ 719554 w 1605470"/>
              <a:gd name="connsiteY78" fmla="*/ 4090296 h 6858000"/>
              <a:gd name="connsiteX79" fmla="*/ 704810 w 1605470"/>
              <a:gd name="connsiteY79" fmla="*/ 4033999 h 6858000"/>
              <a:gd name="connsiteX80" fmla="*/ 705959 w 1605470"/>
              <a:gd name="connsiteY80" fmla="*/ 4031933 h 6858000"/>
              <a:gd name="connsiteX81" fmla="*/ 704535 w 1605470"/>
              <a:gd name="connsiteY81" fmla="*/ 4013953 h 6858000"/>
              <a:gd name="connsiteX82" fmla="*/ 700443 w 1605470"/>
              <a:gd name="connsiteY82" fmla="*/ 4010511 h 6858000"/>
              <a:gd name="connsiteX83" fmla="*/ 698282 w 1605470"/>
              <a:gd name="connsiteY83" fmla="*/ 3998331 h 6858000"/>
              <a:gd name="connsiteX84" fmla="*/ 690830 w 1605470"/>
              <a:gd name="connsiteY84" fmla="*/ 3974753 h 6858000"/>
              <a:gd name="connsiteX85" fmla="*/ 692428 w 1605470"/>
              <a:gd name="connsiteY85" fmla="*/ 3969950 h 6858000"/>
              <a:gd name="connsiteX86" fmla="*/ 685850 w 1605470"/>
              <a:gd name="connsiteY86" fmla="*/ 3933779 h 6858000"/>
              <a:gd name="connsiteX87" fmla="*/ 687181 w 1605470"/>
              <a:gd name="connsiteY87" fmla="*/ 3933093 h 6858000"/>
              <a:gd name="connsiteX88" fmla="*/ 691535 w 1605470"/>
              <a:gd name="connsiteY88" fmla="*/ 3922082 h 6858000"/>
              <a:gd name="connsiteX89" fmla="*/ 696613 w 1605470"/>
              <a:gd name="connsiteY89" fmla="*/ 3901461 h 6858000"/>
              <a:gd name="connsiteX90" fmla="*/ 719207 w 1605470"/>
              <a:gd name="connsiteY90" fmla="*/ 3813873 h 6858000"/>
              <a:gd name="connsiteX91" fmla="*/ 718632 w 1605470"/>
              <a:gd name="connsiteY91" fmla="*/ 3806161 h 6858000"/>
              <a:gd name="connsiteX92" fmla="*/ 718939 w 1605470"/>
              <a:gd name="connsiteY92" fmla="*/ 3805957 h 6858000"/>
              <a:gd name="connsiteX93" fmla="*/ 718966 w 1605470"/>
              <a:gd name="connsiteY93" fmla="*/ 3797724 h 6858000"/>
              <a:gd name="connsiteX94" fmla="*/ 717581 w 1605470"/>
              <a:gd name="connsiteY94" fmla="*/ 3792098 h 6858000"/>
              <a:gd name="connsiteX95" fmla="*/ 716465 w 1605470"/>
              <a:gd name="connsiteY95" fmla="*/ 3777135 h 6858000"/>
              <a:gd name="connsiteX96" fmla="*/ 718198 w 1605470"/>
              <a:gd name="connsiteY96" fmla="*/ 3771656 h 6858000"/>
              <a:gd name="connsiteX97" fmla="*/ 721941 w 1605470"/>
              <a:gd name="connsiteY97" fmla="*/ 3769007 h 6858000"/>
              <a:gd name="connsiteX98" fmla="*/ 721407 w 1605470"/>
              <a:gd name="connsiteY98" fmla="*/ 3767709 h 6858000"/>
              <a:gd name="connsiteX99" fmla="*/ 730103 w 1605470"/>
              <a:gd name="connsiteY99" fmla="*/ 3738082 h 6858000"/>
              <a:gd name="connsiteX100" fmla="*/ 737449 w 1605470"/>
              <a:gd name="connsiteY100" fmla="*/ 3673397 h 6858000"/>
              <a:gd name="connsiteX101" fmla="*/ 736745 w 1605470"/>
              <a:gd name="connsiteY101" fmla="*/ 3637109 h 6858000"/>
              <a:gd name="connsiteX102" fmla="*/ 740188 w 1605470"/>
              <a:gd name="connsiteY102" fmla="*/ 3536883 h 6858000"/>
              <a:gd name="connsiteX103" fmla="*/ 747726 w 1605470"/>
              <a:gd name="connsiteY103" fmla="*/ 3435652 h 6858000"/>
              <a:gd name="connsiteX104" fmla="*/ 774383 w 1605470"/>
              <a:gd name="connsiteY104" fmla="*/ 3381564 h 6858000"/>
              <a:gd name="connsiteX105" fmla="*/ 774870 w 1605470"/>
              <a:gd name="connsiteY105" fmla="*/ 3375761 h 6858000"/>
              <a:gd name="connsiteX106" fmla="*/ 770510 w 1605470"/>
              <a:gd name="connsiteY106" fmla="*/ 3361844 h 6858000"/>
              <a:gd name="connsiteX107" fmla="*/ 767933 w 1605470"/>
              <a:gd name="connsiteY107" fmla="*/ 3356929 h 6858000"/>
              <a:gd name="connsiteX108" fmla="*/ 766158 w 1605470"/>
              <a:gd name="connsiteY108" fmla="*/ 3349058 h 6858000"/>
              <a:gd name="connsiteX109" fmla="*/ 766414 w 1605470"/>
              <a:gd name="connsiteY109" fmla="*/ 3348763 h 6858000"/>
              <a:gd name="connsiteX110" fmla="*/ 764166 w 1605470"/>
              <a:gd name="connsiteY110" fmla="*/ 3341588 h 6858000"/>
              <a:gd name="connsiteX111" fmla="*/ 749397 w 1605470"/>
              <a:gd name="connsiteY111" fmla="*/ 3307769 h 6858000"/>
              <a:gd name="connsiteX112" fmla="*/ 766960 w 1605470"/>
              <a:gd name="connsiteY112" fmla="*/ 3250522 h 6858000"/>
              <a:gd name="connsiteX113" fmla="*/ 767385 w 1605470"/>
              <a:gd name="connsiteY113" fmla="*/ 3229163 h 6858000"/>
              <a:gd name="connsiteX114" fmla="*/ 769208 w 1605470"/>
              <a:gd name="connsiteY114" fmla="*/ 3217217 h 6858000"/>
              <a:gd name="connsiteX115" fmla="*/ 770350 w 1605470"/>
              <a:gd name="connsiteY115" fmla="*/ 3216125 h 6858000"/>
              <a:gd name="connsiteX116" fmla="*/ 756043 w 1605470"/>
              <a:gd name="connsiteY116" fmla="*/ 3183755 h 6858000"/>
              <a:gd name="connsiteX117" fmla="*/ 756544 w 1605470"/>
              <a:gd name="connsiteY117" fmla="*/ 3178642 h 6858000"/>
              <a:gd name="connsiteX118" fmla="*/ 744144 w 1605470"/>
              <a:gd name="connsiteY118" fmla="*/ 3158586 h 6858000"/>
              <a:gd name="connsiteX119" fmla="*/ 739378 w 1605470"/>
              <a:gd name="connsiteY119" fmla="*/ 3147669 h 6858000"/>
              <a:gd name="connsiteX120" fmla="*/ 734648 w 1605470"/>
              <a:gd name="connsiteY120" fmla="*/ 3145733 h 6858000"/>
              <a:gd name="connsiteX121" fmla="*/ 729329 w 1605470"/>
              <a:gd name="connsiteY121" fmla="*/ 3129034 h 6858000"/>
              <a:gd name="connsiteX122" fmla="*/ 729994 w 1605470"/>
              <a:gd name="connsiteY122" fmla="*/ 3126682 h 6858000"/>
              <a:gd name="connsiteX123" fmla="*/ 720862 w 1605470"/>
              <a:gd name="connsiteY123" fmla="*/ 3114519 h 6858000"/>
              <a:gd name="connsiteX124" fmla="*/ 707471 w 1605470"/>
              <a:gd name="connsiteY124" fmla="*/ 3106272 h 6858000"/>
              <a:gd name="connsiteX125" fmla="*/ 680201 w 1605470"/>
              <a:gd name="connsiteY125" fmla="*/ 2958185 h 6858000"/>
              <a:gd name="connsiteX126" fmla="*/ 622815 w 1605470"/>
              <a:gd name="connsiteY126" fmla="*/ 2762989 h 6858000"/>
              <a:gd name="connsiteX127" fmla="*/ 571733 w 1605470"/>
              <a:gd name="connsiteY127" fmla="*/ 2554718 h 6858000"/>
              <a:gd name="connsiteX128" fmla="*/ 551827 w 1605470"/>
              <a:gd name="connsiteY128" fmla="*/ 2485734 h 6858000"/>
              <a:gd name="connsiteX129" fmla="*/ 542550 w 1605470"/>
              <a:gd name="connsiteY129" fmla="*/ 2447068 h 6858000"/>
              <a:gd name="connsiteX130" fmla="*/ 529511 w 1605470"/>
              <a:gd name="connsiteY130" fmla="*/ 2425819 h 6858000"/>
              <a:gd name="connsiteX131" fmla="*/ 528878 w 1605470"/>
              <a:gd name="connsiteY131" fmla="*/ 2408971 h 6858000"/>
              <a:gd name="connsiteX132" fmla="*/ 535510 w 1605470"/>
              <a:gd name="connsiteY132" fmla="*/ 2402874 h 6858000"/>
              <a:gd name="connsiteX133" fmla="*/ 538122 w 1605470"/>
              <a:gd name="connsiteY133" fmla="*/ 2381443 h 6858000"/>
              <a:gd name="connsiteX134" fmla="*/ 514451 w 1605470"/>
              <a:gd name="connsiteY134" fmla="*/ 2261920 h 6858000"/>
              <a:gd name="connsiteX135" fmla="*/ 486968 w 1605470"/>
              <a:gd name="connsiteY135" fmla="*/ 2182937 h 6858000"/>
              <a:gd name="connsiteX136" fmla="*/ 488555 w 1605470"/>
              <a:gd name="connsiteY136" fmla="*/ 2155135 h 6858000"/>
              <a:gd name="connsiteX137" fmla="*/ 486013 w 1605470"/>
              <a:gd name="connsiteY137" fmla="*/ 2118008 h 6858000"/>
              <a:gd name="connsiteX138" fmla="*/ 487006 w 1605470"/>
              <a:gd name="connsiteY138" fmla="*/ 2050531 h 6858000"/>
              <a:gd name="connsiteX139" fmla="*/ 478812 w 1605470"/>
              <a:gd name="connsiteY139" fmla="*/ 1963269 h 6858000"/>
              <a:gd name="connsiteX140" fmla="*/ 442619 w 1605470"/>
              <a:gd name="connsiteY140" fmla="*/ 1910499 h 6858000"/>
              <a:gd name="connsiteX141" fmla="*/ 446785 w 1605470"/>
              <a:gd name="connsiteY141" fmla="*/ 1903212 h 6858000"/>
              <a:gd name="connsiteX142" fmla="*/ 436547 w 1605470"/>
              <a:gd name="connsiteY142" fmla="*/ 1861531 h 6858000"/>
              <a:gd name="connsiteX143" fmla="*/ 390346 w 1605470"/>
              <a:gd name="connsiteY143" fmla="*/ 1732919 h 6858000"/>
              <a:gd name="connsiteX144" fmla="*/ 362657 w 1605470"/>
              <a:gd name="connsiteY144" fmla="*/ 1663540 h 6858000"/>
              <a:gd name="connsiteX145" fmla="*/ 361783 w 1605470"/>
              <a:gd name="connsiteY145" fmla="*/ 1615777 h 6858000"/>
              <a:gd name="connsiteX146" fmla="*/ 342578 w 1605470"/>
              <a:gd name="connsiteY146" fmla="*/ 1563678 h 6858000"/>
              <a:gd name="connsiteX147" fmla="*/ 355658 w 1605470"/>
              <a:gd name="connsiteY147" fmla="*/ 1519474 h 6858000"/>
              <a:gd name="connsiteX148" fmla="*/ 348400 w 1605470"/>
              <a:gd name="connsiteY148" fmla="*/ 1477995 h 6858000"/>
              <a:gd name="connsiteX149" fmla="*/ 334485 w 1605470"/>
              <a:gd name="connsiteY149" fmla="*/ 1373769 h 6858000"/>
              <a:gd name="connsiteX150" fmla="*/ 342792 w 1605470"/>
              <a:gd name="connsiteY150" fmla="*/ 1307086 h 6858000"/>
              <a:gd name="connsiteX151" fmla="*/ 343980 w 1605470"/>
              <a:gd name="connsiteY151" fmla="*/ 1189033 h 6858000"/>
              <a:gd name="connsiteX152" fmla="*/ 348665 w 1605470"/>
              <a:gd name="connsiteY152" fmla="*/ 1168288 h 6858000"/>
              <a:gd name="connsiteX153" fmla="*/ 340947 w 1605470"/>
              <a:gd name="connsiteY153" fmla="*/ 1142577 h 6858000"/>
              <a:gd name="connsiteX154" fmla="*/ 330253 w 1605470"/>
              <a:gd name="connsiteY154" fmla="*/ 1088484 h 6858000"/>
              <a:gd name="connsiteX155" fmla="*/ 318989 w 1605470"/>
              <a:gd name="connsiteY155" fmla="*/ 1016103 h 6858000"/>
              <a:gd name="connsiteX156" fmla="*/ 320445 w 1605470"/>
              <a:gd name="connsiteY156" fmla="*/ 932283 h 6858000"/>
              <a:gd name="connsiteX157" fmla="*/ 322681 w 1605470"/>
              <a:gd name="connsiteY157" fmla="*/ 915925 h 6858000"/>
              <a:gd name="connsiteX158" fmla="*/ 315310 w 1605470"/>
              <a:gd name="connsiteY158" fmla="*/ 896999 h 6858000"/>
              <a:gd name="connsiteX159" fmla="*/ 284718 w 1605470"/>
              <a:gd name="connsiteY159" fmla="*/ 821517 h 6858000"/>
              <a:gd name="connsiteX160" fmla="*/ 263668 w 1605470"/>
              <a:gd name="connsiteY160" fmla="*/ 751353 h 6858000"/>
              <a:gd name="connsiteX161" fmla="*/ 263226 w 1605470"/>
              <a:gd name="connsiteY161" fmla="*/ 721230 h 6858000"/>
              <a:gd name="connsiteX162" fmla="*/ 248897 w 1605470"/>
              <a:gd name="connsiteY162" fmla="*/ 681659 h 6858000"/>
              <a:gd name="connsiteX163" fmla="*/ 234316 w 1605470"/>
              <a:gd name="connsiteY163" fmla="*/ 635218 h 6858000"/>
              <a:gd name="connsiteX164" fmla="*/ 239327 w 1605470"/>
              <a:gd name="connsiteY164" fmla="*/ 613763 h 6858000"/>
              <a:gd name="connsiteX165" fmla="*/ 225269 w 1605470"/>
              <a:gd name="connsiteY165" fmla="*/ 598582 h 6858000"/>
              <a:gd name="connsiteX166" fmla="*/ 224950 w 1605470"/>
              <a:gd name="connsiteY166" fmla="*/ 576846 h 6858000"/>
              <a:gd name="connsiteX167" fmla="*/ 204576 w 1605470"/>
              <a:gd name="connsiteY167" fmla="*/ 530055 h 6858000"/>
              <a:gd name="connsiteX168" fmla="*/ 219064 w 1605470"/>
              <a:gd name="connsiteY168" fmla="*/ 469651 h 6858000"/>
              <a:gd name="connsiteX169" fmla="*/ 195012 w 1605470"/>
              <a:gd name="connsiteY169" fmla="*/ 448559 h 6858000"/>
              <a:gd name="connsiteX170" fmla="*/ 201434 w 1605470"/>
              <a:gd name="connsiteY170" fmla="*/ 441529 h 6858000"/>
              <a:gd name="connsiteX171" fmla="*/ 200655 w 1605470"/>
              <a:gd name="connsiteY171" fmla="*/ 428927 h 6858000"/>
              <a:gd name="connsiteX172" fmla="*/ 190059 w 1605470"/>
              <a:gd name="connsiteY172" fmla="*/ 430161 h 6858000"/>
              <a:gd name="connsiteX173" fmla="*/ 167079 w 1605470"/>
              <a:gd name="connsiteY173" fmla="*/ 367211 h 6858000"/>
              <a:gd name="connsiteX174" fmla="*/ 124571 w 1605470"/>
              <a:gd name="connsiteY174" fmla="*/ 302178 h 6858000"/>
              <a:gd name="connsiteX175" fmla="*/ 103243 w 1605470"/>
              <a:gd name="connsiteY175" fmla="*/ 211375 h 6858000"/>
              <a:gd name="connsiteX176" fmla="*/ 94571 w 1605470"/>
              <a:gd name="connsiteY176" fmla="*/ 184179 h 6858000"/>
              <a:gd name="connsiteX177" fmla="*/ 13437 w 1605470"/>
              <a:gd name="connsiteY177" fmla="*/ 19287 h 6858000"/>
              <a:gd name="connsiteX178" fmla="*/ 0 w 1605470"/>
              <a:gd name="connsiteY178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89472 w 1605470"/>
              <a:gd name="connsiteY35" fmla="*/ 5732419 h 6858000"/>
              <a:gd name="connsiteX36" fmla="*/ 512623 w 1605470"/>
              <a:gd name="connsiteY36" fmla="*/ 5685392 h 6858000"/>
              <a:gd name="connsiteX37" fmla="*/ 510261 w 1605470"/>
              <a:gd name="connsiteY37" fmla="*/ 5634527 h 6858000"/>
              <a:gd name="connsiteX38" fmla="*/ 523992 w 1605470"/>
              <a:gd name="connsiteY38" fmla="*/ 5619557 h 6858000"/>
              <a:gd name="connsiteX39" fmla="*/ 526609 w 1605470"/>
              <a:gd name="connsiteY39" fmla="*/ 5617081 h 6858000"/>
              <a:gd name="connsiteX40" fmla="*/ 531653 w 1605470"/>
              <a:gd name="connsiteY40" fmla="*/ 5604904 h 6858000"/>
              <a:gd name="connsiteX41" fmla="*/ 539863 w 1605470"/>
              <a:gd name="connsiteY41" fmla="*/ 5604298 h 6858000"/>
              <a:gd name="connsiteX42" fmla="*/ 552319 w 1605470"/>
              <a:gd name="connsiteY42" fmla="*/ 5587997 h 6858000"/>
              <a:gd name="connsiteX43" fmla="*/ 559710 w 1605470"/>
              <a:gd name="connsiteY43" fmla="*/ 5564796 h 6858000"/>
              <a:gd name="connsiteX44" fmla="*/ 587214 w 1605470"/>
              <a:gd name="connsiteY44" fmla="*/ 5451511 h 6858000"/>
              <a:gd name="connsiteX45" fmla="*/ 608019 w 1605470"/>
              <a:gd name="connsiteY45" fmla="*/ 5385461 h 6858000"/>
              <a:gd name="connsiteX46" fmla="*/ 622750 w 1605470"/>
              <a:gd name="connsiteY46" fmla="*/ 5363084 h 6858000"/>
              <a:gd name="connsiteX47" fmla="*/ 638731 w 1605470"/>
              <a:gd name="connsiteY47" fmla="*/ 5330009 h 6858000"/>
              <a:gd name="connsiteX48" fmla="*/ 672224 w 1605470"/>
              <a:gd name="connsiteY48" fmla="*/ 5273739 h 6858000"/>
              <a:gd name="connsiteX49" fmla="*/ 681823 w 1605470"/>
              <a:gd name="connsiteY49" fmla="*/ 5241779 h 6858000"/>
              <a:gd name="connsiteX50" fmla="*/ 693049 w 1605470"/>
              <a:gd name="connsiteY50" fmla="*/ 5225268 h 6858000"/>
              <a:gd name="connsiteX51" fmla="*/ 694069 w 1605470"/>
              <a:gd name="connsiteY51" fmla="*/ 5217684 h 6858000"/>
              <a:gd name="connsiteX52" fmla="*/ 701410 w 1605470"/>
              <a:gd name="connsiteY52" fmla="*/ 5193377 h 6858000"/>
              <a:gd name="connsiteX53" fmla="*/ 704713 w 1605470"/>
              <a:gd name="connsiteY53" fmla="*/ 5179288 h 6858000"/>
              <a:gd name="connsiteX54" fmla="*/ 705697 w 1605470"/>
              <a:gd name="connsiteY54" fmla="*/ 5173621 h 6858000"/>
              <a:gd name="connsiteX55" fmla="*/ 701331 w 1605470"/>
              <a:gd name="connsiteY55" fmla="*/ 5159961 h 6858000"/>
              <a:gd name="connsiteX56" fmla="*/ 708008 w 1605470"/>
              <a:gd name="connsiteY56" fmla="*/ 5144295 h 6858000"/>
              <a:gd name="connsiteX57" fmla="*/ 704941 w 1605470"/>
              <a:gd name="connsiteY57" fmla="*/ 5125185 h 6858000"/>
              <a:gd name="connsiteX58" fmla="*/ 711771 w 1605470"/>
              <a:gd name="connsiteY58" fmla="*/ 5121884 h 6858000"/>
              <a:gd name="connsiteX59" fmla="*/ 721092 w 1605470"/>
              <a:gd name="connsiteY59" fmla="*/ 5108383 h 6858000"/>
              <a:gd name="connsiteX60" fmla="*/ 717045 w 1605470"/>
              <a:gd name="connsiteY60" fmla="*/ 5094705 h 6858000"/>
              <a:gd name="connsiteX61" fmla="*/ 718807 w 1605470"/>
              <a:gd name="connsiteY61" fmla="*/ 5067850 h 6858000"/>
              <a:gd name="connsiteX62" fmla="*/ 721538 w 1605470"/>
              <a:gd name="connsiteY62" fmla="*/ 5060861 h 6858000"/>
              <a:gd name="connsiteX63" fmla="*/ 718242 w 1605470"/>
              <a:gd name="connsiteY63" fmla="*/ 5034192 h 6858000"/>
              <a:gd name="connsiteX64" fmla="*/ 719796 w 1605470"/>
              <a:gd name="connsiteY64" fmla="*/ 4993030 h 6858000"/>
              <a:gd name="connsiteX65" fmla="*/ 726705 w 1605470"/>
              <a:gd name="connsiteY65" fmla="*/ 4946844 h 6858000"/>
              <a:gd name="connsiteX66" fmla="*/ 722561 w 1605470"/>
              <a:gd name="connsiteY66" fmla="*/ 4932692 h 6858000"/>
              <a:gd name="connsiteX67" fmla="*/ 724935 w 1605470"/>
              <a:gd name="connsiteY67" fmla="*/ 4821504 h 6858000"/>
              <a:gd name="connsiteX68" fmla="*/ 732118 w 1605470"/>
              <a:gd name="connsiteY68" fmla="*/ 4801535 h 6858000"/>
              <a:gd name="connsiteX69" fmla="*/ 739787 w 1605470"/>
              <a:gd name="connsiteY69" fmla="*/ 4797794 h 6858000"/>
              <a:gd name="connsiteX70" fmla="*/ 741081 w 1605470"/>
              <a:gd name="connsiteY70" fmla="*/ 4784526 h 6858000"/>
              <a:gd name="connsiteX71" fmla="*/ 742865 w 1605470"/>
              <a:gd name="connsiteY71" fmla="*/ 4781211 h 6858000"/>
              <a:gd name="connsiteX72" fmla="*/ 751652 w 1605470"/>
              <a:gd name="connsiteY72" fmla="*/ 4761984 h 6858000"/>
              <a:gd name="connsiteX73" fmla="*/ 747700 w 1605470"/>
              <a:gd name="connsiteY73" fmla="*/ 4690749 h 6858000"/>
              <a:gd name="connsiteX74" fmla="*/ 743180 w 1605470"/>
              <a:gd name="connsiteY74" fmla="*/ 4613201 h 6858000"/>
              <a:gd name="connsiteX75" fmla="*/ 738263 w 1605470"/>
              <a:gd name="connsiteY75" fmla="*/ 4444346 h 6858000"/>
              <a:gd name="connsiteX76" fmla="*/ 756542 w 1605470"/>
              <a:gd name="connsiteY76" fmla="*/ 4350346 h 6858000"/>
              <a:gd name="connsiteX77" fmla="*/ 715481 w 1605470"/>
              <a:gd name="connsiteY77" fmla="*/ 4214165 h 6858000"/>
              <a:gd name="connsiteX78" fmla="*/ 719554 w 1605470"/>
              <a:gd name="connsiteY78" fmla="*/ 4090296 h 6858000"/>
              <a:gd name="connsiteX79" fmla="*/ 704810 w 1605470"/>
              <a:gd name="connsiteY79" fmla="*/ 4033999 h 6858000"/>
              <a:gd name="connsiteX80" fmla="*/ 705959 w 1605470"/>
              <a:gd name="connsiteY80" fmla="*/ 4031933 h 6858000"/>
              <a:gd name="connsiteX81" fmla="*/ 704535 w 1605470"/>
              <a:gd name="connsiteY81" fmla="*/ 4013953 h 6858000"/>
              <a:gd name="connsiteX82" fmla="*/ 700443 w 1605470"/>
              <a:gd name="connsiteY82" fmla="*/ 4010511 h 6858000"/>
              <a:gd name="connsiteX83" fmla="*/ 698282 w 1605470"/>
              <a:gd name="connsiteY83" fmla="*/ 3998331 h 6858000"/>
              <a:gd name="connsiteX84" fmla="*/ 690830 w 1605470"/>
              <a:gd name="connsiteY84" fmla="*/ 3974753 h 6858000"/>
              <a:gd name="connsiteX85" fmla="*/ 692428 w 1605470"/>
              <a:gd name="connsiteY85" fmla="*/ 3969950 h 6858000"/>
              <a:gd name="connsiteX86" fmla="*/ 685850 w 1605470"/>
              <a:gd name="connsiteY86" fmla="*/ 3933779 h 6858000"/>
              <a:gd name="connsiteX87" fmla="*/ 687181 w 1605470"/>
              <a:gd name="connsiteY87" fmla="*/ 3933093 h 6858000"/>
              <a:gd name="connsiteX88" fmla="*/ 691535 w 1605470"/>
              <a:gd name="connsiteY88" fmla="*/ 3922082 h 6858000"/>
              <a:gd name="connsiteX89" fmla="*/ 696613 w 1605470"/>
              <a:gd name="connsiteY89" fmla="*/ 3901461 h 6858000"/>
              <a:gd name="connsiteX90" fmla="*/ 719207 w 1605470"/>
              <a:gd name="connsiteY90" fmla="*/ 3813873 h 6858000"/>
              <a:gd name="connsiteX91" fmla="*/ 718632 w 1605470"/>
              <a:gd name="connsiteY91" fmla="*/ 3806161 h 6858000"/>
              <a:gd name="connsiteX92" fmla="*/ 718939 w 1605470"/>
              <a:gd name="connsiteY92" fmla="*/ 3805957 h 6858000"/>
              <a:gd name="connsiteX93" fmla="*/ 718966 w 1605470"/>
              <a:gd name="connsiteY93" fmla="*/ 3797724 h 6858000"/>
              <a:gd name="connsiteX94" fmla="*/ 717581 w 1605470"/>
              <a:gd name="connsiteY94" fmla="*/ 3792098 h 6858000"/>
              <a:gd name="connsiteX95" fmla="*/ 716465 w 1605470"/>
              <a:gd name="connsiteY95" fmla="*/ 3777135 h 6858000"/>
              <a:gd name="connsiteX96" fmla="*/ 718198 w 1605470"/>
              <a:gd name="connsiteY96" fmla="*/ 3771656 h 6858000"/>
              <a:gd name="connsiteX97" fmla="*/ 721941 w 1605470"/>
              <a:gd name="connsiteY97" fmla="*/ 3769007 h 6858000"/>
              <a:gd name="connsiteX98" fmla="*/ 721407 w 1605470"/>
              <a:gd name="connsiteY98" fmla="*/ 3767709 h 6858000"/>
              <a:gd name="connsiteX99" fmla="*/ 730103 w 1605470"/>
              <a:gd name="connsiteY99" fmla="*/ 3738082 h 6858000"/>
              <a:gd name="connsiteX100" fmla="*/ 737449 w 1605470"/>
              <a:gd name="connsiteY100" fmla="*/ 3673397 h 6858000"/>
              <a:gd name="connsiteX101" fmla="*/ 736745 w 1605470"/>
              <a:gd name="connsiteY101" fmla="*/ 3637109 h 6858000"/>
              <a:gd name="connsiteX102" fmla="*/ 740188 w 1605470"/>
              <a:gd name="connsiteY102" fmla="*/ 3536883 h 6858000"/>
              <a:gd name="connsiteX103" fmla="*/ 747726 w 1605470"/>
              <a:gd name="connsiteY103" fmla="*/ 3435652 h 6858000"/>
              <a:gd name="connsiteX104" fmla="*/ 774383 w 1605470"/>
              <a:gd name="connsiteY104" fmla="*/ 3381564 h 6858000"/>
              <a:gd name="connsiteX105" fmla="*/ 774870 w 1605470"/>
              <a:gd name="connsiteY105" fmla="*/ 3375761 h 6858000"/>
              <a:gd name="connsiteX106" fmla="*/ 770510 w 1605470"/>
              <a:gd name="connsiteY106" fmla="*/ 3361844 h 6858000"/>
              <a:gd name="connsiteX107" fmla="*/ 767933 w 1605470"/>
              <a:gd name="connsiteY107" fmla="*/ 3356929 h 6858000"/>
              <a:gd name="connsiteX108" fmla="*/ 766158 w 1605470"/>
              <a:gd name="connsiteY108" fmla="*/ 3349058 h 6858000"/>
              <a:gd name="connsiteX109" fmla="*/ 766414 w 1605470"/>
              <a:gd name="connsiteY109" fmla="*/ 3348763 h 6858000"/>
              <a:gd name="connsiteX110" fmla="*/ 764166 w 1605470"/>
              <a:gd name="connsiteY110" fmla="*/ 3341588 h 6858000"/>
              <a:gd name="connsiteX111" fmla="*/ 749397 w 1605470"/>
              <a:gd name="connsiteY111" fmla="*/ 3307769 h 6858000"/>
              <a:gd name="connsiteX112" fmla="*/ 766960 w 1605470"/>
              <a:gd name="connsiteY112" fmla="*/ 3250522 h 6858000"/>
              <a:gd name="connsiteX113" fmla="*/ 767385 w 1605470"/>
              <a:gd name="connsiteY113" fmla="*/ 3229163 h 6858000"/>
              <a:gd name="connsiteX114" fmla="*/ 769208 w 1605470"/>
              <a:gd name="connsiteY114" fmla="*/ 3217217 h 6858000"/>
              <a:gd name="connsiteX115" fmla="*/ 770350 w 1605470"/>
              <a:gd name="connsiteY115" fmla="*/ 3216125 h 6858000"/>
              <a:gd name="connsiteX116" fmla="*/ 756043 w 1605470"/>
              <a:gd name="connsiteY116" fmla="*/ 3183755 h 6858000"/>
              <a:gd name="connsiteX117" fmla="*/ 756544 w 1605470"/>
              <a:gd name="connsiteY117" fmla="*/ 3178642 h 6858000"/>
              <a:gd name="connsiteX118" fmla="*/ 744144 w 1605470"/>
              <a:gd name="connsiteY118" fmla="*/ 3158586 h 6858000"/>
              <a:gd name="connsiteX119" fmla="*/ 739378 w 1605470"/>
              <a:gd name="connsiteY119" fmla="*/ 3147669 h 6858000"/>
              <a:gd name="connsiteX120" fmla="*/ 734648 w 1605470"/>
              <a:gd name="connsiteY120" fmla="*/ 3145733 h 6858000"/>
              <a:gd name="connsiteX121" fmla="*/ 729329 w 1605470"/>
              <a:gd name="connsiteY121" fmla="*/ 3129034 h 6858000"/>
              <a:gd name="connsiteX122" fmla="*/ 729994 w 1605470"/>
              <a:gd name="connsiteY122" fmla="*/ 3126682 h 6858000"/>
              <a:gd name="connsiteX123" fmla="*/ 720862 w 1605470"/>
              <a:gd name="connsiteY123" fmla="*/ 3114519 h 6858000"/>
              <a:gd name="connsiteX124" fmla="*/ 707471 w 1605470"/>
              <a:gd name="connsiteY124" fmla="*/ 3106272 h 6858000"/>
              <a:gd name="connsiteX125" fmla="*/ 680201 w 1605470"/>
              <a:gd name="connsiteY125" fmla="*/ 2958185 h 6858000"/>
              <a:gd name="connsiteX126" fmla="*/ 622815 w 1605470"/>
              <a:gd name="connsiteY126" fmla="*/ 2762989 h 6858000"/>
              <a:gd name="connsiteX127" fmla="*/ 571733 w 1605470"/>
              <a:gd name="connsiteY127" fmla="*/ 2554718 h 6858000"/>
              <a:gd name="connsiteX128" fmla="*/ 551827 w 1605470"/>
              <a:gd name="connsiteY128" fmla="*/ 2485734 h 6858000"/>
              <a:gd name="connsiteX129" fmla="*/ 542550 w 1605470"/>
              <a:gd name="connsiteY129" fmla="*/ 2447068 h 6858000"/>
              <a:gd name="connsiteX130" fmla="*/ 529511 w 1605470"/>
              <a:gd name="connsiteY130" fmla="*/ 2425819 h 6858000"/>
              <a:gd name="connsiteX131" fmla="*/ 528878 w 1605470"/>
              <a:gd name="connsiteY131" fmla="*/ 2408971 h 6858000"/>
              <a:gd name="connsiteX132" fmla="*/ 535510 w 1605470"/>
              <a:gd name="connsiteY132" fmla="*/ 2402874 h 6858000"/>
              <a:gd name="connsiteX133" fmla="*/ 538122 w 1605470"/>
              <a:gd name="connsiteY133" fmla="*/ 2381443 h 6858000"/>
              <a:gd name="connsiteX134" fmla="*/ 514451 w 1605470"/>
              <a:gd name="connsiteY134" fmla="*/ 2261920 h 6858000"/>
              <a:gd name="connsiteX135" fmla="*/ 486968 w 1605470"/>
              <a:gd name="connsiteY135" fmla="*/ 2182937 h 6858000"/>
              <a:gd name="connsiteX136" fmla="*/ 488555 w 1605470"/>
              <a:gd name="connsiteY136" fmla="*/ 2155135 h 6858000"/>
              <a:gd name="connsiteX137" fmla="*/ 486013 w 1605470"/>
              <a:gd name="connsiteY137" fmla="*/ 2118008 h 6858000"/>
              <a:gd name="connsiteX138" fmla="*/ 487006 w 1605470"/>
              <a:gd name="connsiteY138" fmla="*/ 2050531 h 6858000"/>
              <a:gd name="connsiteX139" fmla="*/ 478812 w 1605470"/>
              <a:gd name="connsiteY139" fmla="*/ 1963269 h 6858000"/>
              <a:gd name="connsiteX140" fmla="*/ 442619 w 1605470"/>
              <a:gd name="connsiteY140" fmla="*/ 1910499 h 6858000"/>
              <a:gd name="connsiteX141" fmla="*/ 446785 w 1605470"/>
              <a:gd name="connsiteY141" fmla="*/ 1903212 h 6858000"/>
              <a:gd name="connsiteX142" fmla="*/ 436547 w 1605470"/>
              <a:gd name="connsiteY142" fmla="*/ 1861531 h 6858000"/>
              <a:gd name="connsiteX143" fmla="*/ 390346 w 1605470"/>
              <a:gd name="connsiteY143" fmla="*/ 1732919 h 6858000"/>
              <a:gd name="connsiteX144" fmla="*/ 362657 w 1605470"/>
              <a:gd name="connsiteY144" fmla="*/ 1663540 h 6858000"/>
              <a:gd name="connsiteX145" fmla="*/ 361783 w 1605470"/>
              <a:gd name="connsiteY145" fmla="*/ 1615777 h 6858000"/>
              <a:gd name="connsiteX146" fmla="*/ 342578 w 1605470"/>
              <a:gd name="connsiteY146" fmla="*/ 1563678 h 6858000"/>
              <a:gd name="connsiteX147" fmla="*/ 355658 w 1605470"/>
              <a:gd name="connsiteY147" fmla="*/ 1519474 h 6858000"/>
              <a:gd name="connsiteX148" fmla="*/ 348400 w 1605470"/>
              <a:gd name="connsiteY148" fmla="*/ 1477995 h 6858000"/>
              <a:gd name="connsiteX149" fmla="*/ 334485 w 1605470"/>
              <a:gd name="connsiteY149" fmla="*/ 1373769 h 6858000"/>
              <a:gd name="connsiteX150" fmla="*/ 342792 w 1605470"/>
              <a:gd name="connsiteY150" fmla="*/ 1307086 h 6858000"/>
              <a:gd name="connsiteX151" fmla="*/ 343980 w 1605470"/>
              <a:gd name="connsiteY151" fmla="*/ 1189033 h 6858000"/>
              <a:gd name="connsiteX152" fmla="*/ 348665 w 1605470"/>
              <a:gd name="connsiteY152" fmla="*/ 1168288 h 6858000"/>
              <a:gd name="connsiteX153" fmla="*/ 340947 w 1605470"/>
              <a:gd name="connsiteY153" fmla="*/ 1142577 h 6858000"/>
              <a:gd name="connsiteX154" fmla="*/ 330253 w 1605470"/>
              <a:gd name="connsiteY154" fmla="*/ 1088484 h 6858000"/>
              <a:gd name="connsiteX155" fmla="*/ 318989 w 1605470"/>
              <a:gd name="connsiteY155" fmla="*/ 1016103 h 6858000"/>
              <a:gd name="connsiteX156" fmla="*/ 320445 w 1605470"/>
              <a:gd name="connsiteY156" fmla="*/ 932283 h 6858000"/>
              <a:gd name="connsiteX157" fmla="*/ 322681 w 1605470"/>
              <a:gd name="connsiteY157" fmla="*/ 915925 h 6858000"/>
              <a:gd name="connsiteX158" fmla="*/ 315310 w 1605470"/>
              <a:gd name="connsiteY158" fmla="*/ 896999 h 6858000"/>
              <a:gd name="connsiteX159" fmla="*/ 284718 w 1605470"/>
              <a:gd name="connsiteY159" fmla="*/ 821517 h 6858000"/>
              <a:gd name="connsiteX160" fmla="*/ 263668 w 1605470"/>
              <a:gd name="connsiteY160" fmla="*/ 751353 h 6858000"/>
              <a:gd name="connsiteX161" fmla="*/ 263226 w 1605470"/>
              <a:gd name="connsiteY161" fmla="*/ 721230 h 6858000"/>
              <a:gd name="connsiteX162" fmla="*/ 248897 w 1605470"/>
              <a:gd name="connsiteY162" fmla="*/ 681659 h 6858000"/>
              <a:gd name="connsiteX163" fmla="*/ 234316 w 1605470"/>
              <a:gd name="connsiteY163" fmla="*/ 635218 h 6858000"/>
              <a:gd name="connsiteX164" fmla="*/ 239327 w 1605470"/>
              <a:gd name="connsiteY164" fmla="*/ 613763 h 6858000"/>
              <a:gd name="connsiteX165" fmla="*/ 225269 w 1605470"/>
              <a:gd name="connsiteY165" fmla="*/ 598582 h 6858000"/>
              <a:gd name="connsiteX166" fmla="*/ 224950 w 1605470"/>
              <a:gd name="connsiteY166" fmla="*/ 576846 h 6858000"/>
              <a:gd name="connsiteX167" fmla="*/ 204576 w 1605470"/>
              <a:gd name="connsiteY167" fmla="*/ 530055 h 6858000"/>
              <a:gd name="connsiteX168" fmla="*/ 219064 w 1605470"/>
              <a:gd name="connsiteY168" fmla="*/ 469651 h 6858000"/>
              <a:gd name="connsiteX169" fmla="*/ 195012 w 1605470"/>
              <a:gd name="connsiteY169" fmla="*/ 448559 h 6858000"/>
              <a:gd name="connsiteX170" fmla="*/ 201434 w 1605470"/>
              <a:gd name="connsiteY170" fmla="*/ 441529 h 6858000"/>
              <a:gd name="connsiteX171" fmla="*/ 200655 w 1605470"/>
              <a:gd name="connsiteY171" fmla="*/ 428927 h 6858000"/>
              <a:gd name="connsiteX172" fmla="*/ 190059 w 1605470"/>
              <a:gd name="connsiteY172" fmla="*/ 430161 h 6858000"/>
              <a:gd name="connsiteX173" fmla="*/ 167079 w 1605470"/>
              <a:gd name="connsiteY173" fmla="*/ 367211 h 6858000"/>
              <a:gd name="connsiteX174" fmla="*/ 124571 w 1605470"/>
              <a:gd name="connsiteY174" fmla="*/ 302178 h 6858000"/>
              <a:gd name="connsiteX175" fmla="*/ 103243 w 1605470"/>
              <a:gd name="connsiteY175" fmla="*/ 211375 h 6858000"/>
              <a:gd name="connsiteX176" fmla="*/ 94571 w 1605470"/>
              <a:gd name="connsiteY176" fmla="*/ 184179 h 6858000"/>
              <a:gd name="connsiteX177" fmla="*/ 13437 w 1605470"/>
              <a:gd name="connsiteY177" fmla="*/ 19287 h 6858000"/>
              <a:gd name="connsiteX178" fmla="*/ 0 w 1605470"/>
              <a:gd name="connsiteY178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12623 w 1605470"/>
              <a:gd name="connsiteY36" fmla="*/ 5685392 h 6858000"/>
              <a:gd name="connsiteX37" fmla="*/ 510261 w 1605470"/>
              <a:gd name="connsiteY37" fmla="*/ 5634527 h 6858000"/>
              <a:gd name="connsiteX38" fmla="*/ 523992 w 1605470"/>
              <a:gd name="connsiteY38" fmla="*/ 5619557 h 6858000"/>
              <a:gd name="connsiteX39" fmla="*/ 526609 w 1605470"/>
              <a:gd name="connsiteY39" fmla="*/ 5617081 h 6858000"/>
              <a:gd name="connsiteX40" fmla="*/ 531653 w 1605470"/>
              <a:gd name="connsiteY40" fmla="*/ 5604904 h 6858000"/>
              <a:gd name="connsiteX41" fmla="*/ 539863 w 1605470"/>
              <a:gd name="connsiteY41" fmla="*/ 5604298 h 6858000"/>
              <a:gd name="connsiteX42" fmla="*/ 552319 w 1605470"/>
              <a:gd name="connsiteY42" fmla="*/ 5587997 h 6858000"/>
              <a:gd name="connsiteX43" fmla="*/ 559710 w 1605470"/>
              <a:gd name="connsiteY43" fmla="*/ 5564796 h 6858000"/>
              <a:gd name="connsiteX44" fmla="*/ 587214 w 1605470"/>
              <a:gd name="connsiteY44" fmla="*/ 5451511 h 6858000"/>
              <a:gd name="connsiteX45" fmla="*/ 608019 w 1605470"/>
              <a:gd name="connsiteY45" fmla="*/ 5385461 h 6858000"/>
              <a:gd name="connsiteX46" fmla="*/ 622750 w 1605470"/>
              <a:gd name="connsiteY46" fmla="*/ 5363084 h 6858000"/>
              <a:gd name="connsiteX47" fmla="*/ 638731 w 1605470"/>
              <a:gd name="connsiteY47" fmla="*/ 5330009 h 6858000"/>
              <a:gd name="connsiteX48" fmla="*/ 672224 w 1605470"/>
              <a:gd name="connsiteY48" fmla="*/ 5273739 h 6858000"/>
              <a:gd name="connsiteX49" fmla="*/ 681823 w 1605470"/>
              <a:gd name="connsiteY49" fmla="*/ 5241779 h 6858000"/>
              <a:gd name="connsiteX50" fmla="*/ 693049 w 1605470"/>
              <a:gd name="connsiteY50" fmla="*/ 5225268 h 6858000"/>
              <a:gd name="connsiteX51" fmla="*/ 694069 w 1605470"/>
              <a:gd name="connsiteY51" fmla="*/ 5217684 h 6858000"/>
              <a:gd name="connsiteX52" fmla="*/ 701410 w 1605470"/>
              <a:gd name="connsiteY52" fmla="*/ 5193377 h 6858000"/>
              <a:gd name="connsiteX53" fmla="*/ 704713 w 1605470"/>
              <a:gd name="connsiteY53" fmla="*/ 5179288 h 6858000"/>
              <a:gd name="connsiteX54" fmla="*/ 705697 w 1605470"/>
              <a:gd name="connsiteY54" fmla="*/ 5173621 h 6858000"/>
              <a:gd name="connsiteX55" fmla="*/ 701331 w 1605470"/>
              <a:gd name="connsiteY55" fmla="*/ 5159961 h 6858000"/>
              <a:gd name="connsiteX56" fmla="*/ 708008 w 1605470"/>
              <a:gd name="connsiteY56" fmla="*/ 5144295 h 6858000"/>
              <a:gd name="connsiteX57" fmla="*/ 704941 w 1605470"/>
              <a:gd name="connsiteY57" fmla="*/ 5125185 h 6858000"/>
              <a:gd name="connsiteX58" fmla="*/ 711771 w 1605470"/>
              <a:gd name="connsiteY58" fmla="*/ 5121884 h 6858000"/>
              <a:gd name="connsiteX59" fmla="*/ 721092 w 1605470"/>
              <a:gd name="connsiteY59" fmla="*/ 5108383 h 6858000"/>
              <a:gd name="connsiteX60" fmla="*/ 717045 w 1605470"/>
              <a:gd name="connsiteY60" fmla="*/ 5094705 h 6858000"/>
              <a:gd name="connsiteX61" fmla="*/ 718807 w 1605470"/>
              <a:gd name="connsiteY61" fmla="*/ 5067850 h 6858000"/>
              <a:gd name="connsiteX62" fmla="*/ 721538 w 1605470"/>
              <a:gd name="connsiteY62" fmla="*/ 5060861 h 6858000"/>
              <a:gd name="connsiteX63" fmla="*/ 718242 w 1605470"/>
              <a:gd name="connsiteY63" fmla="*/ 5034192 h 6858000"/>
              <a:gd name="connsiteX64" fmla="*/ 719796 w 1605470"/>
              <a:gd name="connsiteY64" fmla="*/ 4993030 h 6858000"/>
              <a:gd name="connsiteX65" fmla="*/ 726705 w 1605470"/>
              <a:gd name="connsiteY65" fmla="*/ 4946844 h 6858000"/>
              <a:gd name="connsiteX66" fmla="*/ 722561 w 1605470"/>
              <a:gd name="connsiteY66" fmla="*/ 4932692 h 6858000"/>
              <a:gd name="connsiteX67" fmla="*/ 724935 w 1605470"/>
              <a:gd name="connsiteY67" fmla="*/ 4821504 h 6858000"/>
              <a:gd name="connsiteX68" fmla="*/ 732118 w 1605470"/>
              <a:gd name="connsiteY68" fmla="*/ 4801535 h 6858000"/>
              <a:gd name="connsiteX69" fmla="*/ 739787 w 1605470"/>
              <a:gd name="connsiteY69" fmla="*/ 4797794 h 6858000"/>
              <a:gd name="connsiteX70" fmla="*/ 741081 w 1605470"/>
              <a:gd name="connsiteY70" fmla="*/ 4784526 h 6858000"/>
              <a:gd name="connsiteX71" fmla="*/ 742865 w 1605470"/>
              <a:gd name="connsiteY71" fmla="*/ 4781211 h 6858000"/>
              <a:gd name="connsiteX72" fmla="*/ 751652 w 1605470"/>
              <a:gd name="connsiteY72" fmla="*/ 4761984 h 6858000"/>
              <a:gd name="connsiteX73" fmla="*/ 747700 w 1605470"/>
              <a:gd name="connsiteY73" fmla="*/ 4690749 h 6858000"/>
              <a:gd name="connsiteX74" fmla="*/ 743180 w 1605470"/>
              <a:gd name="connsiteY74" fmla="*/ 4613201 h 6858000"/>
              <a:gd name="connsiteX75" fmla="*/ 738263 w 1605470"/>
              <a:gd name="connsiteY75" fmla="*/ 4444346 h 6858000"/>
              <a:gd name="connsiteX76" fmla="*/ 756542 w 1605470"/>
              <a:gd name="connsiteY76" fmla="*/ 4350346 h 6858000"/>
              <a:gd name="connsiteX77" fmla="*/ 715481 w 1605470"/>
              <a:gd name="connsiteY77" fmla="*/ 4214165 h 6858000"/>
              <a:gd name="connsiteX78" fmla="*/ 719554 w 1605470"/>
              <a:gd name="connsiteY78" fmla="*/ 4090296 h 6858000"/>
              <a:gd name="connsiteX79" fmla="*/ 704810 w 1605470"/>
              <a:gd name="connsiteY79" fmla="*/ 4033999 h 6858000"/>
              <a:gd name="connsiteX80" fmla="*/ 705959 w 1605470"/>
              <a:gd name="connsiteY80" fmla="*/ 4031933 h 6858000"/>
              <a:gd name="connsiteX81" fmla="*/ 704535 w 1605470"/>
              <a:gd name="connsiteY81" fmla="*/ 4013953 h 6858000"/>
              <a:gd name="connsiteX82" fmla="*/ 700443 w 1605470"/>
              <a:gd name="connsiteY82" fmla="*/ 4010511 h 6858000"/>
              <a:gd name="connsiteX83" fmla="*/ 698282 w 1605470"/>
              <a:gd name="connsiteY83" fmla="*/ 3998331 h 6858000"/>
              <a:gd name="connsiteX84" fmla="*/ 690830 w 1605470"/>
              <a:gd name="connsiteY84" fmla="*/ 3974753 h 6858000"/>
              <a:gd name="connsiteX85" fmla="*/ 692428 w 1605470"/>
              <a:gd name="connsiteY85" fmla="*/ 3969950 h 6858000"/>
              <a:gd name="connsiteX86" fmla="*/ 685850 w 1605470"/>
              <a:gd name="connsiteY86" fmla="*/ 3933779 h 6858000"/>
              <a:gd name="connsiteX87" fmla="*/ 687181 w 1605470"/>
              <a:gd name="connsiteY87" fmla="*/ 3933093 h 6858000"/>
              <a:gd name="connsiteX88" fmla="*/ 691535 w 1605470"/>
              <a:gd name="connsiteY88" fmla="*/ 3922082 h 6858000"/>
              <a:gd name="connsiteX89" fmla="*/ 696613 w 1605470"/>
              <a:gd name="connsiteY89" fmla="*/ 3901461 h 6858000"/>
              <a:gd name="connsiteX90" fmla="*/ 719207 w 1605470"/>
              <a:gd name="connsiteY90" fmla="*/ 3813873 h 6858000"/>
              <a:gd name="connsiteX91" fmla="*/ 718632 w 1605470"/>
              <a:gd name="connsiteY91" fmla="*/ 3806161 h 6858000"/>
              <a:gd name="connsiteX92" fmla="*/ 718939 w 1605470"/>
              <a:gd name="connsiteY92" fmla="*/ 3805957 h 6858000"/>
              <a:gd name="connsiteX93" fmla="*/ 718966 w 1605470"/>
              <a:gd name="connsiteY93" fmla="*/ 3797724 h 6858000"/>
              <a:gd name="connsiteX94" fmla="*/ 717581 w 1605470"/>
              <a:gd name="connsiteY94" fmla="*/ 3792098 h 6858000"/>
              <a:gd name="connsiteX95" fmla="*/ 716465 w 1605470"/>
              <a:gd name="connsiteY95" fmla="*/ 3777135 h 6858000"/>
              <a:gd name="connsiteX96" fmla="*/ 718198 w 1605470"/>
              <a:gd name="connsiteY96" fmla="*/ 3771656 h 6858000"/>
              <a:gd name="connsiteX97" fmla="*/ 721941 w 1605470"/>
              <a:gd name="connsiteY97" fmla="*/ 3769007 h 6858000"/>
              <a:gd name="connsiteX98" fmla="*/ 721407 w 1605470"/>
              <a:gd name="connsiteY98" fmla="*/ 3767709 h 6858000"/>
              <a:gd name="connsiteX99" fmla="*/ 730103 w 1605470"/>
              <a:gd name="connsiteY99" fmla="*/ 3738082 h 6858000"/>
              <a:gd name="connsiteX100" fmla="*/ 737449 w 1605470"/>
              <a:gd name="connsiteY100" fmla="*/ 3673397 h 6858000"/>
              <a:gd name="connsiteX101" fmla="*/ 736745 w 1605470"/>
              <a:gd name="connsiteY101" fmla="*/ 3637109 h 6858000"/>
              <a:gd name="connsiteX102" fmla="*/ 740188 w 1605470"/>
              <a:gd name="connsiteY102" fmla="*/ 3536883 h 6858000"/>
              <a:gd name="connsiteX103" fmla="*/ 747726 w 1605470"/>
              <a:gd name="connsiteY103" fmla="*/ 3435652 h 6858000"/>
              <a:gd name="connsiteX104" fmla="*/ 774383 w 1605470"/>
              <a:gd name="connsiteY104" fmla="*/ 3381564 h 6858000"/>
              <a:gd name="connsiteX105" fmla="*/ 774870 w 1605470"/>
              <a:gd name="connsiteY105" fmla="*/ 3375761 h 6858000"/>
              <a:gd name="connsiteX106" fmla="*/ 770510 w 1605470"/>
              <a:gd name="connsiteY106" fmla="*/ 3361844 h 6858000"/>
              <a:gd name="connsiteX107" fmla="*/ 767933 w 1605470"/>
              <a:gd name="connsiteY107" fmla="*/ 3356929 h 6858000"/>
              <a:gd name="connsiteX108" fmla="*/ 766158 w 1605470"/>
              <a:gd name="connsiteY108" fmla="*/ 3349058 h 6858000"/>
              <a:gd name="connsiteX109" fmla="*/ 766414 w 1605470"/>
              <a:gd name="connsiteY109" fmla="*/ 3348763 h 6858000"/>
              <a:gd name="connsiteX110" fmla="*/ 764166 w 1605470"/>
              <a:gd name="connsiteY110" fmla="*/ 3341588 h 6858000"/>
              <a:gd name="connsiteX111" fmla="*/ 749397 w 1605470"/>
              <a:gd name="connsiteY111" fmla="*/ 3307769 h 6858000"/>
              <a:gd name="connsiteX112" fmla="*/ 766960 w 1605470"/>
              <a:gd name="connsiteY112" fmla="*/ 3250522 h 6858000"/>
              <a:gd name="connsiteX113" fmla="*/ 767385 w 1605470"/>
              <a:gd name="connsiteY113" fmla="*/ 3229163 h 6858000"/>
              <a:gd name="connsiteX114" fmla="*/ 769208 w 1605470"/>
              <a:gd name="connsiteY114" fmla="*/ 3217217 h 6858000"/>
              <a:gd name="connsiteX115" fmla="*/ 770350 w 1605470"/>
              <a:gd name="connsiteY115" fmla="*/ 3216125 h 6858000"/>
              <a:gd name="connsiteX116" fmla="*/ 756043 w 1605470"/>
              <a:gd name="connsiteY116" fmla="*/ 3183755 h 6858000"/>
              <a:gd name="connsiteX117" fmla="*/ 756544 w 1605470"/>
              <a:gd name="connsiteY117" fmla="*/ 3178642 h 6858000"/>
              <a:gd name="connsiteX118" fmla="*/ 744144 w 1605470"/>
              <a:gd name="connsiteY118" fmla="*/ 3158586 h 6858000"/>
              <a:gd name="connsiteX119" fmla="*/ 739378 w 1605470"/>
              <a:gd name="connsiteY119" fmla="*/ 3147669 h 6858000"/>
              <a:gd name="connsiteX120" fmla="*/ 734648 w 1605470"/>
              <a:gd name="connsiteY120" fmla="*/ 3145733 h 6858000"/>
              <a:gd name="connsiteX121" fmla="*/ 729329 w 1605470"/>
              <a:gd name="connsiteY121" fmla="*/ 3129034 h 6858000"/>
              <a:gd name="connsiteX122" fmla="*/ 729994 w 1605470"/>
              <a:gd name="connsiteY122" fmla="*/ 3126682 h 6858000"/>
              <a:gd name="connsiteX123" fmla="*/ 720862 w 1605470"/>
              <a:gd name="connsiteY123" fmla="*/ 3114519 h 6858000"/>
              <a:gd name="connsiteX124" fmla="*/ 707471 w 1605470"/>
              <a:gd name="connsiteY124" fmla="*/ 3106272 h 6858000"/>
              <a:gd name="connsiteX125" fmla="*/ 680201 w 1605470"/>
              <a:gd name="connsiteY125" fmla="*/ 2958185 h 6858000"/>
              <a:gd name="connsiteX126" fmla="*/ 622815 w 1605470"/>
              <a:gd name="connsiteY126" fmla="*/ 2762989 h 6858000"/>
              <a:gd name="connsiteX127" fmla="*/ 571733 w 1605470"/>
              <a:gd name="connsiteY127" fmla="*/ 2554718 h 6858000"/>
              <a:gd name="connsiteX128" fmla="*/ 551827 w 1605470"/>
              <a:gd name="connsiteY128" fmla="*/ 2485734 h 6858000"/>
              <a:gd name="connsiteX129" fmla="*/ 542550 w 1605470"/>
              <a:gd name="connsiteY129" fmla="*/ 2447068 h 6858000"/>
              <a:gd name="connsiteX130" fmla="*/ 529511 w 1605470"/>
              <a:gd name="connsiteY130" fmla="*/ 2425819 h 6858000"/>
              <a:gd name="connsiteX131" fmla="*/ 528878 w 1605470"/>
              <a:gd name="connsiteY131" fmla="*/ 2408971 h 6858000"/>
              <a:gd name="connsiteX132" fmla="*/ 535510 w 1605470"/>
              <a:gd name="connsiteY132" fmla="*/ 2402874 h 6858000"/>
              <a:gd name="connsiteX133" fmla="*/ 538122 w 1605470"/>
              <a:gd name="connsiteY133" fmla="*/ 2381443 h 6858000"/>
              <a:gd name="connsiteX134" fmla="*/ 514451 w 1605470"/>
              <a:gd name="connsiteY134" fmla="*/ 2261920 h 6858000"/>
              <a:gd name="connsiteX135" fmla="*/ 486968 w 1605470"/>
              <a:gd name="connsiteY135" fmla="*/ 2182937 h 6858000"/>
              <a:gd name="connsiteX136" fmla="*/ 488555 w 1605470"/>
              <a:gd name="connsiteY136" fmla="*/ 2155135 h 6858000"/>
              <a:gd name="connsiteX137" fmla="*/ 486013 w 1605470"/>
              <a:gd name="connsiteY137" fmla="*/ 2118008 h 6858000"/>
              <a:gd name="connsiteX138" fmla="*/ 487006 w 1605470"/>
              <a:gd name="connsiteY138" fmla="*/ 2050531 h 6858000"/>
              <a:gd name="connsiteX139" fmla="*/ 478812 w 1605470"/>
              <a:gd name="connsiteY139" fmla="*/ 1963269 h 6858000"/>
              <a:gd name="connsiteX140" fmla="*/ 442619 w 1605470"/>
              <a:gd name="connsiteY140" fmla="*/ 1910499 h 6858000"/>
              <a:gd name="connsiteX141" fmla="*/ 446785 w 1605470"/>
              <a:gd name="connsiteY141" fmla="*/ 1903212 h 6858000"/>
              <a:gd name="connsiteX142" fmla="*/ 436547 w 1605470"/>
              <a:gd name="connsiteY142" fmla="*/ 1861531 h 6858000"/>
              <a:gd name="connsiteX143" fmla="*/ 390346 w 1605470"/>
              <a:gd name="connsiteY143" fmla="*/ 1732919 h 6858000"/>
              <a:gd name="connsiteX144" fmla="*/ 362657 w 1605470"/>
              <a:gd name="connsiteY144" fmla="*/ 1663540 h 6858000"/>
              <a:gd name="connsiteX145" fmla="*/ 361783 w 1605470"/>
              <a:gd name="connsiteY145" fmla="*/ 1615777 h 6858000"/>
              <a:gd name="connsiteX146" fmla="*/ 342578 w 1605470"/>
              <a:gd name="connsiteY146" fmla="*/ 1563678 h 6858000"/>
              <a:gd name="connsiteX147" fmla="*/ 355658 w 1605470"/>
              <a:gd name="connsiteY147" fmla="*/ 1519474 h 6858000"/>
              <a:gd name="connsiteX148" fmla="*/ 348400 w 1605470"/>
              <a:gd name="connsiteY148" fmla="*/ 1477995 h 6858000"/>
              <a:gd name="connsiteX149" fmla="*/ 334485 w 1605470"/>
              <a:gd name="connsiteY149" fmla="*/ 1373769 h 6858000"/>
              <a:gd name="connsiteX150" fmla="*/ 342792 w 1605470"/>
              <a:gd name="connsiteY150" fmla="*/ 1307086 h 6858000"/>
              <a:gd name="connsiteX151" fmla="*/ 343980 w 1605470"/>
              <a:gd name="connsiteY151" fmla="*/ 1189033 h 6858000"/>
              <a:gd name="connsiteX152" fmla="*/ 348665 w 1605470"/>
              <a:gd name="connsiteY152" fmla="*/ 1168288 h 6858000"/>
              <a:gd name="connsiteX153" fmla="*/ 340947 w 1605470"/>
              <a:gd name="connsiteY153" fmla="*/ 1142577 h 6858000"/>
              <a:gd name="connsiteX154" fmla="*/ 330253 w 1605470"/>
              <a:gd name="connsiteY154" fmla="*/ 1088484 h 6858000"/>
              <a:gd name="connsiteX155" fmla="*/ 318989 w 1605470"/>
              <a:gd name="connsiteY155" fmla="*/ 1016103 h 6858000"/>
              <a:gd name="connsiteX156" fmla="*/ 320445 w 1605470"/>
              <a:gd name="connsiteY156" fmla="*/ 932283 h 6858000"/>
              <a:gd name="connsiteX157" fmla="*/ 322681 w 1605470"/>
              <a:gd name="connsiteY157" fmla="*/ 915925 h 6858000"/>
              <a:gd name="connsiteX158" fmla="*/ 315310 w 1605470"/>
              <a:gd name="connsiteY158" fmla="*/ 896999 h 6858000"/>
              <a:gd name="connsiteX159" fmla="*/ 284718 w 1605470"/>
              <a:gd name="connsiteY159" fmla="*/ 821517 h 6858000"/>
              <a:gd name="connsiteX160" fmla="*/ 263668 w 1605470"/>
              <a:gd name="connsiteY160" fmla="*/ 751353 h 6858000"/>
              <a:gd name="connsiteX161" fmla="*/ 263226 w 1605470"/>
              <a:gd name="connsiteY161" fmla="*/ 721230 h 6858000"/>
              <a:gd name="connsiteX162" fmla="*/ 248897 w 1605470"/>
              <a:gd name="connsiteY162" fmla="*/ 681659 h 6858000"/>
              <a:gd name="connsiteX163" fmla="*/ 234316 w 1605470"/>
              <a:gd name="connsiteY163" fmla="*/ 635218 h 6858000"/>
              <a:gd name="connsiteX164" fmla="*/ 239327 w 1605470"/>
              <a:gd name="connsiteY164" fmla="*/ 613763 h 6858000"/>
              <a:gd name="connsiteX165" fmla="*/ 225269 w 1605470"/>
              <a:gd name="connsiteY165" fmla="*/ 598582 h 6858000"/>
              <a:gd name="connsiteX166" fmla="*/ 224950 w 1605470"/>
              <a:gd name="connsiteY166" fmla="*/ 576846 h 6858000"/>
              <a:gd name="connsiteX167" fmla="*/ 204576 w 1605470"/>
              <a:gd name="connsiteY167" fmla="*/ 530055 h 6858000"/>
              <a:gd name="connsiteX168" fmla="*/ 219064 w 1605470"/>
              <a:gd name="connsiteY168" fmla="*/ 469651 h 6858000"/>
              <a:gd name="connsiteX169" fmla="*/ 195012 w 1605470"/>
              <a:gd name="connsiteY169" fmla="*/ 448559 h 6858000"/>
              <a:gd name="connsiteX170" fmla="*/ 201434 w 1605470"/>
              <a:gd name="connsiteY170" fmla="*/ 441529 h 6858000"/>
              <a:gd name="connsiteX171" fmla="*/ 200655 w 1605470"/>
              <a:gd name="connsiteY171" fmla="*/ 428927 h 6858000"/>
              <a:gd name="connsiteX172" fmla="*/ 190059 w 1605470"/>
              <a:gd name="connsiteY172" fmla="*/ 430161 h 6858000"/>
              <a:gd name="connsiteX173" fmla="*/ 167079 w 1605470"/>
              <a:gd name="connsiteY173" fmla="*/ 367211 h 6858000"/>
              <a:gd name="connsiteX174" fmla="*/ 124571 w 1605470"/>
              <a:gd name="connsiteY174" fmla="*/ 302178 h 6858000"/>
              <a:gd name="connsiteX175" fmla="*/ 103243 w 1605470"/>
              <a:gd name="connsiteY175" fmla="*/ 211375 h 6858000"/>
              <a:gd name="connsiteX176" fmla="*/ 94571 w 1605470"/>
              <a:gd name="connsiteY176" fmla="*/ 184179 h 6858000"/>
              <a:gd name="connsiteX177" fmla="*/ 13437 w 1605470"/>
              <a:gd name="connsiteY177" fmla="*/ 19287 h 6858000"/>
              <a:gd name="connsiteX178" fmla="*/ 0 w 1605470"/>
              <a:gd name="connsiteY178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10261 w 1605470"/>
              <a:gd name="connsiteY37" fmla="*/ 5634527 h 6858000"/>
              <a:gd name="connsiteX38" fmla="*/ 523992 w 1605470"/>
              <a:gd name="connsiteY38" fmla="*/ 5619557 h 6858000"/>
              <a:gd name="connsiteX39" fmla="*/ 526609 w 1605470"/>
              <a:gd name="connsiteY39" fmla="*/ 5617081 h 6858000"/>
              <a:gd name="connsiteX40" fmla="*/ 531653 w 1605470"/>
              <a:gd name="connsiteY40" fmla="*/ 5604904 h 6858000"/>
              <a:gd name="connsiteX41" fmla="*/ 539863 w 1605470"/>
              <a:gd name="connsiteY41" fmla="*/ 5604298 h 6858000"/>
              <a:gd name="connsiteX42" fmla="*/ 552319 w 1605470"/>
              <a:gd name="connsiteY42" fmla="*/ 5587997 h 6858000"/>
              <a:gd name="connsiteX43" fmla="*/ 559710 w 1605470"/>
              <a:gd name="connsiteY43" fmla="*/ 5564796 h 6858000"/>
              <a:gd name="connsiteX44" fmla="*/ 587214 w 1605470"/>
              <a:gd name="connsiteY44" fmla="*/ 5451511 h 6858000"/>
              <a:gd name="connsiteX45" fmla="*/ 608019 w 1605470"/>
              <a:gd name="connsiteY45" fmla="*/ 5385461 h 6858000"/>
              <a:gd name="connsiteX46" fmla="*/ 622750 w 1605470"/>
              <a:gd name="connsiteY46" fmla="*/ 5363084 h 6858000"/>
              <a:gd name="connsiteX47" fmla="*/ 638731 w 1605470"/>
              <a:gd name="connsiteY47" fmla="*/ 5330009 h 6858000"/>
              <a:gd name="connsiteX48" fmla="*/ 672224 w 1605470"/>
              <a:gd name="connsiteY48" fmla="*/ 5273739 h 6858000"/>
              <a:gd name="connsiteX49" fmla="*/ 681823 w 1605470"/>
              <a:gd name="connsiteY49" fmla="*/ 5241779 h 6858000"/>
              <a:gd name="connsiteX50" fmla="*/ 693049 w 1605470"/>
              <a:gd name="connsiteY50" fmla="*/ 5225268 h 6858000"/>
              <a:gd name="connsiteX51" fmla="*/ 694069 w 1605470"/>
              <a:gd name="connsiteY51" fmla="*/ 5217684 h 6858000"/>
              <a:gd name="connsiteX52" fmla="*/ 701410 w 1605470"/>
              <a:gd name="connsiteY52" fmla="*/ 5193377 h 6858000"/>
              <a:gd name="connsiteX53" fmla="*/ 704713 w 1605470"/>
              <a:gd name="connsiteY53" fmla="*/ 5179288 h 6858000"/>
              <a:gd name="connsiteX54" fmla="*/ 705697 w 1605470"/>
              <a:gd name="connsiteY54" fmla="*/ 5173621 h 6858000"/>
              <a:gd name="connsiteX55" fmla="*/ 701331 w 1605470"/>
              <a:gd name="connsiteY55" fmla="*/ 5159961 h 6858000"/>
              <a:gd name="connsiteX56" fmla="*/ 708008 w 1605470"/>
              <a:gd name="connsiteY56" fmla="*/ 5144295 h 6858000"/>
              <a:gd name="connsiteX57" fmla="*/ 704941 w 1605470"/>
              <a:gd name="connsiteY57" fmla="*/ 5125185 h 6858000"/>
              <a:gd name="connsiteX58" fmla="*/ 711771 w 1605470"/>
              <a:gd name="connsiteY58" fmla="*/ 5121884 h 6858000"/>
              <a:gd name="connsiteX59" fmla="*/ 721092 w 1605470"/>
              <a:gd name="connsiteY59" fmla="*/ 5108383 h 6858000"/>
              <a:gd name="connsiteX60" fmla="*/ 717045 w 1605470"/>
              <a:gd name="connsiteY60" fmla="*/ 5094705 h 6858000"/>
              <a:gd name="connsiteX61" fmla="*/ 718807 w 1605470"/>
              <a:gd name="connsiteY61" fmla="*/ 5067850 h 6858000"/>
              <a:gd name="connsiteX62" fmla="*/ 721538 w 1605470"/>
              <a:gd name="connsiteY62" fmla="*/ 5060861 h 6858000"/>
              <a:gd name="connsiteX63" fmla="*/ 718242 w 1605470"/>
              <a:gd name="connsiteY63" fmla="*/ 5034192 h 6858000"/>
              <a:gd name="connsiteX64" fmla="*/ 719796 w 1605470"/>
              <a:gd name="connsiteY64" fmla="*/ 4993030 h 6858000"/>
              <a:gd name="connsiteX65" fmla="*/ 726705 w 1605470"/>
              <a:gd name="connsiteY65" fmla="*/ 4946844 h 6858000"/>
              <a:gd name="connsiteX66" fmla="*/ 722561 w 1605470"/>
              <a:gd name="connsiteY66" fmla="*/ 4932692 h 6858000"/>
              <a:gd name="connsiteX67" fmla="*/ 724935 w 1605470"/>
              <a:gd name="connsiteY67" fmla="*/ 4821504 h 6858000"/>
              <a:gd name="connsiteX68" fmla="*/ 732118 w 1605470"/>
              <a:gd name="connsiteY68" fmla="*/ 4801535 h 6858000"/>
              <a:gd name="connsiteX69" fmla="*/ 739787 w 1605470"/>
              <a:gd name="connsiteY69" fmla="*/ 4797794 h 6858000"/>
              <a:gd name="connsiteX70" fmla="*/ 741081 w 1605470"/>
              <a:gd name="connsiteY70" fmla="*/ 4784526 h 6858000"/>
              <a:gd name="connsiteX71" fmla="*/ 742865 w 1605470"/>
              <a:gd name="connsiteY71" fmla="*/ 4781211 h 6858000"/>
              <a:gd name="connsiteX72" fmla="*/ 751652 w 1605470"/>
              <a:gd name="connsiteY72" fmla="*/ 4761984 h 6858000"/>
              <a:gd name="connsiteX73" fmla="*/ 747700 w 1605470"/>
              <a:gd name="connsiteY73" fmla="*/ 4690749 h 6858000"/>
              <a:gd name="connsiteX74" fmla="*/ 743180 w 1605470"/>
              <a:gd name="connsiteY74" fmla="*/ 4613201 h 6858000"/>
              <a:gd name="connsiteX75" fmla="*/ 738263 w 1605470"/>
              <a:gd name="connsiteY75" fmla="*/ 4444346 h 6858000"/>
              <a:gd name="connsiteX76" fmla="*/ 756542 w 1605470"/>
              <a:gd name="connsiteY76" fmla="*/ 4350346 h 6858000"/>
              <a:gd name="connsiteX77" fmla="*/ 715481 w 1605470"/>
              <a:gd name="connsiteY77" fmla="*/ 4214165 h 6858000"/>
              <a:gd name="connsiteX78" fmla="*/ 719554 w 1605470"/>
              <a:gd name="connsiteY78" fmla="*/ 4090296 h 6858000"/>
              <a:gd name="connsiteX79" fmla="*/ 704810 w 1605470"/>
              <a:gd name="connsiteY79" fmla="*/ 4033999 h 6858000"/>
              <a:gd name="connsiteX80" fmla="*/ 705959 w 1605470"/>
              <a:gd name="connsiteY80" fmla="*/ 4031933 h 6858000"/>
              <a:gd name="connsiteX81" fmla="*/ 704535 w 1605470"/>
              <a:gd name="connsiteY81" fmla="*/ 4013953 h 6858000"/>
              <a:gd name="connsiteX82" fmla="*/ 700443 w 1605470"/>
              <a:gd name="connsiteY82" fmla="*/ 4010511 h 6858000"/>
              <a:gd name="connsiteX83" fmla="*/ 698282 w 1605470"/>
              <a:gd name="connsiteY83" fmla="*/ 3998331 h 6858000"/>
              <a:gd name="connsiteX84" fmla="*/ 690830 w 1605470"/>
              <a:gd name="connsiteY84" fmla="*/ 3974753 h 6858000"/>
              <a:gd name="connsiteX85" fmla="*/ 692428 w 1605470"/>
              <a:gd name="connsiteY85" fmla="*/ 3969950 h 6858000"/>
              <a:gd name="connsiteX86" fmla="*/ 685850 w 1605470"/>
              <a:gd name="connsiteY86" fmla="*/ 3933779 h 6858000"/>
              <a:gd name="connsiteX87" fmla="*/ 687181 w 1605470"/>
              <a:gd name="connsiteY87" fmla="*/ 3933093 h 6858000"/>
              <a:gd name="connsiteX88" fmla="*/ 691535 w 1605470"/>
              <a:gd name="connsiteY88" fmla="*/ 3922082 h 6858000"/>
              <a:gd name="connsiteX89" fmla="*/ 696613 w 1605470"/>
              <a:gd name="connsiteY89" fmla="*/ 3901461 h 6858000"/>
              <a:gd name="connsiteX90" fmla="*/ 719207 w 1605470"/>
              <a:gd name="connsiteY90" fmla="*/ 3813873 h 6858000"/>
              <a:gd name="connsiteX91" fmla="*/ 718632 w 1605470"/>
              <a:gd name="connsiteY91" fmla="*/ 3806161 h 6858000"/>
              <a:gd name="connsiteX92" fmla="*/ 718939 w 1605470"/>
              <a:gd name="connsiteY92" fmla="*/ 3805957 h 6858000"/>
              <a:gd name="connsiteX93" fmla="*/ 718966 w 1605470"/>
              <a:gd name="connsiteY93" fmla="*/ 3797724 h 6858000"/>
              <a:gd name="connsiteX94" fmla="*/ 717581 w 1605470"/>
              <a:gd name="connsiteY94" fmla="*/ 3792098 h 6858000"/>
              <a:gd name="connsiteX95" fmla="*/ 716465 w 1605470"/>
              <a:gd name="connsiteY95" fmla="*/ 3777135 h 6858000"/>
              <a:gd name="connsiteX96" fmla="*/ 718198 w 1605470"/>
              <a:gd name="connsiteY96" fmla="*/ 3771656 h 6858000"/>
              <a:gd name="connsiteX97" fmla="*/ 721941 w 1605470"/>
              <a:gd name="connsiteY97" fmla="*/ 3769007 h 6858000"/>
              <a:gd name="connsiteX98" fmla="*/ 721407 w 1605470"/>
              <a:gd name="connsiteY98" fmla="*/ 3767709 h 6858000"/>
              <a:gd name="connsiteX99" fmla="*/ 730103 w 1605470"/>
              <a:gd name="connsiteY99" fmla="*/ 3738082 h 6858000"/>
              <a:gd name="connsiteX100" fmla="*/ 737449 w 1605470"/>
              <a:gd name="connsiteY100" fmla="*/ 3673397 h 6858000"/>
              <a:gd name="connsiteX101" fmla="*/ 736745 w 1605470"/>
              <a:gd name="connsiteY101" fmla="*/ 3637109 h 6858000"/>
              <a:gd name="connsiteX102" fmla="*/ 740188 w 1605470"/>
              <a:gd name="connsiteY102" fmla="*/ 3536883 h 6858000"/>
              <a:gd name="connsiteX103" fmla="*/ 747726 w 1605470"/>
              <a:gd name="connsiteY103" fmla="*/ 3435652 h 6858000"/>
              <a:gd name="connsiteX104" fmla="*/ 774383 w 1605470"/>
              <a:gd name="connsiteY104" fmla="*/ 3381564 h 6858000"/>
              <a:gd name="connsiteX105" fmla="*/ 774870 w 1605470"/>
              <a:gd name="connsiteY105" fmla="*/ 3375761 h 6858000"/>
              <a:gd name="connsiteX106" fmla="*/ 770510 w 1605470"/>
              <a:gd name="connsiteY106" fmla="*/ 3361844 h 6858000"/>
              <a:gd name="connsiteX107" fmla="*/ 767933 w 1605470"/>
              <a:gd name="connsiteY107" fmla="*/ 3356929 h 6858000"/>
              <a:gd name="connsiteX108" fmla="*/ 766158 w 1605470"/>
              <a:gd name="connsiteY108" fmla="*/ 3349058 h 6858000"/>
              <a:gd name="connsiteX109" fmla="*/ 766414 w 1605470"/>
              <a:gd name="connsiteY109" fmla="*/ 3348763 h 6858000"/>
              <a:gd name="connsiteX110" fmla="*/ 764166 w 1605470"/>
              <a:gd name="connsiteY110" fmla="*/ 3341588 h 6858000"/>
              <a:gd name="connsiteX111" fmla="*/ 749397 w 1605470"/>
              <a:gd name="connsiteY111" fmla="*/ 3307769 h 6858000"/>
              <a:gd name="connsiteX112" fmla="*/ 766960 w 1605470"/>
              <a:gd name="connsiteY112" fmla="*/ 3250522 h 6858000"/>
              <a:gd name="connsiteX113" fmla="*/ 767385 w 1605470"/>
              <a:gd name="connsiteY113" fmla="*/ 3229163 h 6858000"/>
              <a:gd name="connsiteX114" fmla="*/ 769208 w 1605470"/>
              <a:gd name="connsiteY114" fmla="*/ 3217217 h 6858000"/>
              <a:gd name="connsiteX115" fmla="*/ 770350 w 1605470"/>
              <a:gd name="connsiteY115" fmla="*/ 3216125 h 6858000"/>
              <a:gd name="connsiteX116" fmla="*/ 756043 w 1605470"/>
              <a:gd name="connsiteY116" fmla="*/ 3183755 h 6858000"/>
              <a:gd name="connsiteX117" fmla="*/ 756544 w 1605470"/>
              <a:gd name="connsiteY117" fmla="*/ 3178642 h 6858000"/>
              <a:gd name="connsiteX118" fmla="*/ 744144 w 1605470"/>
              <a:gd name="connsiteY118" fmla="*/ 3158586 h 6858000"/>
              <a:gd name="connsiteX119" fmla="*/ 739378 w 1605470"/>
              <a:gd name="connsiteY119" fmla="*/ 3147669 h 6858000"/>
              <a:gd name="connsiteX120" fmla="*/ 734648 w 1605470"/>
              <a:gd name="connsiteY120" fmla="*/ 3145733 h 6858000"/>
              <a:gd name="connsiteX121" fmla="*/ 729329 w 1605470"/>
              <a:gd name="connsiteY121" fmla="*/ 3129034 h 6858000"/>
              <a:gd name="connsiteX122" fmla="*/ 729994 w 1605470"/>
              <a:gd name="connsiteY122" fmla="*/ 3126682 h 6858000"/>
              <a:gd name="connsiteX123" fmla="*/ 720862 w 1605470"/>
              <a:gd name="connsiteY123" fmla="*/ 3114519 h 6858000"/>
              <a:gd name="connsiteX124" fmla="*/ 707471 w 1605470"/>
              <a:gd name="connsiteY124" fmla="*/ 3106272 h 6858000"/>
              <a:gd name="connsiteX125" fmla="*/ 680201 w 1605470"/>
              <a:gd name="connsiteY125" fmla="*/ 2958185 h 6858000"/>
              <a:gd name="connsiteX126" fmla="*/ 622815 w 1605470"/>
              <a:gd name="connsiteY126" fmla="*/ 2762989 h 6858000"/>
              <a:gd name="connsiteX127" fmla="*/ 571733 w 1605470"/>
              <a:gd name="connsiteY127" fmla="*/ 2554718 h 6858000"/>
              <a:gd name="connsiteX128" fmla="*/ 551827 w 1605470"/>
              <a:gd name="connsiteY128" fmla="*/ 2485734 h 6858000"/>
              <a:gd name="connsiteX129" fmla="*/ 542550 w 1605470"/>
              <a:gd name="connsiteY129" fmla="*/ 2447068 h 6858000"/>
              <a:gd name="connsiteX130" fmla="*/ 529511 w 1605470"/>
              <a:gd name="connsiteY130" fmla="*/ 2425819 h 6858000"/>
              <a:gd name="connsiteX131" fmla="*/ 528878 w 1605470"/>
              <a:gd name="connsiteY131" fmla="*/ 2408971 h 6858000"/>
              <a:gd name="connsiteX132" fmla="*/ 535510 w 1605470"/>
              <a:gd name="connsiteY132" fmla="*/ 2402874 h 6858000"/>
              <a:gd name="connsiteX133" fmla="*/ 538122 w 1605470"/>
              <a:gd name="connsiteY133" fmla="*/ 2381443 h 6858000"/>
              <a:gd name="connsiteX134" fmla="*/ 514451 w 1605470"/>
              <a:gd name="connsiteY134" fmla="*/ 2261920 h 6858000"/>
              <a:gd name="connsiteX135" fmla="*/ 486968 w 1605470"/>
              <a:gd name="connsiteY135" fmla="*/ 2182937 h 6858000"/>
              <a:gd name="connsiteX136" fmla="*/ 488555 w 1605470"/>
              <a:gd name="connsiteY136" fmla="*/ 2155135 h 6858000"/>
              <a:gd name="connsiteX137" fmla="*/ 486013 w 1605470"/>
              <a:gd name="connsiteY137" fmla="*/ 2118008 h 6858000"/>
              <a:gd name="connsiteX138" fmla="*/ 487006 w 1605470"/>
              <a:gd name="connsiteY138" fmla="*/ 2050531 h 6858000"/>
              <a:gd name="connsiteX139" fmla="*/ 478812 w 1605470"/>
              <a:gd name="connsiteY139" fmla="*/ 1963269 h 6858000"/>
              <a:gd name="connsiteX140" fmla="*/ 442619 w 1605470"/>
              <a:gd name="connsiteY140" fmla="*/ 1910499 h 6858000"/>
              <a:gd name="connsiteX141" fmla="*/ 446785 w 1605470"/>
              <a:gd name="connsiteY141" fmla="*/ 1903212 h 6858000"/>
              <a:gd name="connsiteX142" fmla="*/ 436547 w 1605470"/>
              <a:gd name="connsiteY142" fmla="*/ 1861531 h 6858000"/>
              <a:gd name="connsiteX143" fmla="*/ 390346 w 1605470"/>
              <a:gd name="connsiteY143" fmla="*/ 1732919 h 6858000"/>
              <a:gd name="connsiteX144" fmla="*/ 362657 w 1605470"/>
              <a:gd name="connsiteY144" fmla="*/ 1663540 h 6858000"/>
              <a:gd name="connsiteX145" fmla="*/ 361783 w 1605470"/>
              <a:gd name="connsiteY145" fmla="*/ 1615777 h 6858000"/>
              <a:gd name="connsiteX146" fmla="*/ 342578 w 1605470"/>
              <a:gd name="connsiteY146" fmla="*/ 1563678 h 6858000"/>
              <a:gd name="connsiteX147" fmla="*/ 355658 w 1605470"/>
              <a:gd name="connsiteY147" fmla="*/ 1519474 h 6858000"/>
              <a:gd name="connsiteX148" fmla="*/ 348400 w 1605470"/>
              <a:gd name="connsiteY148" fmla="*/ 1477995 h 6858000"/>
              <a:gd name="connsiteX149" fmla="*/ 334485 w 1605470"/>
              <a:gd name="connsiteY149" fmla="*/ 1373769 h 6858000"/>
              <a:gd name="connsiteX150" fmla="*/ 342792 w 1605470"/>
              <a:gd name="connsiteY150" fmla="*/ 1307086 h 6858000"/>
              <a:gd name="connsiteX151" fmla="*/ 343980 w 1605470"/>
              <a:gd name="connsiteY151" fmla="*/ 1189033 h 6858000"/>
              <a:gd name="connsiteX152" fmla="*/ 348665 w 1605470"/>
              <a:gd name="connsiteY152" fmla="*/ 1168288 h 6858000"/>
              <a:gd name="connsiteX153" fmla="*/ 340947 w 1605470"/>
              <a:gd name="connsiteY153" fmla="*/ 1142577 h 6858000"/>
              <a:gd name="connsiteX154" fmla="*/ 330253 w 1605470"/>
              <a:gd name="connsiteY154" fmla="*/ 1088484 h 6858000"/>
              <a:gd name="connsiteX155" fmla="*/ 318989 w 1605470"/>
              <a:gd name="connsiteY155" fmla="*/ 1016103 h 6858000"/>
              <a:gd name="connsiteX156" fmla="*/ 320445 w 1605470"/>
              <a:gd name="connsiteY156" fmla="*/ 932283 h 6858000"/>
              <a:gd name="connsiteX157" fmla="*/ 322681 w 1605470"/>
              <a:gd name="connsiteY157" fmla="*/ 915925 h 6858000"/>
              <a:gd name="connsiteX158" fmla="*/ 315310 w 1605470"/>
              <a:gd name="connsiteY158" fmla="*/ 896999 h 6858000"/>
              <a:gd name="connsiteX159" fmla="*/ 284718 w 1605470"/>
              <a:gd name="connsiteY159" fmla="*/ 821517 h 6858000"/>
              <a:gd name="connsiteX160" fmla="*/ 263668 w 1605470"/>
              <a:gd name="connsiteY160" fmla="*/ 751353 h 6858000"/>
              <a:gd name="connsiteX161" fmla="*/ 263226 w 1605470"/>
              <a:gd name="connsiteY161" fmla="*/ 721230 h 6858000"/>
              <a:gd name="connsiteX162" fmla="*/ 248897 w 1605470"/>
              <a:gd name="connsiteY162" fmla="*/ 681659 h 6858000"/>
              <a:gd name="connsiteX163" fmla="*/ 234316 w 1605470"/>
              <a:gd name="connsiteY163" fmla="*/ 635218 h 6858000"/>
              <a:gd name="connsiteX164" fmla="*/ 239327 w 1605470"/>
              <a:gd name="connsiteY164" fmla="*/ 613763 h 6858000"/>
              <a:gd name="connsiteX165" fmla="*/ 225269 w 1605470"/>
              <a:gd name="connsiteY165" fmla="*/ 598582 h 6858000"/>
              <a:gd name="connsiteX166" fmla="*/ 224950 w 1605470"/>
              <a:gd name="connsiteY166" fmla="*/ 576846 h 6858000"/>
              <a:gd name="connsiteX167" fmla="*/ 204576 w 1605470"/>
              <a:gd name="connsiteY167" fmla="*/ 530055 h 6858000"/>
              <a:gd name="connsiteX168" fmla="*/ 219064 w 1605470"/>
              <a:gd name="connsiteY168" fmla="*/ 469651 h 6858000"/>
              <a:gd name="connsiteX169" fmla="*/ 195012 w 1605470"/>
              <a:gd name="connsiteY169" fmla="*/ 448559 h 6858000"/>
              <a:gd name="connsiteX170" fmla="*/ 201434 w 1605470"/>
              <a:gd name="connsiteY170" fmla="*/ 441529 h 6858000"/>
              <a:gd name="connsiteX171" fmla="*/ 200655 w 1605470"/>
              <a:gd name="connsiteY171" fmla="*/ 428927 h 6858000"/>
              <a:gd name="connsiteX172" fmla="*/ 190059 w 1605470"/>
              <a:gd name="connsiteY172" fmla="*/ 430161 h 6858000"/>
              <a:gd name="connsiteX173" fmla="*/ 167079 w 1605470"/>
              <a:gd name="connsiteY173" fmla="*/ 367211 h 6858000"/>
              <a:gd name="connsiteX174" fmla="*/ 124571 w 1605470"/>
              <a:gd name="connsiteY174" fmla="*/ 302178 h 6858000"/>
              <a:gd name="connsiteX175" fmla="*/ 103243 w 1605470"/>
              <a:gd name="connsiteY175" fmla="*/ 211375 h 6858000"/>
              <a:gd name="connsiteX176" fmla="*/ 94571 w 1605470"/>
              <a:gd name="connsiteY176" fmla="*/ 184179 h 6858000"/>
              <a:gd name="connsiteX177" fmla="*/ 13437 w 1605470"/>
              <a:gd name="connsiteY177" fmla="*/ 19287 h 6858000"/>
              <a:gd name="connsiteX178" fmla="*/ 0 w 1605470"/>
              <a:gd name="connsiteY178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10261 w 1605470"/>
              <a:gd name="connsiteY37" fmla="*/ 5634527 h 6858000"/>
              <a:gd name="connsiteX38" fmla="*/ 523992 w 1605470"/>
              <a:gd name="connsiteY38" fmla="*/ 5619557 h 6858000"/>
              <a:gd name="connsiteX39" fmla="*/ 531653 w 1605470"/>
              <a:gd name="connsiteY39" fmla="*/ 5604904 h 6858000"/>
              <a:gd name="connsiteX40" fmla="*/ 539863 w 1605470"/>
              <a:gd name="connsiteY40" fmla="*/ 5604298 h 6858000"/>
              <a:gd name="connsiteX41" fmla="*/ 552319 w 1605470"/>
              <a:gd name="connsiteY41" fmla="*/ 5587997 h 6858000"/>
              <a:gd name="connsiteX42" fmla="*/ 559710 w 1605470"/>
              <a:gd name="connsiteY42" fmla="*/ 5564796 h 6858000"/>
              <a:gd name="connsiteX43" fmla="*/ 587214 w 1605470"/>
              <a:gd name="connsiteY43" fmla="*/ 5451511 h 6858000"/>
              <a:gd name="connsiteX44" fmla="*/ 608019 w 1605470"/>
              <a:gd name="connsiteY44" fmla="*/ 5385461 h 6858000"/>
              <a:gd name="connsiteX45" fmla="*/ 622750 w 1605470"/>
              <a:gd name="connsiteY45" fmla="*/ 5363084 h 6858000"/>
              <a:gd name="connsiteX46" fmla="*/ 638731 w 1605470"/>
              <a:gd name="connsiteY46" fmla="*/ 5330009 h 6858000"/>
              <a:gd name="connsiteX47" fmla="*/ 672224 w 1605470"/>
              <a:gd name="connsiteY47" fmla="*/ 5273739 h 6858000"/>
              <a:gd name="connsiteX48" fmla="*/ 681823 w 1605470"/>
              <a:gd name="connsiteY48" fmla="*/ 5241779 h 6858000"/>
              <a:gd name="connsiteX49" fmla="*/ 693049 w 1605470"/>
              <a:gd name="connsiteY49" fmla="*/ 5225268 h 6858000"/>
              <a:gd name="connsiteX50" fmla="*/ 694069 w 1605470"/>
              <a:gd name="connsiteY50" fmla="*/ 5217684 h 6858000"/>
              <a:gd name="connsiteX51" fmla="*/ 701410 w 1605470"/>
              <a:gd name="connsiteY51" fmla="*/ 5193377 h 6858000"/>
              <a:gd name="connsiteX52" fmla="*/ 704713 w 1605470"/>
              <a:gd name="connsiteY52" fmla="*/ 5179288 h 6858000"/>
              <a:gd name="connsiteX53" fmla="*/ 705697 w 1605470"/>
              <a:gd name="connsiteY53" fmla="*/ 5173621 h 6858000"/>
              <a:gd name="connsiteX54" fmla="*/ 701331 w 1605470"/>
              <a:gd name="connsiteY54" fmla="*/ 5159961 h 6858000"/>
              <a:gd name="connsiteX55" fmla="*/ 708008 w 1605470"/>
              <a:gd name="connsiteY55" fmla="*/ 5144295 h 6858000"/>
              <a:gd name="connsiteX56" fmla="*/ 704941 w 1605470"/>
              <a:gd name="connsiteY56" fmla="*/ 5125185 h 6858000"/>
              <a:gd name="connsiteX57" fmla="*/ 711771 w 1605470"/>
              <a:gd name="connsiteY57" fmla="*/ 5121884 h 6858000"/>
              <a:gd name="connsiteX58" fmla="*/ 721092 w 1605470"/>
              <a:gd name="connsiteY58" fmla="*/ 5108383 h 6858000"/>
              <a:gd name="connsiteX59" fmla="*/ 717045 w 1605470"/>
              <a:gd name="connsiteY59" fmla="*/ 5094705 h 6858000"/>
              <a:gd name="connsiteX60" fmla="*/ 718807 w 1605470"/>
              <a:gd name="connsiteY60" fmla="*/ 5067850 h 6858000"/>
              <a:gd name="connsiteX61" fmla="*/ 721538 w 1605470"/>
              <a:gd name="connsiteY61" fmla="*/ 5060861 h 6858000"/>
              <a:gd name="connsiteX62" fmla="*/ 718242 w 1605470"/>
              <a:gd name="connsiteY62" fmla="*/ 5034192 h 6858000"/>
              <a:gd name="connsiteX63" fmla="*/ 719796 w 1605470"/>
              <a:gd name="connsiteY63" fmla="*/ 4993030 h 6858000"/>
              <a:gd name="connsiteX64" fmla="*/ 726705 w 1605470"/>
              <a:gd name="connsiteY64" fmla="*/ 4946844 h 6858000"/>
              <a:gd name="connsiteX65" fmla="*/ 722561 w 1605470"/>
              <a:gd name="connsiteY65" fmla="*/ 4932692 h 6858000"/>
              <a:gd name="connsiteX66" fmla="*/ 724935 w 1605470"/>
              <a:gd name="connsiteY66" fmla="*/ 4821504 h 6858000"/>
              <a:gd name="connsiteX67" fmla="*/ 732118 w 1605470"/>
              <a:gd name="connsiteY67" fmla="*/ 4801535 h 6858000"/>
              <a:gd name="connsiteX68" fmla="*/ 739787 w 1605470"/>
              <a:gd name="connsiteY68" fmla="*/ 4797794 h 6858000"/>
              <a:gd name="connsiteX69" fmla="*/ 741081 w 1605470"/>
              <a:gd name="connsiteY69" fmla="*/ 4784526 h 6858000"/>
              <a:gd name="connsiteX70" fmla="*/ 742865 w 1605470"/>
              <a:gd name="connsiteY70" fmla="*/ 4781211 h 6858000"/>
              <a:gd name="connsiteX71" fmla="*/ 751652 w 1605470"/>
              <a:gd name="connsiteY71" fmla="*/ 4761984 h 6858000"/>
              <a:gd name="connsiteX72" fmla="*/ 747700 w 1605470"/>
              <a:gd name="connsiteY72" fmla="*/ 4690749 h 6858000"/>
              <a:gd name="connsiteX73" fmla="*/ 743180 w 1605470"/>
              <a:gd name="connsiteY73" fmla="*/ 4613201 h 6858000"/>
              <a:gd name="connsiteX74" fmla="*/ 738263 w 1605470"/>
              <a:gd name="connsiteY74" fmla="*/ 4444346 h 6858000"/>
              <a:gd name="connsiteX75" fmla="*/ 756542 w 1605470"/>
              <a:gd name="connsiteY75" fmla="*/ 4350346 h 6858000"/>
              <a:gd name="connsiteX76" fmla="*/ 715481 w 1605470"/>
              <a:gd name="connsiteY76" fmla="*/ 4214165 h 6858000"/>
              <a:gd name="connsiteX77" fmla="*/ 719554 w 1605470"/>
              <a:gd name="connsiteY77" fmla="*/ 4090296 h 6858000"/>
              <a:gd name="connsiteX78" fmla="*/ 704810 w 1605470"/>
              <a:gd name="connsiteY78" fmla="*/ 4033999 h 6858000"/>
              <a:gd name="connsiteX79" fmla="*/ 705959 w 1605470"/>
              <a:gd name="connsiteY79" fmla="*/ 4031933 h 6858000"/>
              <a:gd name="connsiteX80" fmla="*/ 704535 w 1605470"/>
              <a:gd name="connsiteY80" fmla="*/ 4013953 h 6858000"/>
              <a:gd name="connsiteX81" fmla="*/ 700443 w 1605470"/>
              <a:gd name="connsiteY81" fmla="*/ 4010511 h 6858000"/>
              <a:gd name="connsiteX82" fmla="*/ 698282 w 1605470"/>
              <a:gd name="connsiteY82" fmla="*/ 3998331 h 6858000"/>
              <a:gd name="connsiteX83" fmla="*/ 690830 w 1605470"/>
              <a:gd name="connsiteY83" fmla="*/ 3974753 h 6858000"/>
              <a:gd name="connsiteX84" fmla="*/ 692428 w 1605470"/>
              <a:gd name="connsiteY84" fmla="*/ 3969950 h 6858000"/>
              <a:gd name="connsiteX85" fmla="*/ 685850 w 1605470"/>
              <a:gd name="connsiteY85" fmla="*/ 3933779 h 6858000"/>
              <a:gd name="connsiteX86" fmla="*/ 687181 w 1605470"/>
              <a:gd name="connsiteY86" fmla="*/ 3933093 h 6858000"/>
              <a:gd name="connsiteX87" fmla="*/ 691535 w 1605470"/>
              <a:gd name="connsiteY87" fmla="*/ 3922082 h 6858000"/>
              <a:gd name="connsiteX88" fmla="*/ 696613 w 1605470"/>
              <a:gd name="connsiteY88" fmla="*/ 3901461 h 6858000"/>
              <a:gd name="connsiteX89" fmla="*/ 719207 w 1605470"/>
              <a:gd name="connsiteY89" fmla="*/ 3813873 h 6858000"/>
              <a:gd name="connsiteX90" fmla="*/ 718632 w 1605470"/>
              <a:gd name="connsiteY90" fmla="*/ 3806161 h 6858000"/>
              <a:gd name="connsiteX91" fmla="*/ 718939 w 1605470"/>
              <a:gd name="connsiteY91" fmla="*/ 3805957 h 6858000"/>
              <a:gd name="connsiteX92" fmla="*/ 718966 w 1605470"/>
              <a:gd name="connsiteY92" fmla="*/ 3797724 h 6858000"/>
              <a:gd name="connsiteX93" fmla="*/ 717581 w 1605470"/>
              <a:gd name="connsiteY93" fmla="*/ 3792098 h 6858000"/>
              <a:gd name="connsiteX94" fmla="*/ 716465 w 1605470"/>
              <a:gd name="connsiteY94" fmla="*/ 3777135 h 6858000"/>
              <a:gd name="connsiteX95" fmla="*/ 718198 w 1605470"/>
              <a:gd name="connsiteY95" fmla="*/ 3771656 h 6858000"/>
              <a:gd name="connsiteX96" fmla="*/ 721941 w 1605470"/>
              <a:gd name="connsiteY96" fmla="*/ 3769007 h 6858000"/>
              <a:gd name="connsiteX97" fmla="*/ 721407 w 1605470"/>
              <a:gd name="connsiteY97" fmla="*/ 3767709 h 6858000"/>
              <a:gd name="connsiteX98" fmla="*/ 730103 w 1605470"/>
              <a:gd name="connsiteY98" fmla="*/ 3738082 h 6858000"/>
              <a:gd name="connsiteX99" fmla="*/ 737449 w 1605470"/>
              <a:gd name="connsiteY99" fmla="*/ 3673397 h 6858000"/>
              <a:gd name="connsiteX100" fmla="*/ 736745 w 1605470"/>
              <a:gd name="connsiteY100" fmla="*/ 3637109 h 6858000"/>
              <a:gd name="connsiteX101" fmla="*/ 740188 w 1605470"/>
              <a:gd name="connsiteY101" fmla="*/ 3536883 h 6858000"/>
              <a:gd name="connsiteX102" fmla="*/ 747726 w 1605470"/>
              <a:gd name="connsiteY102" fmla="*/ 3435652 h 6858000"/>
              <a:gd name="connsiteX103" fmla="*/ 774383 w 1605470"/>
              <a:gd name="connsiteY103" fmla="*/ 3381564 h 6858000"/>
              <a:gd name="connsiteX104" fmla="*/ 774870 w 1605470"/>
              <a:gd name="connsiteY104" fmla="*/ 3375761 h 6858000"/>
              <a:gd name="connsiteX105" fmla="*/ 770510 w 1605470"/>
              <a:gd name="connsiteY105" fmla="*/ 3361844 h 6858000"/>
              <a:gd name="connsiteX106" fmla="*/ 767933 w 1605470"/>
              <a:gd name="connsiteY106" fmla="*/ 3356929 h 6858000"/>
              <a:gd name="connsiteX107" fmla="*/ 766158 w 1605470"/>
              <a:gd name="connsiteY107" fmla="*/ 3349058 h 6858000"/>
              <a:gd name="connsiteX108" fmla="*/ 766414 w 1605470"/>
              <a:gd name="connsiteY108" fmla="*/ 3348763 h 6858000"/>
              <a:gd name="connsiteX109" fmla="*/ 764166 w 1605470"/>
              <a:gd name="connsiteY109" fmla="*/ 3341588 h 6858000"/>
              <a:gd name="connsiteX110" fmla="*/ 749397 w 1605470"/>
              <a:gd name="connsiteY110" fmla="*/ 3307769 h 6858000"/>
              <a:gd name="connsiteX111" fmla="*/ 766960 w 1605470"/>
              <a:gd name="connsiteY111" fmla="*/ 3250522 h 6858000"/>
              <a:gd name="connsiteX112" fmla="*/ 767385 w 1605470"/>
              <a:gd name="connsiteY112" fmla="*/ 3229163 h 6858000"/>
              <a:gd name="connsiteX113" fmla="*/ 769208 w 1605470"/>
              <a:gd name="connsiteY113" fmla="*/ 3217217 h 6858000"/>
              <a:gd name="connsiteX114" fmla="*/ 770350 w 1605470"/>
              <a:gd name="connsiteY114" fmla="*/ 3216125 h 6858000"/>
              <a:gd name="connsiteX115" fmla="*/ 756043 w 1605470"/>
              <a:gd name="connsiteY115" fmla="*/ 3183755 h 6858000"/>
              <a:gd name="connsiteX116" fmla="*/ 756544 w 1605470"/>
              <a:gd name="connsiteY116" fmla="*/ 3178642 h 6858000"/>
              <a:gd name="connsiteX117" fmla="*/ 744144 w 1605470"/>
              <a:gd name="connsiteY117" fmla="*/ 3158586 h 6858000"/>
              <a:gd name="connsiteX118" fmla="*/ 739378 w 1605470"/>
              <a:gd name="connsiteY118" fmla="*/ 3147669 h 6858000"/>
              <a:gd name="connsiteX119" fmla="*/ 734648 w 1605470"/>
              <a:gd name="connsiteY119" fmla="*/ 3145733 h 6858000"/>
              <a:gd name="connsiteX120" fmla="*/ 729329 w 1605470"/>
              <a:gd name="connsiteY120" fmla="*/ 3129034 h 6858000"/>
              <a:gd name="connsiteX121" fmla="*/ 729994 w 1605470"/>
              <a:gd name="connsiteY121" fmla="*/ 3126682 h 6858000"/>
              <a:gd name="connsiteX122" fmla="*/ 720862 w 1605470"/>
              <a:gd name="connsiteY122" fmla="*/ 3114519 h 6858000"/>
              <a:gd name="connsiteX123" fmla="*/ 707471 w 1605470"/>
              <a:gd name="connsiteY123" fmla="*/ 3106272 h 6858000"/>
              <a:gd name="connsiteX124" fmla="*/ 680201 w 1605470"/>
              <a:gd name="connsiteY124" fmla="*/ 2958185 h 6858000"/>
              <a:gd name="connsiteX125" fmla="*/ 622815 w 1605470"/>
              <a:gd name="connsiteY125" fmla="*/ 2762989 h 6858000"/>
              <a:gd name="connsiteX126" fmla="*/ 571733 w 1605470"/>
              <a:gd name="connsiteY126" fmla="*/ 2554718 h 6858000"/>
              <a:gd name="connsiteX127" fmla="*/ 551827 w 1605470"/>
              <a:gd name="connsiteY127" fmla="*/ 2485734 h 6858000"/>
              <a:gd name="connsiteX128" fmla="*/ 542550 w 1605470"/>
              <a:gd name="connsiteY128" fmla="*/ 2447068 h 6858000"/>
              <a:gd name="connsiteX129" fmla="*/ 529511 w 1605470"/>
              <a:gd name="connsiteY129" fmla="*/ 2425819 h 6858000"/>
              <a:gd name="connsiteX130" fmla="*/ 528878 w 1605470"/>
              <a:gd name="connsiteY130" fmla="*/ 2408971 h 6858000"/>
              <a:gd name="connsiteX131" fmla="*/ 535510 w 1605470"/>
              <a:gd name="connsiteY131" fmla="*/ 2402874 h 6858000"/>
              <a:gd name="connsiteX132" fmla="*/ 538122 w 1605470"/>
              <a:gd name="connsiteY132" fmla="*/ 2381443 h 6858000"/>
              <a:gd name="connsiteX133" fmla="*/ 514451 w 1605470"/>
              <a:gd name="connsiteY133" fmla="*/ 2261920 h 6858000"/>
              <a:gd name="connsiteX134" fmla="*/ 486968 w 1605470"/>
              <a:gd name="connsiteY134" fmla="*/ 2182937 h 6858000"/>
              <a:gd name="connsiteX135" fmla="*/ 488555 w 1605470"/>
              <a:gd name="connsiteY135" fmla="*/ 2155135 h 6858000"/>
              <a:gd name="connsiteX136" fmla="*/ 486013 w 1605470"/>
              <a:gd name="connsiteY136" fmla="*/ 2118008 h 6858000"/>
              <a:gd name="connsiteX137" fmla="*/ 487006 w 1605470"/>
              <a:gd name="connsiteY137" fmla="*/ 2050531 h 6858000"/>
              <a:gd name="connsiteX138" fmla="*/ 478812 w 1605470"/>
              <a:gd name="connsiteY138" fmla="*/ 1963269 h 6858000"/>
              <a:gd name="connsiteX139" fmla="*/ 442619 w 1605470"/>
              <a:gd name="connsiteY139" fmla="*/ 1910499 h 6858000"/>
              <a:gd name="connsiteX140" fmla="*/ 446785 w 1605470"/>
              <a:gd name="connsiteY140" fmla="*/ 1903212 h 6858000"/>
              <a:gd name="connsiteX141" fmla="*/ 436547 w 1605470"/>
              <a:gd name="connsiteY141" fmla="*/ 1861531 h 6858000"/>
              <a:gd name="connsiteX142" fmla="*/ 390346 w 1605470"/>
              <a:gd name="connsiteY142" fmla="*/ 1732919 h 6858000"/>
              <a:gd name="connsiteX143" fmla="*/ 362657 w 1605470"/>
              <a:gd name="connsiteY143" fmla="*/ 1663540 h 6858000"/>
              <a:gd name="connsiteX144" fmla="*/ 361783 w 1605470"/>
              <a:gd name="connsiteY144" fmla="*/ 1615777 h 6858000"/>
              <a:gd name="connsiteX145" fmla="*/ 342578 w 1605470"/>
              <a:gd name="connsiteY145" fmla="*/ 1563678 h 6858000"/>
              <a:gd name="connsiteX146" fmla="*/ 355658 w 1605470"/>
              <a:gd name="connsiteY146" fmla="*/ 1519474 h 6858000"/>
              <a:gd name="connsiteX147" fmla="*/ 348400 w 1605470"/>
              <a:gd name="connsiteY147" fmla="*/ 1477995 h 6858000"/>
              <a:gd name="connsiteX148" fmla="*/ 334485 w 1605470"/>
              <a:gd name="connsiteY148" fmla="*/ 1373769 h 6858000"/>
              <a:gd name="connsiteX149" fmla="*/ 342792 w 1605470"/>
              <a:gd name="connsiteY149" fmla="*/ 1307086 h 6858000"/>
              <a:gd name="connsiteX150" fmla="*/ 343980 w 1605470"/>
              <a:gd name="connsiteY150" fmla="*/ 1189033 h 6858000"/>
              <a:gd name="connsiteX151" fmla="*/ 348665 w 1605470"/>
              <a:gd name="connsiteY151" fmla="*/ 1168288 h 6858000"/>
              <a:gd name="connsiteX152" fmla="*/ 340947 w 1605470"/>
              <a:gd name="connsiteY152" fmla="*/ 1142577 h 6858000"/>
              <a:gd name="connsiteX153" fmla="*/ 330253 w 1605470"/>
              <a:gd name="connsiteY153" fmla="*/ 1088484 h 6858000"/>
              <a:gd name="connsiteX154" fmla="*/ 318989 w 1605470"/>
              <a:gd name="connsiteY154" fmla="*/ 1016103 h 6858000"/>
              <a:gd name="connsiteX155" fmla="*/ 320445 w 1605470"/>
              <a:gd name="connsiteY155" fmla="*/ 932283 h 6858000"/>
              <a:gd name="connsiteX156" fmla="*/ 322681 w 1605470"/>
              <a:gd name="connsiteY156" fmla="*/ 915925 h 6858000"/>
              <a:gd name="connsiteX157" fmla="*/ 315310 w 1605470"/>
              <a:gd name="connsiteY157" fmla="*/ 896999 h 6858000"/>
              <a:gd name="connsiteX158" fmla="*/ 284718 w 1605470"/>
              <a:gd name="connsiteY158" fmla="*/ 821517 h 6858000"/>
              <a:gd name="connsiteX159" fmla="*/ 263668 w 1605470"/>
              <a:gd name="connsiteY159" fmla="*/ 751353 h 6858000"/>
              <a:gd name="connsiteX160" fmla="*/ 263226 w 1605470"/>
              <a:gd name="connsiteY160" fmla="*/ 721230 h 6858000"/>
              <a:gd name="connsiteX161" fmla="*/ 248897 w 1605470"/>
              <a:gd name="connsiteY161" fmla="*/ 681659 h 6858000"/>
              <a:gd name="connsiteX162" fmla="*/ 234316 w 1605470"/>
              <a:gd name="connsiteY162" fmla="*/ 635218 h 6858000"/>
              <a:gd name="connsiteX163" fmla="*/ 239327 w 1605470"/>
              <a:gd name="connsiteY163" fmla="*/ 613763 h 6858000"/>
              <a:gd name="connsiteX164" fmla="*/ 225269 w 1605470"/>
              <a:gd name="connsiteY164" fmla="*/ 598582 h 6858000"/>
              <a:gd name="connsiteX165" fmla="*/ 224950 w 1605470"/>
              <a:gd name="connsiteY165" fmla="*/ 576846 h 6858000"/>
              <a:gd name="connsiteX166" fmla="*/ 204576 w 1605470"/>
              <a:gd name="connsiteY166" fmla="*/ 530055 h 6858000"/>
              <a:gd name="connsiteX167" fmla="*/ 219064 w 1605470"/>
              <a:gd name="connsiteY167" fmla="*/ 469651 h 6858000"/>
              <a:gd name="connsiteX168" fmla="*/ 195012 w 1605470"/>
              <a:gd name="connsiteY168" fmla="*/ 448559 h 6858000"/>
              <a:gd name="connsiteX169" fmla="*/ 201434 w 1605470"/>
              <a:gd name="connsiteY169" fmla="*/ 441529 h 6858000"/>
              <a:gd name="connsiteX170" fmla="*/ 200655 w 1605470"/>
              <a:gd name="connsiteY170" fmla="*/ 428927 h 6858000"/>
              <a:gd name="connsiteX171" fmla="*/ 190059 w 1605470"/>
              <a:gd name="connsiteY171" fmla="*/ 430161 h 6858000"/>
              <a:gd name="connsiteX172" fmla="*/ 167079 w 1605470"/>
              <a:gd name="connsiteY172" fmla="*/ 367211 h 6858000"/>
              <a:gd name="connsiteX173" fmla="*/ 124571 w 1605470"/>
              <a:gd name="connsiteY173" fmla="*/ 302178 h 6858000"/>
              <a:gd name="connsiteX174" fmla="*/ 103243 w 1605470"/>
              <a:gd name="connsiteY174" fmla="*/ 211375 h 6858000"/>
              <a:gd name="connsiteX175" fmla="*/ 94571 w 1605470"/>
              <a:gd name="connsiteY175" fmla="*/ 184179 h 6858000"/>
              <a:gd name="connsiteX176" fmla="*/ 13437 w 1605470"/>
              <a:gd name="connsiteY176" fmla="*/ 19287 h 6858000"/>
              <a:gd name="connsiteX177" fmla="*/ 0 w 1605470"/>
              <a:gd name="connsiteY177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3992 w 1605470"/>
              <a:gd name="connsiteY37" fmla="*/ 5619557 h 6858000"/>
              <a:gd name="connsiteX38" fmla="*/ 531653 w 1605470"/>
              <a:gd name="connsiteY38" fmla="*/ 5604904 h 6858000"/>
              <a:gd name="connsiteX39" fmla="*/ 539863 w 1605470"/>
              <a:gd name="connsiteY39" fmla="*/ 5604298 h 6858000"/>
              <a:gd name="connsiteX40" fmla="*/ 552319 w 1605470"/>
              <a:gd name="connsiteY40" fmla="*/ 5587997 h 6858000"/>
              <a:gd name="connsiteX41" fmla="*/ 559710 w 1605470"/>
              <a:gd name="connsiteY41" fmla="*/ 5564796 h 6858000"/>
              <a:gd name="connsiteX42" fmla="*/ 587214 w 1605470"/>
              <a:gd name="connsiteY42" fmla="*/ 5451511 h 6858000"/>
              <a:gd name="connsiteX43" fmla="*/ 608019 w 1605470"/>
              <a:gd name="connsiteY43" fmla="*/ 5385461 h 6858000"/>
              <a:gd name="connsiteX44" fmla="*/ 622750 w 1605470"/>
              <a:gd name="connsiteY44" fmla="*/ 5363084 h 6858000"/>
              <a:gd name="connsiteX45" fmla="*/ 638731 w 1605470"/>
              <a:gd name="connsiteY45" fmla="*/ 5330009 h 6858000"/>
              <a:gd name="connsiteX46" fmla="*/ 672224 w 1605470"/>
              <a:gd name="connsiteY46" fmla="*/ 5273739 h 6858000"/>
              <a:gd name="connsiteX47" fmla="*/ 681823 w 1605470"/>
              <a:gd name="connsiteY47" fmla="*/ 5241779 h 6858000"/>
              <a:gd name="connsiteX48" fmla="*/ 693049 w 1605470"/>
              <a:gd name="connsiteY48" fmla="*/ 5225268 h 6858000"/>
              <a:gd name="connsiteX49" fmla="*/ 694069 w 1605470"/>
              <a:gd name="connsiteY49" fmla="*/ 5217684 h 6858000"/>
              <a:gd name="connsiteX50" fmla="*/ 701410 w 1605470"/>
              <a:gd name="connsiteY50" fmla="*/ 5193377 h 6858000"/>
              <a:gd name="connsiteX51" fmla="*/ 704713 w 1605470"/>
              <a:gd name="connsiteY51" fmla="*/ 5179288 h 6858000"/>
              <a:gd name="connsiteX52" fmla="*/ 705697 w 1605470"/>
              <a:gd name="connsiteY52" fmla="*/ 5173621 h 6858000"/>
              <a:gd name="connsiteX53" fmla="*/ 701331 w 1605470"/>
              <a:gd name="connsiteY53" fmla="*/ 5159961 h 6858000"/>
              <a:gd name="connsiteX54" fmla="*/ 708008 w 1605470"/>
              <a:gd name="connsiteY54" fmla="*/ 5144295 h 6858000"/>
              <a:gd name="connsiteX55" fmla="*/ 704941 w 1605470"/>
              <a:gd name="connsiteY55" fmla="*/ 5125185 h 6858000"/>
              <a:gd name="connsiteX56" fmla="*/ 711771 w 1605470"/>
              <a:gd name="connsiteY56" fmla="*/ 5121884 h 6858000"/>
              <a:gd name="connsiteX57" fmla="*/ 721092 w 1605470"/>
              <a:gd name="connsiteY57" fmla="*/ 5108383 h 6858000"/>
              <a:gd name="connsiteX58" fmla="*/ 717045 w 1605470"/>
              <a:gd name="connsiteY58" fmla="*/ 5094705 h 6858000"/>
              <a:gd name="connsiteX59" fmla="*/ 718807 w 1605470"/>
              <a:gd name="connsiteY59" fmla="*/ 5067850 h 6858000"/>
              <a:gd name="connsiteX60" fmla="*/ 721538 w 1605470"/>
              <a:gd name="connsiteY60" fmla="*/ 5060861 h 6858000"/>
              <a:gd name="connsiteX61" fmla="*/ 718242 w 1605470"/>
              <a:gd name="connsiteY61" fmla="*/ 5034192 h 6858000"/>
              <a:gd name="connsiteX62" fmla="*/ 719796 w 1605470"/>
              <a:gd name="connsiteY62" fmla="*/ 4993030 h 6858000"/>
              <a:gd name="connsiteX63" fmla="*/ 726705 w 1605470"/>
              <a:gd name="connsiteY63" fmla="*/ 4946844 h 6858000"/>
              <a:gd name="connsiteX64" fmla="*/ 722561 w 1605470"/>
              <a:gd name="connsiteY64" fmla="*/ 4932692 h 6858000"/>
              <a:gd name="connsiteX65" fmla="*/ 724935 w 1605470"/>
              <a:gd name="connsiteY65" fmla="*/ 4821504 h 6858000"/>
              <a:gd name="connsiteX66" fmla="*/ 732118 w 1605470"/>
              <a:gd name="connsiteY66" fmla="*/ 4801535 h 6858000"/>
              <a:gd name="connsiteX67" fmla="*/ 739787 w 1605470"/>
              <a:gd name="connsiteY67" fmla="*/ 4797794 h 6858000"/>
              <a:gd name="connsiteX68" fmla="*/ 741081 w 1605470"/>
              <a:gd name="connsiteY68" fmla="*/ 4784526 h 6858000"/>
              <a:gd name="connsiteX69" fmla="*/ 742865 w 1605470"/>
              <a:gd name="connsiteY69" fmla="*/ 4781211 h 6858000"/>
              <a:gd name="connsiteX70" fmla="*/ 751652 w 1605470"/>
              <a:gd name="connsiteY70" fmla="*/ 4761984 h 6858000"/>
              <a:gd name="connsiteX71" fmla="*/ 747700 w 1605470"/>
              <a:gd name="connsiteY71" fmla="*/ 4690749 h 6858000"/>
              <a:gd name="connsiteX72" fmla="*/ 743180 w 1605470"/>
              <a:gd name="connsiteY72" fmla="*/ 4613201 h 6858000"/>
              <a:gd name="connsiteX73" fmla="*/ 738263 w 1605470"/>
              <a:gd name="connsiteY73" fmla="*/ 4444346 h 6858000"/>
              <a:gd name="connsiteX74" fmla="*/ 756542 w 1605470"/>
              <a:gd name="connsiteY74" fmla="*/ 4350346 h 6858000"/>
              <a:gd name="connsiteX75" fmla="*/ 715481 w 1605470"/>
              <a:gd name="connsiteY75" fmla="*/ 4214165 h 6858000"/>
              <a:gd name="connsiteX76" fmla="*/ 719554 w 1605470"/>
              <a:gd name="connsiteY76" fmla="*/ 4090296 h 6858000"/>
              <a:gd name="connsiteX77" fmla="*/ 704810 w 1605470"/>
              <a:gd name="connsiteY77" fmla="*/ 4033999 h 6858000"/>
              <a:gd name="connsiteX78" fmla="*/ 705959 w 1605470"/>
              <a:gd name="connsiteY78" fmla="*/ 4031933 h 6858000"/>
              <a:gd name="connsiteX79" fmla="*/ 704535 w 1605470"/>
              <a:gd name="connsiteY79" fmla="*/ 4013953 h 6858000"/>
              <a:gd name="connsiteX80" fmla="*/ 700443 w 1605470"/>
              <a:gd name="connsiteY80" fmla="*/ 4010511 h 6858000"/>
              <a:gd name="connsiteX81" fmla="*/ 698282 w 1605470"/>
              <a:gd name="connsiteY81" fmla="*/ 3998331 h 6858000"/>
              <a:gd name="connsiteX82" fmla="*/ 690830 w 1605470"/>
              <a:gd name="connsiteY82" fmla="*/ 3974753 h 6858000"/>
              <a:gd name="connsiteX83" fmla="*/ 692428 w 1605470"/>
              <a:gd name="connsiteY83" fmla="*/ 3969950 h 6858000"/>
              <a:gd name="connsiteX84" fmla="*/ 685850 w 1605470"/>
              <a:gd name="connsiteY84" fmla="*/ 3933779 h 6858000"/>
              <a:gd name="connsiteX85" fmla="*/ 687181 w 1605470"/>
              <a:gd name="connsiteY85" fmla="*/ 3933093 h 6858000"/>
              <a:gd name="connsiteX86" fmla="*/ 691535 w 1605470"/>
              <a:gd name="connsiteY86" fmla="*/ 3922082 h 6858000"/>
              <a:gd name="connsiteX87" fmla="*/ 696613 w 1605470"/>
              <a:gd name="connsiteY87" fmla="*/ 3901461 h 6858000"/>
              <a:gd name="connsiteX88" fmla="*/ 719207 w 1605470"/>
              <a:gd name="connsiteY88" fmla="*/ 3813873 h 6858000"/>
              <a:gd name="connsiteX89" fmla="*/ 718632 w 1605470"/>
              <a:gd name="connsiteY89" fmla="*/ 3806161 h 6858000"/>
              <a:gd name="connsiteX90" fmla="*/ 718939 w 1605470"/>
              <a:gd name="connsiteY90" fmla="*/ 3805957 h 6858000"/>
              <a:gd name="connsiteX91" fmla="*/ 718966 w 1605470"/>
              <a:gd name="connsiteY91" fmla="*/ 3797724 h 6858000"/>
              <a:gd name="connsiteX92" fmla="*/ 717581 w 1605470"/>
              <a:gd name="connsiteY92" fmla="*/ 3792098 h 6858000"/>
              <a:gd name="connsiteX93" fmla="*/ 716465 w 1605470"/>
              <a:gd name="connsiteY93" fmla="*/ 3777135 h 6858000"/>
              <a:gd name="connsiteX94" fmla="*/ 718198 w 1605470"/>
              <a:gd name="connsiteY94" fmla="*/ 3771656 h 6858000"/>
              <a:gd name="connsiteX95" fmla="*/ 721941 w 1605470"/>
              <a:gd name="connsiteY95" fmla="*/ 3769007 h 6858000"/>
              <a:gd name="connsiteX96" fmla="*/ 721407 w 1605470"/>
              <a:gd name="connsiteY96" fmla="*/ 3767709 h 6858000"/>
              <a:gd name="connsiteX97" fmla="*/ 730103 w 1605470"/>
              <a:gd name="connsiteY97" fmla="*/ 3738082 h 6858000"/>
              <a:gd name="connsiteX98" fmla="*/ 737449 w 1605470"/>
              <a:gd name="connsiteY98" fmla="*/ 3673397 h 6858000"/>
              <a:gd name="connsiteX99" fmla="*/ 736745 w 1605470"/>
              <a:gd name="connsiteY99" fmla="*/ 3637109 h 6858000"/>
              <a:gd name="connsiteX100" fmla="*/ 740188 w 1605470"/>
              <a:gd name="connsiteY100" fmla="*/ 3536883 h 6858000"/>
              <a:gd name="connsiteX101" fmla="*/ 747726 w 1605470"/>
              <a:gd name="connsiteY101" fmla="*/ 3435652 h 6858000"/>
              <a:gd name="connsiteX102" fmla="*/ 774383 w 1605470"/>
              <a:gd name="connsiteY102" fmla="*/ 3381564 h 6858000"/>
              <a:gd name="connsiteX103" fmla="*/ 774870 w 1605470"/>
              <a:gd name="connsiteY103" fmla="*/ 3375761 h 6858000"/>
              <a:gd name="connsiteX104" fmla="*/ 770510 w 1605470"/>
              <a:gd name="connsiteY104" fmla="*/ 3361844 h 6858000"/>
              <a:gd name="connsiteX105" fmla="*/ 767933 w 1605470"/>
              <a:gd name="connsiteY105" fmla="*/ 3356929 h 6858000"/>
              <a:gd name="connsiteX106" fmla="*/ 766158 w 1605470"/>
              <a:gd name="connsiteY106" fmla="*/ 3349058 h 6858000"/>
              <a:gd name="connsiteX107" fmla="*/ 766414 w 1605470"/>
              <a:gd name="connsiteY107" fmla="*/ 3348763 h 6858000"/>
              <a:gd name="connsiteX108" fmla="*/ 764166 w 1605470"/>
              <a:gd name="connsiteY108" fmla="*/ 3341588 h 6858000"/>
              <a:gd name="connsiteX109" fmla="*/ 749397 w 1605470"/>
              <a:gd name="connsiteY109" fmla="*/ 3307769 h 6858000"/>
              <a:gd name="connsiteX110" fmla="*/ 766960 w 1605470"/>
              <a:gd name="connsiteY110" fmla="*/ 3250522 h 6858000"/>
              <a:gd name="connsiteX111" fmla="*/ 767385 w 1605470"/>
              <a:gd name="connsiteY111" fmla="*/ 3229163 h 6858000"/>
              <a:gd name="connsiteX112" fmla="*/ 769208 w 1605470"/>
              <a:gd name="connsiteY112" fmla="*/ 3217217 h 6858000"/>
              <a:gd name="connsiteX113" fmla="*/ 770350 w 1605470"/>
              <a:gd name="connsiteY113" fmla="*/ 3216125 h 6858000"/>
              <a:gd name="connsiteX114" fmla="*/ 756043 w 1605470"/>
              <a:gd name="connsiteY114" fmla="*/ 3183755 h 6858000"/>
              <a:gd name="connsiteX115" fmla="*/ 756544 w 1605470"/>
              <a:gd name="connsiteY115" fmla="*/ 3178642 h 6858000"/>
              <a:gd name="connsiteX116" fmla="*/ 744144 w 1605470"/>
              <a:gd name="connsiteY116" fmla="*/ 3158586 h 6858000"/>
              <a:gd name="connsiteX117" fmla="*/ 739378 w 1605470"/>
              <a:gd name="connsiteY117" fmla="*/ 3147669 h 6858000"/>
              <a:gd name="connsiteX118" fmla="*/ 734648 w 1605470"/>
              <a:gd name="connsiteY118" fmla="*/ 3145733 h 6858000"/>
              <a:gd name="connsiteX119" fmla="*/ 729329 w 1605470"/>
              <a:gd name="connsiteY119" fmla="*/ 3129034 h 6858000"/>
              <a:gd name="connsiteX120" fmla="*/ 729994 w 1605470"/>
              <a:gd name="connsiteY120" fmla="*/ 3126682 h 6858000"/>
              <a:gd name="connsiteX121" fmla="*/ 720862 w 1605470"/>
              <a:gd name="connsiteY121" fmla="*/ 3114519 h 6858000"/>
              <a:gd name="connsiteX122" fmla="*/ 707471 w 1605470"/>
              <a:gd name="connsiteY122" fmla="*/ 3106272 h 6858000"/>
              <a:gd name="connsiteX123" fmla="*/ 680201 w 1605470"/>
              <a:gd name="connsiteY123" fmla="*/ 2958185 h 6858000"/>
              <a:gd name="connsiteX124" fmla="*/ 622815 w 1605470"/>
              <a:gd name="connsiteY124" fmla="*/ 2762989 h 6858000"/>
              <a:gd name="connsiteX125" fmla="*/ 571733 w 1605470"/>
              <a:gd name="connsiteY125" fmla="*/ 2554718 h 6858000"/>
              <a:gd name="connsiteX126" fmla="*/ 551827 w 1605470"/>
              <a:gd name="connsiteY126" fmla="*/ 2485734 h 6858000"/>
              <a:gd name="connsiteX127" fmla="*/ 542550 w 1605470"/>
              <a:gd name="connsiteY127" fmla="*/ 2447068 h 6858000"/>
              <a:gd name="connsiteX128" fmla="*/ 529511 w 1605470"/>
              <a:gd name="connsiteY128" fmla="*/ 2425819 h 6858000"/>
              <a:gd name="connsiteX129" fmla="*/ 528878 w 1605470"/>
              <a:gd name="connsiteY129" fmla="*/ 2408971 h 6858000"/>
              <a:gd name="connsiteX130" fmla="*/ 535510 w 1605470"/>
              <a:gd name="connsiteY130" fmla="*/ 2402874 h 6858000"/>
              <a:gd name="connsiteX131" fmla="*/ 538122 w 1605470"/>
              <a:gd name="connsiteY131" fmla="*/ 2381443 h 6858000"/>
              <a:gd name="connsiteX132" fmla="*/ 514451 w 1605470"/>
              <a:gd name="connsiteY132" fmla="*/ 2261920 h 6858000"/>
              <a:gd name="connsiteX133" fmla="*/ 486968 w 1605470"/>
              <a:gd name="connsiteY133" fmla="*/ 2182937 h 6858000"/>
              <a:gd name="connsiteX134" fmla="*/ 488555 w 1605470"/>
              <a:gd name="connsiteY134" fmla="*/ 2155135 h 6858000"/>
              <a:gd name="connsiteX135" fmla="*/ 486013 w 1605470"/>
              <a:gd name="connsiteY135" fmla="*/ 2118008 h 6858000"/>
              <a:gd name="connsiteX136" fmla="*/ 487006 w 1605470"/>
              <a:gd name="connsiteY136" fmla="*/ 2050531 h 6858000"/>
              <a:gd name="connsiteX137" fmla="*/ 478812 w 1605470"/>
              <a:gd name="connsiteY137" fmla="*/ 1963269 h 6858000"/>
              <a:gd name="connsiteX138" fmla="*/ 442619 w 1605470"/>
              <a:gd name="connsiteY138" fmla="*/ 1910499 h 6858000"/>
              <a:gd name="connsiteX139" fmla="*/ 446785 w 1605470"/>
              <a:gd name="connsiteY139" fmla="*/ 1903212 h 6858000"/>
              <a:gd name="connsiteX140" fmla="*/ 436547 w 1605470"/>
              <a:gd name="connsiteY140" fmla="*/ 1861531 h 6858000"/>
              <a:gd name="connsiteX141" fmla="*/ 390346 w 1605470"/>
              <a:gd name="connsiteY141" fmla="*/ 1732919 h 6858000"/>
              <a:gd name="connsiteX142" fmla="*/ 362657 w 1605470"/>
              <a:gd name="connsiteY142" fmla="*/ 1663540 h 6858000"/>
              <a:gd name="connsiteX143" fmla="*/ 361783 w 1605470"/>
              <a:gd name="connsiteY143" fmla="*/ 1615777 h 6858000"/>
              <a:gd name="connsiteX144" fmla="*/ 342578 w 1605470"/>
              <a:gd name="connsiteY144" fmla="*/ 1563678 h 6858000"/>
              <a:gd name="connsiteX145" fmla="*/ 355658 w 1605470"/>
              <a:gd name="connsiteY145" fmla="*/ 1519474 h 6858000"/>
              <a:gd name="connsiteX146" fmla="*/ 348400 w 1605470"/>
              <a:gd name="connsiteY146" fmla="*/ 1477995 h 6858000"/>
              <a:gd name="connsiteX147" fmla="*/ 334485 w 1605470"/>
              <a:gd name="connsiteY147" fmla="*/ 1373769 h 6858000"/>
              <a:gd name="connsiteX148" fmla="*/ 342792 w 1605470"/>
              <a:gd name="connsiteY148" fmla="*/ 1307086 h 6858000"/>
              <a:gd name="connsiteX149" fmla="*/ 343980 w 1605470"/>
              <a:gd name="connsiteY149" fmla="*/ 1189033 h 6858000"/>
              <a:gd name="connsiteX150" fmla="*/ 348665 w 1605470"/>
              <a:gd name="connsiteY150" fmla="*/ 1168288 h 6858000"/>
              <a:gd name="connsiteX151" fmla="*/ 340947 w 1605470"/>
              <a:gd name="connsiteY151" fmla="*/ 1142577 h 6858000"/>
              <a:gd name="connsiteX152" fmla="*/ 330253 w 1605470"/>
              <a:gd name="connsiteY152" fmla="*/ 1088484 h 6858000"/>
              <a:gd name="connsiteX153" fmla="*/ 318989 w 1605470"/>
              <a:gd name="connsiteY153" fmla="*/ 1016103 h 6858000"/>
              <a:gd name="connsiteX154" fmla="*/ 320445 w 1605470"/>
              <a:gd name="connsiteY154" fmla="*/ 932283 h 6858000"/>
              <a:gd name="connsiteX155" fmla="*/ 322681 w 1605470"/>
              <a:gd name="connsiteY155" fmla="*/ 915925 h 6858000"/>
              <a:gd name="connsiteX156" fmla="*/ 315310 w 1605470"/>
              <a:gd name="connsiteY156" fmla="*/ 896999 h 6858000"/>
              <a:gd name="connsiteX157" fmla="*/ 284718 w 1605470"/>
              <a:gd name="connsiteY157" fmla="*/ 821517 h 6858000"/>
              <a:gd name="connsiteX158" fmla="*/ 263668 w 1605470"/>
              <a:gd name="connsiteY158" fmla="*/ 751353 h 6858000"/>
              <a:gd name="connsiteX159" fmla="*/ 263226 w 1605470"/>
              <a:gd name="connsiteY159" fmla="*/ 721230 h 6858000"/>
              <a:gd name="connsiteX160" fmla="*/ 248897 w 1605470"/>
              <a:gd name="connsiteY160" fmla="*/ 681659 h 6858000"/>
              <a:gd name="connsiteX161" fmla="*/ 234316 w 1605470"/>
              <a:gd name="connsiteY161" fmla="*/ 635218 h 6858000"/>
              <a:gd name="connsiteX162" fmla="*/ 239327 w 1605470"/>
              <a:gd name="connsiteY162" fmla="*/ 613763 h 6858000"/>
              <a:gd name="connsiteX163" fmla="*/ 225269 w 1605470"/>
              <a:gd name="connsiteY163" fmla="*/ 598582 h 6858000"/>
              <a:gd name="connsiteX164" fmla="*/ 224950 w 1605470"/>
              <a:gd name="connsiteY164" fmla="*/ 576846 h 6858000"/>
              <a:gd name="connsiteX165" fmla="*/ 204576 w 1605470"/>
              <a:gd name="connsiteY165" fmla="*/ 530055 h 6858000"/>
              <a:gd name="connsiteX166" fmla="*/ 219064 w 1605470"/>
              <a:gd name="connsiteY166" fmla="*/ 469651 h 6858000"/>
              <a:gd name="connsiteX167" fmla="*/ 195012 w 1605470"/>
              <a:gd name="connsiteY167" fmla="*/ 448559 h 6858000"/>
              <a:gd name="connsiteX168" fmla="*/ 201434 w 1605470"/>
              <a:gd name="connsiteY168" fmla="*/ 441529 h 6858000"/>
              <a:gd name="connsiteX169" fmla="*/ 200655 w 1605470"/>
              <a:gd name="connsiteY169" fmla="*/ 428927 h 6858000"/>
              <a:gd name="connsiteX170" fmla="*/ 190059 w 1605470"/>
              <a:gd name="connsiteY170" fmla="*/ 430161 h 6858000"/>
              <a:gd name="connsiteX171" fmla="*/ 167079 w 1605470"/>
              <a:gd name="connsiteY171" fmla="*/ 367211 h 6858000"/>
              <a:gd name="connsiteX172" fmla="*/ 124571 w 1605470"/>
              <a:gd name="connsiteY172" fmla="*/ 302178 h 6858000"/>
              <a:gd name="connsiteX173" fmla="*/ 103243 w 1605470"/>
              <a:gd name="connsiteY173" fmla="*/ 211375 h 6858000"/>
              <a:gd name="connsiteX174" fmla="*/ 94571 w 1605470"/>
              <a:gd name="connsiteY174" fmla="*/ 184179 h 6858000"/>
              <a:gd name="connsiteX175" fmla="*/ 13437 w 1605470"/>
              <a:gd name="connsiteY175" fmla="*/ 19287 h 6858000"/>
              <a:gd name="connsiteX176" fmla="*/ 0 w 1605470"/>
              <a:gd name="connsiteY176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3992 w 1605470"/>
              <a:gd name="connsiteY37" fmla="*/ 5619557 h 6858000"/>
              <a:gd name="connsiteX38" fmla="*/ 531653 w 1605470"/>
              <a:gd name="connsiteY38" fmla="*/ 5604904 h 6858000"/>
              <a:gd name="connsiteX39" fmla="*/ 539863 w 1605470"/>
              <a:gd name="connsiteY39" fmla="*/ 5604298 h 6858000"/>
              <a:gd name="connsiteX40" fmla="*/ 552319 w 1605470"/>
              <a:gd name="connsiteY40" fmla="*/ 5587997 h 6858000"/>
              <a:gd name="connsiteX41" fmla="*/ 564053 w 1605470"/>
              <a:gd name="connsiteY41" fmla="*/ 5539915 h 6858000"/>
              <a:gd name="connsiteX42" fmla="*/ 587214 w 1605470"/>
              <a:gd name="connsiteY42" fmla="*/ 5451511 h 6858000"/>
              <a:gd name="connsiteX43" fmla="*/ 608019 w 1605470"/>
              <a:gd name="connsiteY43" fmla="*/ 5385461 h 6858000"/>
              <a:gd name="connsiteX44" fmla="*/ 622750 w 1605470"/>
              <a:gd name="connsiteY44" fmla="*/ 5363084 h 6858000"/>
              <a:gd name="connsiteX45" fmla="*/ 638731 w 1605470"/>
              <a:gd name="connsiteY45" fmla="*/ 5330009 h 6858000"/>
              <a:gd name="connsiteX46" fmla="*/ 672224 w 1605470"/>
              <a:gd name="connsiteY46" fmla="*/ 5273739 h 6858000"/>
              <a:gd name="connsiteX47" fmla="*/ 681823 w 1605470"/>
              <a:gd name="connsiteY47" fmla="*/ 5241779 h 6858000"/>
              <a:gd name="connsiteX48" fmla="*/ 693049 w 1605470"/>
              <a:gd name="connsiteY48" fmla="*/ 5225268 h 6858000"/>
              <a:gd name="connsiteX49" fmla="*/ 694069 w 1605470"/>
              <a:gd name="connsiteY49" fmla="*/ 5217684 h 6858000"/>
              <a:gd name="connsiteX50" fmla="*/ 701410 w 1605470"/>
              <a:gd name="connsiteY50" fmla="*/ 5193377 h 6858000"/>
              <a:gd name="connsiteX51" fmla="*/ 704713 w 1605470"/>
              <a:gd name="connsiteY51" fmla="*/ 5179288 h 6858000"/>
              <a:gd name="connsiteX52" fmla="*/ 705697 w 1605470"/>
              <a:gd name="connsiteY52" fmla="*/ 5173621 h 6858000"/>
              <a:gd name="connsiteX53" fmla="*/ 701331 w 1605470"/>
              <a:gd name="connsiteY53" fmla="*/ 5159961 h 6858000"/>
              <a:gd name="connsiteX54" fmla="*/ 708008 w 1605470"/>
              <a:gd name="connsiteY54" fmla="*/ 5144295 h 6858000"/>
              <a:gd name="connsiteX55" fmla="*/ 704941 w 1605470"/>
              <a:gd name="connsiteY55" fmla="*/ 5125185 h 6858000"/>
              <a:gd name="connsiteX56" fmla="*/ 711771 w 1605470"/>
              <a:gd name="connsiteY56" fmla="*/ 5121884 h 6858000"/>
              <a:gd name="connsiteX57" fmla="*/ 721092 w 1605470"/>
              <a:gd name="connsiteY57" fmla="*/ 5108383 h 6858000"/>
              <a:gd name="connsiteX58" fmla="*/ 717045 w 1605470"/>
              <a:gd name="connsiteY58" fmla="*/ 5094705 h 6858000"/>
              <a:gd name="connsiteX59" fmla="*/ 718807 w 1605470"/>
              <a:gd name="connsiteY59" fmla="*/ 5067850 h 6858000"/>
              <a:gd name="connsiteX60" fmla="*/ 721538 w 1605470"/>
              <a:gd name="connsiteY60" fmla="*/ 5060861 h 6858000"/>
              <a:gd name="connsiteX61" fmla="*/ 718242 w 1605470"/>
              <a:gd name="connsiteY61" fmla="*/ 5034192 h 6858000"/>
              <a:gd name="connsiteX62" fmla="*/ 719796 w 1605470"/>
              <a:gd name="connsiteY62" fmla="*/ 4993030 h 6858000"/>
              <a:gd name="connsiteX63" fmla="*/ 726705 w 1605470"/>
              <a:gd name="connsiteY63" fmla="*/ 4946844 h 6858000"/>
              <a:gd name="connsiteX64" fmla="*/ 722561 w 1605470"/>
              <a:gd name="connsiteY64" fmla="*/ 4932692 h 6858000"/>
              <a:gd name="connsiteX65" fmla="*/ 724935 w 1605470"/>
              <a:gd name="connsiteY65" fmla="*/ 4821504 h 6858000"/>
              <a:gd name="connsiteX66" fmla="*/ 732118 w 1605470"/>
              <a:gd name="connsiteY66" fmla="*/ 4801535 h 6858000"/>
              <a:gd name="connsiteX67" fmla="*/ 739787 w 1605470"/>
              <a:gd name="connsiteY67" fmla="*/ 4797794 h 6858000"/>
              <a:gd name="connsiteX68" fmla="*/ 741081 w 1605470"/>
              <a:gd name="connsiteY68" fmla="*/ 4784526 h 6858000"/>
              <a:gd name="connsiteX69" fmla="*/ 742865 w 1605470"/>
              <a:gd name="connsiteY69" fmla="*/ 4781211 h 6858000"/>
              <a:gd name="connsiteX70" fmla="*/ 751652 w 1605470"/>
              <a:gd name="connsiteY70" fmla="*/ 4761984 h 6858000"/>
              <a:gd name="connsiteX71" fmla="*/ 747700 w 1605470"/>
              <a:gd name="connsiteY71" fmla="*/ 4690749 h 6858000"/>
              <a:gd name="connsiteX72" fmla="*/ 743180 w 1605470"/>
              <a:gd name="connsiteY72" fmla="*/ 4613201 h 6858000"/>
              <a:gd name="connsiteX73" fmla="*/ 738263 w 1605470"/>
              <a:gd name="connsiteY73" fmla="*/ 4444346 h 6858000"/>
              <a:gd name="connsiteX74" fmla="*/ 756542 w 1605470"/>
              <a:gd name="connsiteY74" fmla="*/ 4350346 h 6858000"/>
              <a:gd name="connsiteX75" fmla="*/ 715481 w 1605470"/>
              <a:gd name="connsiteY75" fmla="*/ 4214165 h 6858000"/>
              <a:gd name="connsiteX76" fmla="*/ 719554 w 1605470"/>
              <a:gd name="connsiteY76" fmla="*/ 4090296 h 6858000"/>
              <a:gd name="connsiteX77" fmla="*/ 704810 w 1605470"/>
              <a:gd name="connsiteY77" fmla="*/ 4033999 h 6858000"/>
              <a:gd name="connsiteX78" fmla="*/ 705959 w 1605470"/>
              <a:gd name="connsiteY78" fmla="*/ 4031933 h 6858000"/>
              <a:gd name="connsiteX79" fmla="*/ 704535 w 1605470"/>
              <a:gd name="connsiteY79" fmla="*/ 4013953 h 6858000"/>
              <a:gd name="connsiteX80" fmla="*/ 700443 w 1605470"/>
              <a:gd name="connsiteY80" fmla="*/ 4010511 h 6858000"/>
              <a:gd name="connsiteX81" fmla="*/ 698282 w 1605470"/>
              <a:gd name="connsiteY81" fmla="*/ 3998331 h 6858000"/>
              <a:gd name="connsiteX82" fmla="*/ 690830 w 1605470"/>
              <a:gd name="connsiteY82" fmla="*/ 3974753 h 6858000"/>
              <a:gd name="connsiteX83" fmla="*/ 692428 w 1605470"/>
              <a:gd name="connsiteY83" fmla="*/ 3969950 h 6858000"/>
              <a:gd name="connsiteX84" fmla="*/ 685850 w 1605470"/>
              <a:gd name="connsiteY84" fmla="*/ 3933779 h 6858000"/>
              <a:gd name="connsiteX85" fmla="*/ 687181 w 1605470"/>
              <a:gd name="connsiteY85" fmla="*/ 3933093 h 6858000"/>
              <a:gd name="connsiteX86" fmla="*/ 691535 w 1605470"/>
              <a:gd name="connsiteY86" fmla="*/ 3922082 h 6858000"/>
              <a:gd name="connsiteX87" fmla="*/ 696613 w 1605470"/>
              <a:gd name="connsiteY87" fmla="*/ 3901461 h 6858000"/>
              <a:gd name="connsiteX88" fmla="*/ 719207 w 1605470"/>
              <a:gd name="connsiteY88" fmla="*/ 3813873 h 6858000"/>
              <a:gd name="connsiteX89" fmla="*/ 718632 w 1605470"/>
              <a:gd name="connsiteY89" fmla="*/ 3806161 h 6858000"/>
              <a:gd name="connsiteX90" fmla="*/ 718939 w 1605470"/>
              <a:gd name="connsiteY90" fmla="*/ 3805957 h 6858000"/>
              <a:gd name="connsiteX91" fmla="*/ 718966 w 1605470"/>
              <a:gd name="connsiteY91" fmla="*/ 3797724 h 6858000"/>
              <a:gd name="connsiteX92" fmla="*/ 717581 w 1605470"/>
              <a:gd name="connsiteY92" fmla="*/ 3792098 h 6858000"/>
              <a:gd name="connsiteX93" fmla="*/ 716465 w 1605470"/>
              <a:gd name="connsiteY93" fmla="*/ 3777135 h 6858000"/>
              <a:gd name="connsiteX94" fmla="*/ 718198 w 1605470"/>
              <a:gd name="connsiteY94" fmla="*/ 3771656 h 6858000"/>
              <a:gd name="connsiteX95" fmla="*/ 721941 w 1605470"/>
              <a:gd name="connsiteY95" fmla="*/ 3769007 h 6858000"/>
              <a:gd name="connsiteX96" fmla="*/ 721407 w 1605470"/>
              <a:gd name="connsiteY96" fmla="*/ 3767709 h 6858000"/>
              <a:gd name="connsiteX97" fmla="*/ 730103 w 1605470"/>
              <a:gd name="connsiteY97" fmla="*/ 3738082 h 6858000"/>
              <a:gd name="connsiteX98" fmla="*/ 737449 w 1605470"/>
              <a:gd name="connsiteY98" fmla="*/ 3673397 h 6858000"/>
              <a:gd name="connsiteX99" fmla="*/ 736745 w 1605470"/>
              <a:gd name="connsiteY99" fmla="*/ 3637109 h 6858000"/>
              <a:gd name="connsiteX100" fmla="*/ 740188 w 1605470"/>
              <a:gd name="connsiteY100" fmla="*/ 3536883 h 6858000"/>
              <a:gd name="connsiteX101" fmla="*/ 747726 w 1605470"/>
              <a:gd name="connsiteY101" fmla="*/ 3435652 h 6858000"/>
              <a:gd name="connsiteX102" fmla="*/ 774383 w 1605470"/>
              <a:gd name="connsiteY102" fmla="*/ 3381564 h 6858000"/>
              <a:gd name="connsiteX103" fmla="*/ 774870 w 1605470"/>
              <a:gd name="connsiteY103" fmla="*/ 3375761 h 6858000"/>
              <a:gd name="connsiteX104" fmla="*/ 770510 w 1605470"/>
              <a:gd name="connsiteY104" fmla="*/ 3361844 h 6858000"/>
              <a:gd name="connsiteX105" fmla="*/ 767933 w 1605470"/>
              <a:gd name="connsiteY105" fmla="*/ 3356929 h 6858000"/>
              <a:gd name="connsiteX106" fmla="*/ 766158 w 1605470"/>
              <a:gd name="connsiteY106" fmla="*/ 3349058 h 6858000"/>
              <a:gd name="connsiteX107" fmla="*/ 766414 w 1605470"/>
              <a:gd name="connsiteY107" fmla="*/ 3348763 h 6858000"/>
              <a:gd name="connsiteX108" fmla="*/ 764166 w 1605470"/>
              <a:gd name="connsiteY108" fmla="*/ 3341588 h 6858000"/>
              <a:gd name="connsiteX109" fmla="*/ 749397 w 1605470"/>
              <a:gd name="connsiteY109" fmla="*/ 3307769 h 6858000"/>
              <a:gd name="connsiteX110" fmla="*/ 766960 w 1605470"/>
              <a:gd name="connsiteY110" fmla="*/ 3250522 h 6858000"/>
              <a:gd name="connsiteX111" fmla="*/ 767385 w 1605470"/>
              <a:gd name="connsiteY111" fmla="*/ 3229163 h 6858000"/>
              <a:gd name="connsiteX112" fmla="*/ 769208 w 1605470"/>
              <a:gd name="connsiteY112" fmla="*/ 3217217 h 6858000"/>
              <a:gd name="connsiteX113" fmla="*/ 770350 w 1605470"/>
              <a:gd name="connsiteY113" fmla="*/ 3216125 h 6858000"/>
              <a:gd name="connsiteX114" fmla="*/ 756043 w 1605470"/>
              <a:gd name="connsiteY114" fmla="*/ 3183755 h 6858000"/>
              <a:gd name="connsiteX115" fmla="*/ 756544 w 1605470"/>
              <a:gd name="connsiteY115" fmla="*/ 3178642 h 6858000"/>
              <a:gd name="connsiteX116" fmla="*/ 744144 w 1605470"/>
              <a:gd name="connsiteY116" fmla="*/ 3158586 h 6858000"/>
              <a:gd name="connsiteX117" fmla="*/ 739378 w 1605470"/>
              <a:gd name="connsiteY117" fmla="*/ 3147669 h 6858000"/>
              <a:gd name="connsiteX118" fmla="*/ 734648 w 1605470"/>
              <a:gd name="connsiteY118" fmla="*/ 3145733 h 6858000"/>
              <a:gd name="connsiteX119" fmla="*/ 729329 w 1605470"/>
              <a:gd name="connsiteY119" fmla="*/ 3129034 h 6858000"/>
              <a:gd name="connsiteX120" fmla="*/ 729994 w 1605470"/>
              <a:gd name="connsiteY120" fmla="*/ 3126682 h 6858000"/>
              <a:gd name="connsiteX121" fmla="*/ 720862 w 1605470"/>
              <a:gd name="connsiteY121" fmla="*/ 3114519 h 6858000"/>
              <a:gd name="connsiteX122" fmla="*/ 707471 w 1605470"/>
              <a:gd name="connsiteY122" fmla="*/ 3106272 h 6858000"/>
              <a:gd name="connsiteX123" fmla="*/ 680201 w 1605470"/>
              <a:gd name="connsiteY123" fmla="*/ 2958185 h 6858000"/>
              <a:gd name="connsiteX124" fmla="*/ 622815 w 1605470"/>
              <a:gd name="connsiteY124" fmla="*/ 2762989 h 6858000"/>
              <a:gd name="connsiteX125" fmla="*/ 571733 w 1605470"/>
              <a:gd name="connsiteY125" fmla="*/ 2554718 h 6858000"/>
              <a:gd name="connsiteX126" fmla="*/ 551827 w 1605470"/>
              <a:gd name="connsiteY126" fmla="*/ 2485734 h 6858000"/>
              <a:gd name="connsiteX127" fmla="*/ 542550 w 1605470"/>
              <a:gd name="connsiteY127" fmla="*/ 2447068 h 6858000"/>
              <a:gd name="connsiteX128" fmla="*/ 529511 w 1605470"/>
              <a:gd name="connsiteY128" fmla="*/ 2425819 h 6858000"/>
              <a:gd name="connsiteX129" fmla="*/ 528878 w 1605470"/>
              <a:gd name="connsiteY129" fmla="*/ 2408971 h 6858000"/>
              <a:gd name="connsiteX130" fmla="*/ 535510 w 1605470"/>
              <a:gd name="connsiteY130" fmla="*/ 2402874 h 6858000"/>
              <a:gd name="connsiteX131" fmla="*/ 538122 w 1605470"/>
              <a:gd name="connsiteY131" fmla="*/ 2381443 h 6858000"/>
              <a:gd name="connsiteX132" fmla="*/ 514451 w 1605470"/>
              <a:gd name="connsiteY132" fmla="*/ 2261920 h 6858000"/>
              <a:gd name="connsiteX133" fmla="*/ 486968 w 1605470"/>
              <a:gd name="connsiteY133" fmla="*/ 2182937 h 6858000"/>
              <a:gd name="connsiteX134" fmla="*/ 488555 w 1605470"/>
              <a:gd name="connsiteY134" fmla="*/ 2155135 h 6858000"/>
              <a:gd name="connsiteX135" fmla="*/ 486013 w 1605470"/>
              <a:gd name="connsiteY135" fmla="*/ 2118008 h 6858000"/>
              <a:gd name="connsiteX136" fmla="*/ 487006 w 1605470"/>
              <a:gd name="connsiteY136" fmla="*/ 2050531 h 6858000"/>
              <a:gd name="connsiteX137" fmla="*/ 478812 w 1605470"/>
              <a:gd name="connsiteY137" fmla="*/ 1963269 h 6858000"/>
              <a:gd name="connsiteX138" fmla="*/ 442619 w 1605470"/>
              <a:gd name="connsiteY138" fmla="*/ 1910499 h 6858000"/>
              <a:gd name="connsiteX139" fmla="*/ 446785 w 1605470"/>
              <a:gd name="connsiteY139" fmla="*/ 1903212 h 6858000"/>
              <a:gd name="connsiteX140" fmla="*/ 436547 w 1605470"/>
              <a:gd name="connsiteY140" fmla="*/ 1861531 h 6858000"/>
              <a:gd name="connsiteX141" fmla="*/ 390346 w 1605470"/>
              <a:gd name="connsiteY141" fmla="*/ 1732919 h 6858000"/>
              <a:gd name="connsiteX142" fmla="*/ 362657 w 1605470"/>
              <a:gd name="connsiteY142" fmla="*/ 1663540 h 6858000"/>
              <a:gd name="connsiteX143" fmla="*/ 361783 w 1605470"/>
              <a:gd name="connsiteY143" fmla="*/ 1615777 h 6858000"/>
              <a:gd name="connsiteX144" fmla="*/ 342578 w 1605470"/>
              <a:gd name="connsiteY144" fmla="*/ 1563678 h 6858000"/>
              <a:gd name="connsiteX145" fmla="*/ 355658 w 1605470"/>
              <a:gd name="connsiteY145" fmla="*/ 1519474 h 6858000"/>
              <a:gd name="connsiteX146" fmla="*/ 348400 w 1605470"/>
              <a:gd name="connsiteY146" fmla="*/ 1477995 h 6858000"/>
              <a:gd name="connsiteX147" fmla="*/ 334485 w 1605470"/>
              <a:gd name="connsiteY147" fmla="*/ 1373769 h 6858000"/>
              <a:gd name="connsiteX148" fmla="*/ 342792 w 1605470"/>
              <a:gd name="connsiteY148" fmla="*/ 1307086 h 6858000"/>
              <a:gd name="connsiteX149" fmla="*/ 343980 w 1605470"/>
              <a:gd name="connsiteY149" fmla="*/ 1189033 h 6858000"/>
              <a:gd name="connsiteX150" fmla="*/ 348665 w 1605470"/>
              <a:gd name="connsiteY150" fmla="*/ 1168288 h 6858000"/>
              <a:gd name="connsiteX151" fmla="*/ 340947 w 1605470"/>
              <a:gd name="connsiteY151" fmla="*/ 1142577 h 6858000"/>
              <a:gd name="connsiteX152" fmla="*/ 330253 w 1605470"/>
              <a:gd name="connsiteY152" fmla="*/ 1088484 h 6858000"/>
              <a:gd name="connsiteX153" fmla="*/ 318989 w 1605470"/>
              <a:gd name="connsiteY153" fmla="*/ 1016103 h 6858000"/>
              <a:gd name="connsiteX154" fmla="*/ 320445 w 1605470"/>
              <a:gd name="connsiteY154" fmla="*/ 932283 h 6858000"/>
              <a:gd name="connsiteX155" fmla="*/ 322681 w 1605470"/>
              <a:gd name="connsiteY155" fmla="*/ 915925 h 6858000"/>
              <a:gd name="connsiteX156" fmla="*/ 315310 w 1605470"/>
              <a:gd name="connsiteY156" fmla="*/ 896999 h 6858000"/>
              <a:gd name="connsiteX157" fmla="*/ 284718 w 1605470"/>
              <a:gd name="connsiteY157" fmla="*/ 821517 h 6858000"/>
              <a:gd name="connsiteX158" fmla="*/ 263668 w 1605470"/>
              <a:gd name="connsiteY158" fmla="*/ 751353 h 6858000"/>
              <a:gd name="connsiteX159" fmla="*/ 263226 w 1605470"/>
              <a:gd name="connsiteY159" fmla="*/ 721230 h 6858000"/>
              <a:gd name="connsiteX160" fmla="*/ 248897 w 1605470"/>
              <a:gd name="connsiteY160" fmla="*/ 681659 h 6858000"/>
              <a:gd name="connsiteX161" fmla="*/ 234316 w 1605470"/>
              <a:gd name="connsiteY161" fmla="*/ 635218 h 6858000"/>
              <a:gd name="connsiteX162" fmla="*/ 239327 w 1605470"/>
              <a:gd name="connsiteY162" fmla="*/ 613763 h 6858000"/>
              <a:gd name="connsiteX163" fmla="*/ 225269 w 1605470"/>
              <a:gd name="connsiteY163" fmla="*/ 598582 h 6858000"/>
              <a:gd name="connsiteX164" fmla="*/ 224950 w 1605470"/>
              <a:gd name="connsiteY164" fmla="*/ 576846 h 6858000"/>
              <a:gd name="connsiteX165" fmla="*/ 204576 w 1605470"/>
              <a:gd name="connsiteY165" fmla="*/ 530055 h 6858000"/>
              <a:gd name="connsiteX166" fmla="*/ 219064 w 1605470"/>
              <a:gd name="connsiteY166" fmla="*/ 469651 h 6858000"/>
              <a:gd name="connsiteX167" fmla="*/ 195012 w 1605470"/>
              <a:gd name="connsiteY167" fmla="*/ 448559 h 6858000"/>
              <a:gd name="connsiteX168" fmla="*/ 201434 w 1605470"/>
              <a:gd name="connsiteY168" fmla="*/ 441529 h 6858000"/>
              <a:gd name="connsiteX169" fmla="*/ 200655 w 1605470"/>
              <a:gd name="connsiteY169" fmla="*/ 428927 h 6858000"/>
              <a:gd name="connsiteX170" fmla="*/ 190059 w 1605470"/>
              <a:gd name="connsiteY170" fmla="*/ 430161 h 6858000"/>
              <a:gd name="connsiteX171" fmla="*/ 167079 w 1605470"/>
              <a:gd name="connsiteY171" fmla="*/ 367211 h 6858000"/>
              <a:gd name="connsiteX172" fmla="*/ 124571 w 1605470"/>
              <a:gd name="connsiteY172" fmla="*/ 302178 h 6858000"/>
              <a:gd name="connsiteX173" fmla="*/ 103243 w 1605470"/>
              <a:gd name="connsiteY173" fmla="*/ 211375 h 6858000"/>
              <a:gd name="connsiteX174" fmla="*/ 94571 w 1605470"/>
              <a:gd name="connsiteY174" fmla="*/ 184179 h 6858000"/>
              <a:gd name="connsiteX175" fmla="*/ 13437 w 1605470"/>
              <a:gd name="connsiteY175" fmla="*/ 19287 h 6858000"/>
              <a:gd name="connsiteX176" fmla="*/ 0 w 1605470"/>
              <a:gd name="connsiteY176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3992 w 1605470"/>
              <a:gd name="connsiteY37" fmla="*/ 5619557 h 6858000"/>
              <a:gd name="connsiteX38" fmla="*/ 531653 w 1605470"/>
              <a:gd name="connsiteY38" fmla="*/ 5604904 h 6858000"/>
              <a:gd name="connsiteX39" fmla="*/ 539863 w 1605470"/>
              <a:gd name="connsiteY39" fmla="*/ 5604298 h 6858000"/>
              <a:gd name="connsiteX40" fmla="*/ 552319 w 1605470"/>
              <a:gd name="connsiteY40" fmla="*/ 5587997 h 6858000"/>
              <a:gd name="connsiteX41" fmla="*/ 564053 w 1605470"/>
              <a:gd name="connsiteY41" fmla="*/ 5539915 h 6858000"/>
              <a:gd name="connsiteX42" fmla="*/ 587214 w 1605470"/>
              <a:gd name="connsiteY42" fmla="*/ 5451511 h 6858000"/>
              <a:gd name="connsiteX43" fmla="*/ 608019 w 1605470"/>
              <a:gd name="connsiteY43" fmla="*/ 5385461 h 6858000"/>
              <a:gd name="connsiteX44" fmla="*/ 622750 w 1605470"/>
              <a:gd name="connsiteY44" fmla="*/ 5363084 h 6858000"/>
              <a:gd name="connsiteX45" fmla="*/ 638731 w 1605470"/>
              <a:gd name="connsiteY45" fmla="*/ 5330009 h 6858000"/>
              <a:gd name="connsiteX46" fmla="*/ 672224 w 1605470"/>
              <a:gd name="connsiteY46" fmla="*/ 5273739 h 6858000"/>
              <a:gd name="connsiteX47" fmla="*/ 681823 w 1605470"/>
              <a:gd name="connsiteY47" fmla="*/ 5241779 h 6858000"/>
              <a:gd name="connsiteX48" fmla="*/ 693049 w 1605470"/>
              <a:gd name="connsiteY48" fmla="*/ 5225268 h 6858000"/>
              <a:gd name="connsiteX49" fmla="*/ 694069 w 1605470"/>
              <a:gd name="connsiteY49" fmla="*/ 5217684 h 6858000"/>
              <a:gd name="connsiteX50" fmla="*/ 701410 w 1605470"/>
              <a:gd name="connsiteY50" fmla="*/ 5193377 h 6858000"/>
              <a:gd name="connsiteX51" fmla="*/ 704713 w 1605470"/>
              <a:gd name="connsiteY51" fmla="*/ 5179288 h 6858000"/>
              <a:gd name="connsiteX52" fmla="*/ 705697 w 1605470"/>
              <a:gd name="connsiteY52" fmla="*/ 5173621 h 6858000"/>
              <a:gd name="connsiteX53" fmla="*/ 701331 w 1605470"/>
              <a:gd name="connsiteY53" fmla="*/ 5159961 h 6858000"/>
              <a:gd name="connsiteX54" fmla="*/ 708008 w 1605470"/>
              <a:gd name="connsiteY54" fmla="*/ 5144295 h 6858000"/>
              <a:gd name="connsiteX55" fmla="*/ 704941 w 1605470"/>
              <a:gd name="connsiteY55" fmla="*/ 5125185 h 6858000"/>
              <a:gd name="connsiteX56" fmla="*/ 711771 w 1605470"/>
              <a:gd name="connsiteY56" fmla="*/ 5121884 h 6858000"/>
              <a:gd name="connsiteX57" fmla="*/ 721092 w 1605470"/>
              <a:gd name="connsiteY57" fmla="*/ 5108383 h 6858000"/>
              <a:gd name="connsiteX58" fmla="*/ 717045 w 1605470"/>
              <a:gd name="connsiteY58" fmla="*/ 5094705 h 6858000"/>
              <a:gd name="connsiteX59" fmla="*/ 718807 w 1605470"/>
              <a:gd name="connsiteY59" fmla="*/ 5067850 h 6858000"/>
              <a:gd name="connsiteX60" fmla="*/ 721538 w 1605470"/>
              <a:gd name="connsiteY60" fmla="*/ 5060861 h 6858000"/>
              <a:gd name="connsiteX61" fmla="*/ 718242 w 1605470"/>
              <a:gd name="connsiteY61" fmla="*/ 5034192 h 6858000"/>
              <a:gd name="connsiteX62" fmla="*/ 719796 w 1605470"/>
              <a:gd name="connsiteY62" fmla="*/ 4993030 h 6858000"/>
              <a:gd name="connsiteX63" fmla="*/ 726705 w 1605470"/>
              <a:gd name="connsiteY63" fmla="*/ 4946844 h 6858000"/>
              <a:gd name="connsiteX64" fmla="*/ 722561 w 1605470"/>
              <a:gd name="connsiteY64" fmla="*/ 4932692 h 6858000"/>
              <a:gd name="connsiteX65" fmla="*/ 724935 w 1605470"/>
              <a:gd name="connsiteY65" fmla="*/ 4821504 h 6858000"/>
              <a:gd name="connsiteX66" fmla="*/ 732118 w 1605470"/>
              <a:gd name="connsiteY66" fmla="*/ 4801535 h 6858000"/>
              <a:gd name="connsiteX67" fmla="*/ 739787 w 1605470"/>
              <a:gd name="connsiteY67" fmla="*/ 4797794 h 6858000"/>
              <a:gd name="connsiteX68" fmla="*/ 741081 w 1605470"/>
              <a:gd name="connsiteY68" fmla="*/ 4784526 h 6858000"/>
              <a:gd name="connsiteX69" fmla="*/ 742865 w 1605470"/>
              <a:gd name="connsiteY69" fmla="*/ 4781211 h 6858000"/>
              <a:gd name="connsiteX70" fmla="*/ 751652 w 1605470"/>
              <a:gd name="connsiteY70" fmla="*/ 4761984 h 6858000"/>
              <a:gd name="connsiteX71" fmla="*/ 747700 w 1605470"/>
              <a:gd name="connsiteY71" fmla="*/ 4690749 h 6858000"/>
              <a:gd name="connsiteX72" fmla="*/ 743180 w 1605470"/>
              <a:gd name="connsiteY72" fmla="*/ 4584173 h 6858000"/>
              <a:gd name="connsiteX73" fmla="*/ 738263 w 1605470"/>
              <a:gd name="connsiteY73" fmla="*/ 4444346 h 6858000"/>
              <a:gd name="connsiteX74" fmla="*/ 756542 w 1605470"/>
              <a:gd name="connsiteY74" fmla="*/ 4350346 h 6858000"/>
              <a:gd name="connsiteX75" fmla="*/ 715481 w 1605470"/>
              <a:gd name="connsiteY75" fmla="*/ 4214165 h 6858000"/>
              <a:gd name="connsiteX76" fmla="*/ 719554 w 1605470"/>
              <a:gd name="connsiteY76" fmla="*/ 4090296 h 6858000"/>
              <a:gd name="connsiteX77" fmla="*/ 704810 w 1605470"/>
              <a:gd name="connsiteY77" fmla="*/ 4033999 h 6858000"/>
              <a:gd name="connsiteX78" fmla="*/ 705959 w 1605470"/>
              <a:gd name="connsiteY78" fmla="*/ 4031933 h 6858000"/>
              <a:gd name="connsiteX79" fmla="*/ 704535 w 1605470"/>
              <a:gd name="connsiteY79" fmla="*/ 4013953 h 6858000"/>
              <a:gd name="connsiteX80" fmla="*/ 700443 w 1605470"/>
              <a:gd name="connsiteY80" fmla="*/ 4010511 h 6858000"/>
              <a:gd name="connsiteX81" fmla="*/ 698282 w 1605470"/>
              <a:gd name="connsiteY81" fmla="*/ 3998331 h 6858000"/>
              <a:gd name="connsiteX82" fmla="*/ 690830 w 1605470"/>
              <a:gd name="connsiteY82" fmla="*/ 3974753 h 6858000"/>
              <a:gd name="connsiteX83" fmla="*/ 692428 w 1605470"/>
              <a:gd name="connsiteY83" fmla="*/ 3969950 h 6858000"/>
              <a:gd name="connsiteX84" fmla="*/ 685850 w 1605470"/>
              <a:gd name="connsiteY84" fmla="*/ 3933779 h 6858000"/>
              <a:gd name="connsiteX85" fmla="*/ 687181 w 1605470"/>
              <a:gd name="connsiteY85" fmla="*/ 3933093 h 6858000"/>
              <a:gd name="connsiteX86" fmla="*/ 691535 w 1605470"/>
              <a:gd name="connsiteY86" fmla="*/ 3922082 h 6858000"/>
              <a:gd name="connsiteX87" fmla="*/ 696613 w 1605470"/>
              <a:gd name="connsiteY87" fmla="*/ 3901461 h 6858000"/>
              <a:gd name="connsiteX88" fmla="*/ 719207 w 1605470"/>
              <a:gd name="connsiteY88" fmla="*/ 3813873 h 6858000"/>
              <a:gd name="connsiteX89" fmla="*/ 718632 w 1605470"/>
              <a:gd name="connsiteY89" fmla="*/ 3806161 h 6858000"/>
              <a:gd name="connsiteX90" fmla="*/ 718939 w 1605470"/>
              <a:gd name="connsiteY90" fmla="*/ 3805957 h 6858000"/>
              <a:gd name="connsiteX91" fmla="*/ 718966 w 1605470"/>
              <a:gd name="connsiteY91" fmla="*/ 3797724 h 6858000"/>
              <a:gd name="connsiteX92" fmla="*/ 717581 w 1605470"/>
              <a:gd name="connsiteY92" fmla="*/ 3792098 h 6858000"/>
              <a:gd name="connsiteX93" fmla="*/ 716465 w 1605470"/>
              <a:gd name="connsiteY93" fmla="*/ 3777135 h 6858000"/>
              <a:gd name="connsiteX94" fmla="*/ 718198 w 1605470"/>
              <a:gd name="connsiteY94" fmla="*/ 3771656 h 6858000"/>
              <a:gd name="connsiteX95" fmla="*/ 721941 w 1605470"/>
              <a:gd name="connsiteY95" fmla="*/ 3769007 h 6858000"/>
              <a:gd name="connsiteX96" fmla="*/ 721407 w 1605470"/>
              <a:gd name="connsiteY96" fmla="*/ 3767709 h 6858000"/>
              <a:gd name="connsiteX97" fmla="*/ 730103 w 1605470"/>
              <a:gd name="connsiteY97" fmla="*/ 3738082 h 6858000"/>
              <a:gd name="connsiteX98" fmla="*/ 737449 w 1605470"/>
              <a:gd name="connsiteY98" fmla="*/ 3673397 h 6858000"/>
              <a:gd name="connsiteX99" fmla="*/ 736745 w 1605470"/>
              <a:gd name="connsiteY99" fmla="*/ 3637109 h 6858000"/>
              <a:gd name="connsiteX100" fmla="*/ 740188 w 1605470"/>
              <a:gd name="connsiteY100" fmla="*/ 3536883 h 6858000"/>
              <a:gd name="connsiteX101" fmla="*/ 747726 w 1605470"/>
              <a:gd name="connsiteY101" fmla="*/ 3435652 h 6858000"/>
              <a:gd name="connsiteX102" fmla="*/ 774383 w 1605470"/>
              <a:gd name="connsiteY102" fmla="*/ 3381564 h 6858000"/>
              <a:gd name="connsiteX103" fmla="*/ 774870 w 1605470"/>
              <a:gd name="connsiteY103" fmla="*/ 3375761 h 6858000"/>
              <a:gd name="connsiteX104" fmla="*/ 770510 w 1605470"/>
              <a:gd name="connsiteY104" fmla="*/ 3361844 h 6858000"/>
              <a:gd name="connsiteX105" fmla="*/ 767933 w 1605470"/>
              <a:gd name="connsiteY105" fmla="*/ 3356929 h 6858000"/>
              <a:gd name="connsiteX106" fmla="*/ 766158 w 1605470"/>
              <a:gd name="connsiteY106" fmla="*/ 3349058 h 6858000"/>
              <a:gd name="connsiteX107" fmla="*/ 766414 w 1605470"/>
              <a:gd name="connsiteY107" fmla="*/ 3348763 h 6858000"/>
              <a:gd name="connsiteX108" fmla="*/ 764166 w 1605470"/>
              <a:gd name="connsiteY108" fmla="*/ 3341588 h 6858000"/>
              <a:gd name="connsiteX109" fmla="*/ 749397 w 1605470"/>
              <a:gd name="connsiteY109" fmla="*/ 3307769 h 6858000"/>
              <a:gd name="connsiteX110" fmla="*/ 766960 w 1605470"/>
              <a:gd name="connsiteY110" fmla="*/ 3250522 h 6858000"/>
              <a:gd name="connsiteX111" fmla="*/ 767385 w 1605470"/>
              <a:gd name="connsiteY111" fmla="*/ 3229163 h 6858000"/>
              <a:gd name="connsiteX112" fmla="*/ 769208 w 1605470"/>
              <a:gd name="connsiteY112" fmla="*/ 3217217 h 6858000"/>
              <a:gd name="connsiteX113" fmla="*/ 770350 w 1605470"/>
              <a:gd name="connsiteY113" fmla="*/ 3216125 h 6858000"/>
              <a:gd name="connsiteX114" fmla="*/ 756043 w 1605470"/>
              <a:gd name="connsiteY114" fmla="*/ 3183755 h 6858000"/>
              <a:gd name="connsiteX115" fmla="*/ 756544 w 1605470"/>
              <a:gd name="connsiteY115" fmla="*/ 3178642 h 6858000"/>
              <a:gd name="connsiteX116" fmla="*/ 744144 w 1605470"/>
              <a:gd name="connsiteY116" fmla="*/ 3158586 h 6858000"/>
              <a:gd name="connsiteX117" fmla="*/ 739378 w 1605470"/>
              <a:gd name="connsiteY117" fmla="*/ 3147669 h 6858000"/>
              <a:gd name="connsiteX118" fmla="*/ 734648 w 1605470"/>
              <a:gd name="connsiteY118" fmla="*/ 3145733 h 6858000"/>
              <a:gd name="connsiteX119" fmla="*/ 729329 w 1605470"/>
              <a:gd name="connsiteY119" fmla="*/ 3129034 h 6858000"/>
              <a:gd name="connsiteX120" fmla="*/ 729994 w 1605470"/>
              <a:gd name="connsiteY120" fmla="*/ 3126682 h 6858000"/>
              <a:gd name="connsiteX121" fmla="*/ 720862 w 1605470"/>
              <a:gd name="connsiteY121" fmla="*/ 3114519 h 6858000"/>
              <a:gd name="connsiteX122" fmla="*/ 707471 w 1605470"/>
              <a:gd name="connsiteY122" fmla="*/ 3106272 h 6858000"/>
              <a:gd name="connsiteX123" fmla="*/ 680201 w 1605470"/>
              <a:gd name="connsiteY123" fmla="*/ 2958185 h 6858000"/>
              <a:gd name="connsiteX124" fmla="*/ 622815 w 1605470"/>
              <a:gd name="connsiteY124" fmla="*/ 2762989 h 6858000"/>
              <a:gd name="connsiteX125" fmla="*/ 571733 w 1605470"/>
              <a:gd name="connsiteY125" fmla="*/ 2554718 h 6858000"/>
              <a:gd name="connsiteX126" fmla="*/ 551827 w 1605470"/>
              <a:gd name="connsiteY126" fmla="*/ 2485734 h 6858000"/>
              <a:gd name="connsiteX127" fmla="*/ 542550 w 1605470"/>
              <a:gd name="connsiteY127" fmla="*/ 2447068 h 6858000"/>
              <a:gd name="connsiteX128" fmla="*/ 529511 w 1605470"/>
              <a:gd name="connsiteY128" fmla="*/ 2425819 h 6858000"/>
              <a:gd name="connsiteX129" fmla="*/ 528878 w 1605470"/>
              <a:gd name="connsiteY129" fmla="*/ 2408971 h 6858000"/>
              <a:gd name="connsiteX130" fmla="*/ 535510 w 1605470"/>
              <a:gd name="connsiteY130" fmla="*/ 2402874 h 6858000"/>
              <a:gd name="connsiteX131" fmla="*/ 538122 w 1605470"/>
              <a:gd name="connsiteY131" fmla="*/ 2381443 h 6858000"/>
              <a:gd name="connsiteX132" fmla="*/ 514451 w 1605470"/>
              <a:gd name="connsiteY132" fmla="*/ 2261920 h 6858000"/>
              <a:gd name="connsiteX133" fmla="*/ 486968 w 1605470"/>
              <a:gd name="connsiteY133" fmla="*/ 2182937 h 6858000"/>
              <a:gd name="connsiteX134" fmla="*/ 488555 w 1605470"/>
              <a:gd name="connsiteY134" fmla="*/ 2155135 h 6858000"/>
              <a:gd name="connsiteX135" fmla="*/ 486013 w 1605470"/>
              <a:gd name="connsiteY135" fmla="*/ 2118008 h 6858000"/>
              <a:gd name="connsiteX136" fmla="*/ 487006 w 1605470"/>
              <a:gd name="connsiteY136" fmla="*/ 2050531 h 6858000"/>
              <a:gd name="connsiteX137" fmla="*/ 478812 w 1605470"/>
              <a:gd name="connsiteY137" fmla="*/ 1963269 h 6858000"/>
              <a:gd name="connsiteX138" fmla="*/ 442619 w 1605470"/>
              <a:gd name="connsiteY138" fmla="*/ 1910499 h 6858000"/>
              <a:gd name="connsiteX139" fmla="*/ 446785 w 1605470"/>
              <a:gd name="connsiteY139" fmla="*/ 1903212 h 6858000"/>
              <a:gd name="connsiteX140" fmla="*/ 436547 w 1605470"/>
              <a:gd name="connsiteY140" fmla="*/ 1861531 h 6858000"/>
              <a:gd name="connsiteX141" fmla="*/ 390346 w 1605470"/>
              <a:gd name="connsiteY141" fmla="*/ 1732919 h 6858000"/>
              <a:gd name="connsiteX142" fmla="*/ 362657 w 1605470"/>
              <a:gd name="connsiteY142" fmla="*/ 1663540 h 6858000"/>
              <a:gd name="connsiteX143" fmla="*/ 361783 w 1605470"/>
              <a:gd name="connsiteY143" fmla="*/ 1615777 h 6858000"/>
              <a:gd name="connsiteX144" fmla="*/ 342578 w 1605470"/>
              <a:gd name="connsiteY144" fmla="*/ 1563678 h 6858000"/>
              <a:gd name="connsiteX145" fmla="*/ 355658 w 1605470"/>
              <a:gd name="connsiteY145" fmla="*/ 1519474 h 6858000"/>
              <a:gd name="connsiteX146" fmla="*/ 348400 w 1605470"/>
              <a:gd name="connsiteY146" fmla="*/ 1477995 h 6858000"/>
              <a:gd name="connsiteX147" fmla="*/ 334485 w 1605470"/>
              <a:gd name="connsiteY147" fmla="*/ 1373769 h 6858000"/>
              <a:gd name="connsiteX148" fmla="*/ 342792 w 1605470"/>
              <a:gd name="connsiteY148" fmla="*/ 1307086 h 6858000"/>
              <a:gd name="connsiteX149" fmla="*/ 343980 w 1605470"/>
              <a:gd name="connsiteY149" fmla="*/ 1189033 h 6858000"/>
              <a:gd name="connsiteX150" fmla="*/ 348665 w 1605470"/>
              <a:gd name="connsiteY150" fmla="*/ 1168288 h 6858000"/>
              <a:gd name="connsiteX151" fmla="*/ 340947 w 1605470"/>
              <a:gd name="connsiteY151" fmla="*/ 1142577 h 6858000"/>
              <a:gd name="connsiteX152" fmla="*/ 330253 w 1605470"/>
              <a:gd name="connsiteY152" fmla="*/ 1088484 h 6858000"/>
              <a:gd name="connsiteX153" fmla="*/ 318989 w 1605470"/>
              <a:gd name="connsiteY153" fmla="*/ 1016103 h 6858000"/>
              <a:gd name="connsiteX154" fmla="*/ 320445 w 1605470"/>
              <a:gd name="connsiteY154" fmla="*/ 932283 h 6858000"/>
              <a:gd name="connsiteX155" fmla="*/ 322681 w 1605470"/>
              <a:gd name="connsiteY155" fmla="*/ 915925 h 6858000"/>
              <a:gd name="connsiteX156" fmla="*/ 315310 w 1605470"/>
              <a:gd name="connsiteY156" fmla="*/ 896999 h 6858000"/>
              <a:gd name="connsiteX157" fmla="*/ 284718 w 1605470"/>
              <a:gd name="connsiteY157" fmla="*/ 821517 h 6858000"/>
              <a:gd name="connsiteX158" fmla="*/ 263668 w 1605470"/>
              <a:gd name="connsiteY158" fmla="*/ 751353 h 6858000"/>
              <a:gd name="connsiteX159" fmla="*/ 263226 w 1605470"/>
              <a:gd name="connsiteY159" fmla="*/ 721230 h 6858000"/>
              <a:gd name="connsiteX160" fmla="*/ 248897 w 1605470"/>
              <a:gd name="connsiteY160" fmla="*/ 681659 h 6858000"/>
              <a:gd name="connsiteX161" fmla="*/ 234316 w 1605470"/>
              <a:gd name="connsiteY161" fmla="*/ 635218 h 6858000"/>
              <a:gd name="connsiteX162" fmla="*/ 239327 w 1605470"/>
              <a:gd name="connsiteY162" fmla="*/ 613763 h 6858000"/>
              <a:gd name="connsiteX163" fmla="*/ 225269 w 1605470"/>
              <a:gd name="connsiteY163" fmla="*/ 598582 h 6858000"/>
              <a:gd name="connsiteX164" fmla="*/ 224950 w 1605470"/>
              <a:gd name="connsiteY164" fmla="*/ 576846 h 6858000"/>
              <a:gd name="connsiteX165" fmla="*/ 204576 w 1605470"/>
              <a:gd name="connsiteY165" fmla="*/ 530055 h 6858000"/>
              <a:gd name="connsiteX166" fmla="*/ 219064 w 1605470"/>
              <a:gd name="connsiteY166" fmla="*/ 469651 h 6858000"/>
              <a:gd name="connsiteX167" fmla="*/ 195012 w 1605470"/>
              <a:gd name="connsiteY167" fmla="*/ 448559 h 6858000"/>
              <a:gd name="connsiteX168" fmla="*/ 201434 w 1605470"/>
              <a:gd name="connsiteY168" fmla="*/ 441529 h 6858000"/>
              <a:gd name="connsiteX169" fmla="*/ 200655 w 1605470"/>
              <a:gd name="connsiteY169" fmla="*/ 428927 h 6858000"/>
              <a:gd name="connsiteX170" fmla="*/ 190059 w 1605470"/>
              <a:gd name="connsiteY170" fmla="*/ 430161 h 6858000"/>
              <a:gd name="connsiteX171" fmla="*/ 167079 w 1605470"/>
              <a:gd name="connsiteY171" fmla="*/ 367211 h 6858000"/>
              <a:gd name="connsiteX172" fmla="*/ 124571 w 1605470"/>
              <a:gd name="connsiteY172" fmla="*/ 302178 h 6858000"/>
              <a:gd name="connsiteX173" fmla="*/ 103243 w 1605470"/>
              <a:gd name="connsiteY173" fmla="*/ 211375 h 6858000"/>
              <a:gd name="connsiteX174" fmla="*/ 94571 w 1605470"/>
              <a:gd name="connsiteY174" fmla="*/ 184179 h 6858000"/>
              <a:gd name="connsiteX175" fmla="*/ 13437 w 1605470"/>
              <a:gd name="connsiteY175" fmla="*/ 19287 h 6858000"/>
              <a:gd name="connsiteX176" fmla="*/ 0 w 1605470"/>
              <a:gd name="connsiteY176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3992 w 1605470"/>
              <a:gd name="connsiteY37" fmla="*/ 5619557 h 6858000"/>
              <a:gd name="connsiteX38" fmla="*/ 531653 w 1605470"/>
              <a:gd name="connsiteY38" fmla="*/ 5604904 h 6858000"/>
              <a:gd name="connsiteX39" fmla="*/ 539863 w 1605470"/>
              <a:gd name="connsiteY39" fmla="*/ 5604298 h 6858000"/>
              <a:gd name="connsiteX40" fmla="*/ 552319 w 1605470"/>
              <a:gd name="connsiteY40" fmla="*/ 5587997 h 6858000"/>
              <a:gd name="connsiteX41" fmla="*/ 564053 w 1605470"/>
              <a:gd name="connsiteY41" fmla="*/ 5539915 h 6858000"/>
              <a:gd name="connsiteX42" fmla="*/ 587214 w 1605470"/>
              <a:gd name="connsiteY42" fmla="*/ 5451511 h 6858000"/>
              <a:gd name="connsiteX43" fmla="*/ 608019 w 1605470"/>
              <a:gd name="connsiteY43" fmla="*/ 5385461 h 6858000"/>
              <a:gd name="connsiteX44" fmla="*/ 622750 w 1605470"/>
              <a:gd name="connsiteY44" fmla="*/ 5363084 h 6858000"/>
              <a:gd name="connsiteX45" fmla="*/ 638731 w 1605470"/>
              <a:gd name="connsiteY45" fmla="*/ 5330009 h 6858000"/>
              <a:gd name="connsiteX46" fmla="*/ 672224 w 1605470"/>
              <a:gd name="connsiteY46" fmla="*/ 5273739 h 6858000"/>
              <a:gd name="connsiteX47" fmla="*/ 681823 w 1605470"/>
              <a:gd name="connsiteY47" fmla="*/ 5241779 h 6858000"/>
              <a:gd name="connsiteX48" fmla="*/ 693049 w 1605470"/>
              <a:gd name="connsiteY48" fmla="*/ 5225268 h 6858000"/>
              <a:gd name="connsiteX49" fmla="*/ 694069 w 1605470"/>
              <a:gd name="connsiteY49" fmla="*/ 5217684 h 6858000"/>
              <a:gd name="connsiteX50" fmla="*/ 701410 w 1605470"/>
              <a:gd name="connsiteY50" fmla="*/ 5193377 h 6858000"/>
              <a:gd name="connsiteX51" fmla="*/ 704713 w 1605470"/>
              <a:gd name="connsiteY51" fmla="*/ 5179288 h 6858000"/>
              <a:gd name="connsiteX52" fmla="*/ 705697 w 1605470"/>
              <a:gd name="connsiteY52" fmla="*/ 5173621 h 6858000"/>
              <a:gd name="connsiteX53" fmla="*/ 701331 w 1605470"/>
              <a:gd name="connsiteY53" fmla="*/ 5159961 h 6858000"/>
              <a:gd name="connsiteX54" fmla="*/ 708008 w 1605470"/>
              <a:gd name="connsiteY54" fmla="*/ 5144295 h 6858000"/>
              <a:gd name="connsiteX55" fmla="*/ 704941 w 1605470"/>
              <a:gd name="connsiteY55" fmla="*/ 5125185 h 6858000"/>
              <a:gd name="connsiteX56" fmla="*/ 711771 w 1605470"/>
              <a:gd name="connsiteY56" fmla="*/ 5121884 h 6858000"/>
              <a:gd name="connsiteX57" fmla="*/ 721092 w 1605470"/>
              <a:gd name="connsiteY57" fmla="*/ 5108383 h 6858000"/>
              <a:gd name="connsiteX58" fmla="*/ 717045 w 1605470"/>
              <a:gd name="connsiteY58" fmla="*/ 5094705 h 6858000"/>
              <a:gd name="connsiteX59" fmla="*/ 718807 w 1605470"/>
              <a:gd name="connsiteY59" fmla="*/ 5067850 h 6858000"/>
              <a:gd name="connsiteX60" fmla="*/ 721538 w 1605470"/>
              <a:gd name="connsiteY60" fmla="*/ 5060861 h 6858000"/>
              <a:gd name="connsiteX61" fmla="*/ 718242 w 1605470"/>
              <a:gd name="connsiteY61" fmla="*/ 5034192 h 6858000"/>
              <a:gd name="connsiteX62" fmla="*/ 719796 w 1605470"/>
              <a:gd name="connsiteY62" fmla="*/ 4993030 h 6858000"/>
              <a:gd name="connsiteX63" fmla="*/ 726705 w 1605470"/>
              <a:gd name="connsiteY63" fmla="*/ 4946844 h 6858000"/>
              <a:gd name="connsiteX64" fmla="*/ 722561 w 1605470"/>
              <a:gd name="connsiteY64" fmla="*/ 4932692 h 6858000"/>
              <a:gd name="connsiteX65" fmla="*/ 724935 w 1605470"/>
              <a:gd name="connsiteY65" fmla="*/ 4821504 h 6858000"/>
              <a:gd name="connsiteX66" fmla="*/ 732118 w 1605470"/>
              <a:gd name="connsiteY66" fmla="*/ 4801535 h 6858000"/>
              <a:gd name="connsiteX67" fmla="*/ 739787 w 1605470"/>
              <a:gd name="connsiteY67" fmla="*/ 4797794 h 6858000"/>
              <a:gd name="connsiteX68" fmla="*/ 741081 w 1605470"/>
              <a:gd name="connsiteY68" fmla="*/ 4784526 h 6858000"/>
              <a:gd name="connsiteX69" fmla="*/ 742865 w 1605470"/>
              <a:gd name="connsiteY69" fmla="*/ 4781211 h 6858000"/>
              <a:gd name="connsiteX70" fmla="*/ 751652 w 1605470"/>
              <a:gd name="connsiteY70" fmla="*/ 4761984 h 6858000"/>
              <a:gd name="connsiteX71" fmla="*/ 747700 w 1605470"/>
              <a:gd name="connsiteY71" fmla="*/ 4690749 h 6858000"/>
              <a:gd name="connsiteX72" fmla="*/ 743180 w 1605470"/>
              <a:gd name="connsiteY72" fmla="*/ 4584173 h 6858000"/>
              <a:gd name="connsiteX73" fmla="*/ 738263 w 1605470"/>
              <a:gd name="connsiteY73" fmla="*/ 4444346 h 6858000"/>
              <a:gd name="connsiteX74" fmla="*/ 756542 w 1605470"/>
              <a:gd name="connsiteY74" fmla="*/ 4350346 h 6858000"/>
              <a:gd name="connsiteX75" fmla="*/ 715481 w 1605470"/>
              <a:gd name="connsiteY75" fmla="*/ 4214165 h 6858000"/>
              <a:gd name="connsiteX76" fmla="*/ 719554 w 1605470"/>
              <a:gd name="connsiteY76" fmla="*/ 4090296 h 6858000"/>
              <a:gd name="connsiteX77" fmla="*/ 704810 w 1605470"/>
              <a:gd name="connsiteY77" fmla="*/ 4033999 h 6858000"/>
              <a:gd name="connsiteX78" fmla="*/ 705959 w 1605470"/>
              <a:gd name="connsiteY78" fmla="*/ 4031933 h 6858000"/>
              <a:gd name="connsiteX79" fmla="*/ 704535 w 1605470"/>
              <a:gd name="connsiteY79" fmla="*/ 4013953 h 6858000"/>
              <a:gd name="connsiteX80" fmla="*/ 700443 w 1605470"/>
              <a:gd name="connsiteY80" fmla="*/ 4010511 h 6858000"/>
              <a:gd name="connsiteX81" fmla="*/ 698282 w 1605470"/>
              <a:gd name="connsiteY81" fmla="*/ 3998331 h 6858000"/>
              <a:gd name="connsiteX82" fmla="*/ 690830 w 1605470"/>
              <a:gd name="connsiteY82" fmla="*/ 3974753 h 6858000"/>
              <a:gd name="connsiteX83" fmla="*/ 692428 w 1605470"/>
              <a:gd name="connsiteY83" fmla="*/ 3969950 h 6858000"/>
              <a:gd name="connsiteX84" fmla="*/ 685850 w 1605470"/>
              <a:gd name="connsiteY84" fmla="*/ 3933779 h 6858000"/>
              <a:gd name="connsiteX85" fmla="*/ 687181 w 1605470"/>
              <a:gd name="connsiteY85" fmla="*/ 3933093 h 6858000"/>
              <a:gd name="connsiteX86" fmla="*/ 691535 w 1605470"/>
              <a:gd name="connsiteY86" fmla="*/ 3922082 h 6858000"/>
              <a:gd name="connsiteX87" fmla="*/ 696613 w 1605470"/>
              <a:gd name="connsiteY87" fmla="*/ 3901461 h 6858000"/>
              <a:gd name="connsiteX88" fmla="*/ 719207 w 1605470"/>
              <a:gd name="connsiteY88" fmla="*/ 3813873 h 6858000"/>
              <a:gd name="connsiteX89" fmla="*/ 718632 w 1605470"/>
              <a:gd name="connsiteY89" fmla="*/ 3806161 h 6858000"/>
              <a:gd name="connsiteX90" fmla="*/ 718939 w 1605470"/>
              <a:gd name="connsiteY90" fmla="*/ 3805957 h 6858000"/>
              <a:gd name="connsiteX91" fmla="*/ 718966 w 1605470"/>
              <a:gd name="connsiteY91" fmla="*/ 3797724 h 6858000"/>
              <a:gd name="connsiteX92" fmla="*/ 717581 w 1605470"/>
              <a:gd name="connsiteY92" fmla="*/ 3792098 h 6858000"/>
              <a:gd name="connsiteX93" fmla="*/ 716465 w 1605470"/>
              <a:gd name="connsiteY93" fmla="*/ 3777135 h 6858000"/>
              <a:gd name="connsiteX94" fmla="*/ 718198 w 1605470"/>
              <a:gd name="connsiteY94" fmla="*/ 3771656 h 6858000"/>
              <a:gd name="connsiteX95" fmla="*/ 721941 w 1605470"/>
              <a:gd name="connsiteY95" fmla="*/ 3769007 h 6858000"/>
              <a:gd name="connsiteX96" fmla="*/ 721407 w 1605470"/>
              <a:gd name="connsiteY96" fmla="*/ 3767709 h 6858000"/>
              <a:gd name="connsiteX97" fmla="*/ 730103 w 1605470"/>
              <a:gd name="connsiteY97" fmla="*/ 3738082 h 6858000"/>
              <a:gd name="connsiteX98" fmla="*/ 737449 w 1605470"/>
              <a:gd name="connsiteY98" fmla="*/ 3673397 h 6858000"/>
              <a:gd name="connsiteX99" fmla="*/ 736745 w 1605470"/>
              <a:gd name="connsiteY99" fmla="*/ 3637109 h 6858000"/>
              <a:gd name="connsiteX100" fmla="*/ 740188 w 1605470"/>
              <a:gd name="connsiteY100" fmla="*/ 3536883 h 6858000"/>
              <a:gd name="connsiteX101" fmla="*/ 747726 w 1605470"/>
              <a:gd name="connsiteY101" fmla="*/ 3435652 h 6858000"/>
              <a:gd name="connsiteX102" fmla="*/ 774383 w 1605470"/>
              <a:gd name="connsiteY102" fmla="*/ 3381564 h 6858000"/>
              <a:gd name="connsiteX103" fmla="*/ 774870 w 1605470"/>
              <a:gd name="connsiteY103" fmla="*/ 3375761 h 6858000"/>
              <a:gd name="connsiteX104" fmla="*/ 770510 w 1605470"/>
              <a:gd name="connsiteY104" fmla="*/ 3361844 h 6858000"/>
              <a:gd name="connsiteX105" fmla="*/ 767933 w 1605470"/>
              <a:gd name="connsiteY105" fmla="*/ 3356929 h 6858000"/>
              <a:gd name="connsiteX106" fmla="*/ 766158 w 1605470"/>
              <a:gd name="connsiteY106" fmla="*/ 3349058 h 6858000"/>
              <a:gd name="connsiteX107" fmla="*/ 766414 w 1605470"/>
              <a:gd name="connsiteY107" fmla="*/ 3348763 h 6858000"/>
              <a:gd name="connsiteX108" fmla="*/ 764166 w 1605470"/>
              <a:gd name="connsiteY108" fmla="*/ 3341588 h 6858000"/>
              <a:gd name="connsiteX109" fmla="*/ 749397 w 1605470"/>
              <a:gd name="connsiteY109" fmla="*/ 3307769 h 6858000"/>
              <a:gd name="connsiteX110" fmla="*/ 766960 w 1605470"/>
              <a:gd name="connsiteY110" fmla="*/ 3250522 h 6858000"/>
              <a:gd name="connsiteX111" fmla="*/ 767385 w 1605470"/>
              <a:gd name="connsiteY111" fmla="*/ 3229163 h 6858000"/>
              <a:gd name="connsiteX112" fmla="*/ 769208 w 1605470"/>
              <a:gd name="connsiteY112" fmla="*/ 3217217 h 6858000"/>
              <a:gd name="connsiteX113" fmla="*/ 770350 w 1605470"/>
              <a:gd name="connsiteY113" fmla="*/ 3216125 h 6858000"/>
              <a:gd name="connsiteX114" fmla="*/ 756043 w 1605470"/>
              <a:gd name="connsiteY114" fmla="*/ 3183755 h 6858000"/>
              <a:gd name="connsiteX115" fmla="*/ 756544 w 1605470"/>
              <a:gd name="connsiteY115" fmla="*/ 3178642 h 6858000"/>
              <a:gd name="connsiteX116" fmla="*/ 744144 w 1605470"/>
              <a:gd name="connsiteY116" fmla="*/ 3158586 h 6858000"/>
              <a:gd name="connsiteX117" fmla="*/ 739378 w 1605470"/>
              <a:gd name="connsiteY117" fmla="*/ 3147669 h 6858000"/>
              <a:gd name="connsiteX118" fmla="*/ 734648 w 1605470"/>
              <a:gd name="connsiteY118" fmla="*/ 3145733 h 6858000"/>
              <a:gd name="connsiteX119" fmla="*/ 729329 w 1605470"/>
              <a:gd name="connsiteY119" fmla="*/ 3129034 h 6858000"/>
              <a:gd name="connsiteX120" fmla="*/ 729994 w 1605470"/>
              <a:gd name="connsiteY120" fmla="*/ 3126682 h 6858000"/>
              <a:gd name="connsiteX121" fmla="*/ 720862 w 1605470"/>
              <a:gd name="connsiteY121" fmla="*/ 3114519 h 6858000"/>
              <a:gd name="connsiteX122" fmla="*/ 707471 w 1605470"/>
              <a:gd name="connsiteY122" fmla="*/ 3106272 h 6858000"/>
              <a:gd name="connsiteX123" fmla="*/ 680201 w 1605470"/>
              <a:gd name="connsiteY123" fmla="*/ 2958185 h 6858000"/>
              <a:gd name="connsiteX124" fmla="*/ 622815 w 1605470"/>
              <a:gd name="connsiteY124" fmla="*/ 2762989 h 6858000"/>
              <a:gd name="connsiteX125" fmla="*/ 571733 w 1605470"/>
              <a:gd name="connsiteY125" fmla="*/ 2554718 h 6858000"/>
              <a:gd name="connsiteX126" fmla="*/ 551827 w 1605470"/>
              <a:gd name="connsiteY126" fmla="*/ 2485734 h 6858000"/>
              <a:gd name="connsiteX127" fmla="*/ 542550 w 1605470"/>
              <a:gd name="connsiteY127" fmla="*/ 2447068 h 6858000"/>
              <a:gd name="connsiteX128" fmla="*/ 529511 w 1605470"/>
              <a:gd name="connsiteY128" fmla="*/ 2425819 h 6858000"/>
              <a:gd name="connsiteX129" fmla="*/ 528878 w 1605470"/>
              <a:gd name="connsiteY129" fmla="*/ 2408971 h 6858000"/>
              <a:gd name="connsiteX130" fmla="*/ 535510 w 1605470"/>
              <a:gd name="connsiteY130" fmla="*/ 2402874 h 6858000"/>
              <a:gd name="connsiteX131" fmla="*/ 538122 w 1605470"/>
              <a:gd name="connsiteY131" fmla="*/ 2381443 h 6858000"/>
              <a:gd name="connsiteX132" fmla="*/ 514451 w 1605470"/>
              <a:gd name="connsiteY132" fmla="*/ 2261920 h 6858000"/>
              <a:gd name="connsiteX133" fmla="*/ 486968 w 1605470"/>
              <a:gd name="connsiteY133" fmla="*/ 2182937 h 6858000"/>
              <a:gd name="connsiteX134" fmla="*/ 488555 w 1605470"/>
              <a:gd name="connsiteY134" fmla="*/ 2155135 h 6858000"/>
              <a:gd name="connsiteX135" fmla="*/ 486013 w 1605470"/>
              <a:gd name="connsiteY135" fmla="*/ 2118008 h 6858000"/>
              <a:gd name="connsiteX136" fmla="*/ 487006 w 1605470"/>
              <a:gd name="connsiteY136" fmla="*/ 2050531 h 6858000"/>
              <a:gd name="connsiteX137" fmla="*/ 478812 w 1605470"/>
              <a:gd name="connsiteY137" fmla="*/ 1963269 h 6858000"/>
              <a:gd name="connsiteX138" fmla="*/ 442619 w 1605470"/>
              <a:gd name="connsiteY138" fmla="*/ 1910499 h 6858000"/>
              <a:gd name="connsiteX139" fmla="*/ 446785 w 1605470"/>
              <a:gd name="connsiteY139" fmla="*/ 1903212 h 6858000"/>
              <a:gd name="connsiteX140" fmla="*/ 436547 w 1605470"/>
              <a:gd name="connsiteY140" fmla="*/ 1861531 h 6858000"/>
              <a:gd name="connsiteX141" fmla="*/ 390346 w 1605470"/>
              <a:gd name="connsiteY141" fmla="*/ 1732919 h 6858000"/>
              <a:gd name="connsiteX142" fmla="*/ 362657 w 1605470"/>
              <a:gd name="connsiteY142" fmla="*/ 1663540 h 6858000"/>
              <a:gd name="connsiteX143" fmla="*/ 361783 w 1605470"/>
              <a:gd name="connsiteY143" fmla="*/ 1615777 h 6858000"/>
              <a:gd name="connsiteX144" fmla="*/ 342578 w 1605470"/>
              <a:gd name="connsiteY144" fmla="*/ 1563678 h 6858000"/>
              <a:gd name="connsiteX145" fmla="*/ 355658 w 1605470"/>
              <a:gd name="connsiteY145" fmla="*/ 1519474 h 6858000"/>
              <a:gd name="connsiteX146" fmla="*/ 348400 w 1605470"/>
              <a:gd name="connsiteY146" fmla="*/ 1477995 h 6858000"/>
              <a:gd name="connsiteX147" fmla="*/ 334485 w 1605470"/>
              <a:gd name="connsiteY147" fmla="*/ 1373769 h 6858000"/>
              <a:gd name="connsiteX148" fmla="*/ 342792 w 1605470"/>
              <a:gd name="connsiteY148" fmla="*/ 1307086 h 6858000"/>
              <a:gd name="connsiteX149" fmla="*/ 343980 w 1605470"/>
              <a:gd name="connsiteY149" fmla="*/ 1189033 h 6858000"/>
              <a:gd name="connsiteX150" fmla="*/ 348665 w 1605470"/>
              <a:gd name="connsiteY150" fmla="*/ 1168288 h 6858000"/>
              <a:gd name="connsiteX151" fmla="*/ 340947 w 1605470"/>
              <a:gd name="connsiteY151" fmla="*/ 1142577 h 6858000"/>
              <a:gd name="connsiteX152" fmla="*/ 330253 w 1605470"/>
              <a:gd name="connsiteY152" fmla="*/ 1088484 h 6858000"/>
              <a:gd name="connsiteX153" fmla="*/ 318989 w 1605470"/>
              <a:gd name="connsiteY153" fmla="*/ 1016103 h 6858000"/>
              <a:gd name="connsiteX154" fmla="*/ 320445 w 1605470"/>
              <a:gd name="connsiteY154" fmla="*/ 932283 h 6858000"/>
              <a:gd name="connsiteX155" fmla="*/ 322681 w 1605470"/>
              <a:gd name="connsiteY155" fmla="*/ 915925 h 6858000"/>
              <a:gd name="connsiteX156" fmla="*/ 315310 w 1605470"/>
              <a:gd name="connsiteY156" fmla="*/ 896999 h 6858000"/>
              <a:gd name="connsiteX157" fmla="*/ 284718 w 1605470"/>
              <a:gd name="connsiteY157" fmla="*/ 821517 h 6858000"/>
              <a:gd name="connsiteX158" fmla="*/ 263668 w 1605470"/>
              <a:gd name="connsiteY158" fmla="*/ 751353 h 6858000"/>
              <a:gd name="connsiteX159" fmla="*/ 263226 w 1605470"/>
              <a:gd name="connsiteY159" fmla="*/ 721230 h 6858000"/>
              <a:gd name="connsiteX160" fmla="*/ 248897 w 1605470"/>
              <a:gd name="connsiteY160" fmla="*/ 681659 h 6858000"/>
              <a:gd name="connsiteX161" fmla="*/ 234316 w 1605470"/>
              <a:gd name="connsiteY161" fmla="*/ 635218 h 6858000"/>
              <a:gd name="connsiteX162" fmla="*/ 239327 w 1605470"/>
              <a:gd name="connsiteY162" fmla="*/ 613763 h 6858000"/>
              <a:gd name="connsiteX163" fmla="*/ 225269 w 1605470"/>
              <a:gd name="connsiteY163" fmla="*/ 598582 h 6858000"/>
              <a:gd name="connsiteX164" fmla="*/ 224950 w 1605470"/>
              <a:gd name="connsiteY164" fmla="*/ 576846 h 6858000"/>
              <a:gd name="connsiteX165" fmla="*/ 204576 w 1605470"/>
              <a:gd name="connsiteY165" fmla="*/ 530055 h 6858000"/>
              <a:gd name="connsiteX166" fmla="*/ 219064 w 1605470"/>
              <a:gd name="connsiteY166" fmla="*/ 469651 h 6858000"/>
              <a:gd name="connsiteX167" fmla="*/ 195012 w 1605470"/>
              <a:gd name="connsiteY167" fmla="*/ 448559 h 6858000"/>
              <a:gd name="connsiteX168" fmla="*/ 201434 w 1605470"/>
              <a:gd name="connsiteY168" fmla="*/ 441529 h 6858000"/>
              <a:gd name="connsiteX169" fmla="*/ 200655 w 1605470"/>
              <a:gd name="connsiteY169" fmla="*/ 428927 h 6858000"/>
              <a:gd name="connsiteX170" fmla="*/ 190059 w 1605470"/>
              <a:gd name="connsiteY170" fmla="*/ 430161 h 6858000"/>
              <a:gd name="connsiteX171" fmla="*/ 167079 w 1605470"/>
              <a:gd name="connsiteY171" fmla="*/ 367211 h 6858000"/>
              <a:gd name="connsiteX172" fmla="*/ 124571 w 1605470"/>
              <a:gd name="connsiteY172" fmla="*/ 302178 h 6858000"/>
              <a:gd name="connsiteX173" fmla="*/ 103243 w 1605470"/>
              <a:gd name="connsiteY173" fmla="*/ 211375 h 6858000"/>
              <a:gd name="connsiteX174" fmla="*/ 94571 w 1605470"/>
              <a:gd name="connsiteY174" fmla="*/ 184179 h 6858000"/>
              <a:gd name="connsiteX175" fmla="*/ 13437 w 1605470"/>
              <a:gd name="connsiteY175" fmla="*/ 19287 h 6858000"/>
              <a:gd name="connsiteX176" fmla="*/ 0 w 1605470"/>
              <a:gd name="connsiteY176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3992 w 1605470"/>
              <a:gd name="connsiteY37" fmla="*/ 5619557 h 6858000"/>
              <a:gd name="connsiteX38" fmla="*/ 531653 w 1605470"/>
              <a:gd name="connsiteY38" fmla="*/ 5604904 h 6858000"/>
              <a:gd name="connsiteX39" fmla="*/ 539863 w 1605470"/>
              <a:gd name="connsiteY39" fmla="*/ 5604298 h 6858000"/>
              <a:gd name="connsiteX40" fmla="*/ 552319 w 1605470"/>
              <a:gd name="connsiteY40" fmla="*/ 5587997 h 6858000"/>
              <a:gd name="connsiteX41" fmla="*/ 564053 w 1605470"/>
              <a:gd name="connsiteY41" fmla="*/ 5539915 h 6858000"/>
              <a:gd name="connsiteX42" fmla="*/ 587214 w 1605470"/>
              <a:gd name="connsiteY42" fmla="*/ 5451511 h 6858000"/>
              <a:gd name="connsiteX43" fmla="*/ 608019 w 1605470"/>
              <a:gd name="connsiteY43" fmla="*/ 5385461 h 6858000"/>
              <a:gd name="connsiteX44" fmla="*/ 622750 w 1605470"/>
              <a:gd name="connsiteY44" fmla="*/ 5363084 h 6858000"/>
              <a:gd name="connsiteX45" fmla="*/ 638731 w 1605470"/>
              <a:gd name="connsiteY45" fmla="*/ 5330009 h 6858000"/>
              <a:gd name="connsiteX46" fmla="*/ 672224 w 1605470"/>
              <a:gd name="connsiteY46" fmla="*/ 5273739 h 6858000"/>
              <a:gd name="connsiteX47" fmla="*/ 681823 w 1605470"/>
              <a:gd name="connsiteY47" fmla="*/ 5241779 h 6858000"/>
              <a:gd name="connsiteX48" fmla="*/ 693049 w 1605470"/>
              <a:gd name="connsiteY48" fmla="*/ 5225268 h 6858000"/>
              <a:gd name="connsiteX49" fmla="*/ 694069 w 1605470"/>
              <a:gd name="connsiteY49" fmla="*/ 5217684 h 6858000"/>
              <a:gd name="connsiteX50" fmla="*/ 701410 w 1605470"/>
              <a:gd name="connsiteY50" fmla="*/ 5193377 h 6858000"/>
              <a:gd name="connsiteX51" fmla="*/ 704713 w 1605470"/>
              <a:gd name="connsiteY51" fmla="*/ 5179288 h 6858000"/>
              <a:gd name="connsiteX52" fmla="*/ 705697 w 1605470"/>
              <a:gd name="connsiteY52" fmla="*/ 5173621 h 6858000"/>
              <a:gd name="connsiteX53" fmla="*/ 701331 w 1605470"/>
              <a:gd name="connsiteY53" fmla="*/ 5159961 h 6858000"/>
              <a:gd name="connsiteX54" fmla="*/ 708008 w 1605470"/>
              <a:gd name="connsiteY54" fmla="*/ 5144295 h 6858000"/>
              <a:gd name="connsiteX55" fmla="*/ 704941 w 1605470"/>
              <a:gd name="connsiteY55" fmla="*/ 5125185 h 6858000"/>
              <a:gd name="connsiteX56" fmla="*/ 711771 w 1605470"/>
              <a:gd name="connsiteY56" fmla="*/ 5121884 h 6858000"/>
              <a:gd name="connsiteX57" fmla="*/ 721092 w 1605470"/>
              <a:gd name="connsiteY57" fmla="*/ 5108383 h 6858000"/>
              <a:gd name="connsiteX58" fmla="*/ 718807 w 1605470"/>
              <a:gd name="connsiteY58" fmla="*/ 5067850 h 6858000"/>
              <a:gd name="connsiteX59" fmla="*/ 721538 w 1605470"/>
              <a:gd name="connsiteY59" fmla="*/ 5060861 h 6858000"/>
              <a:gd name="connsiteX60" fmla="*/ 718242 w 1605470"/>
              <a:gd name="connsiteY60" fmla="*/ 5034192 h 6858000"/>
              <a:gd name="connsiteX61" fmla="*/ 719796 w 1605470"/>
              <a:gd name="connsiteY61" fmla="*/ 4993030 h 6858000"/>
              <a:gd name="connsiteX62" fmla="*/ 726705 w 1605470"/>
              <a:gd name="connsiteY62" fmla="*/ 4946844 h 6858000"/>
              <a:gd name="connsiteX63" fmla="*/ 722561 w 1605470"/>
              <a:gd name="connsiteY63" fmla="*/ 4932692 h 6858000"/>
              <a:gd name="connsiteX64" fmla="*/ 724935 w 1605470"/>
              <a:gd name="connsiteY64" fmla="*/ 4821504 h 6858000"/>
              <a:gd name="connsiteX65" fmla="*/ 732118 w 1605470"/>
              <a:gd name="connsiteY65" fmla="*/ 4801535 h 6858000"/>
              <a:gd name="connsiteX66" fmla="*/ 739787 w 1605470"/>
              <a:gd name="connsiteY66" fmla="*/ 4797794 h 6858000"/>
              <a:gd name="connsiteX67" fmla="*/ 741081 w 1605470"/>
              <a:gd name="connsiteY67" fmla="*/ 4784526 h 6858000"/>
              <a:gd name="connsiteX68" fmla="*/ 742865 w 1605470"/>
              <a:gd name="connsiteY68" fmla="*/ 4781211 h 6858000"/>
              <a:gd name="connsiteX69" fmla="*/ 751652 w 1605470"/>
              <a:gd name="connsiteY69" fmla="*/ 4761984 h 6858000"/>
              <a:gd name="connsiteX70" fmla="*/ 747700 w 1605470"/>
              <a:gd name="connsiteY70" fmla="*/ 4690749 h 6858000"/>
              <a:gd name="connsiteX71" fmla="*/ 743180 w 1605470"/>
              <a:gd name="connsiteY71" fmla="*/ 4584173 h 6858000"/>
              <a:gd name="connsiteX72" fmla="*/ 738263 w 1605470"/>
              <a:gd name="connsiteY72" fmla="*/ 4444346 h 6858000"/>
              <a:gd name="connsiteX73" fmla="*/ 756542 w 1605470"/>
              <a:gd name="connsiteY73" fmla="*/ 4350346 h 6858000"/>
              <a:gd name="connsiteX74" fmla="*/ 715481 w 1605470"/>
              <a:gd name="connsiteY74" fmla="*/ 4214165 h 6858000"/>
              <a:gd name="connsiteX75" fmla="*/ 719554 w 1605470"/>
              <a:gd name="connsiteY75" fmla="*/ 4090296 h 6858000"/>
              <a:gd name="connsiteX76" fmla="*/ 704810 w 1605470"/>
              <a:gd name="connsiteY76" fmla="*/ 4033999 h 6858000"/>
              <a:gd name="connsiteX77" fmla="*/ 705959 w 1605470"/>
              <a:gd name="connsiteY77" fmla="*/ 4031933 h 6858000"/>
              <a:gd name="connsiteX78" fmla="*/ 704535 w 1605470"/>
              <a:gd name="connsiteY78" fmla="*/ 4013953 h 6858000"/>
              <a:gd name="connsiteX79" fmla="*/ 700443 w 1605470"/>
              <a:gd name="connsiteY79" fmla="*/ 4010511 h 6858000"/>
              <a:gd name="connsiteX80" fmla="*/ 698282 w 1605470"/>
              <a:gd name="connsiteY80" fmla="*/ 3998331 h 6858000"/>
              <a:gd name="connsiteX81" fmla="*/ 690830 w 1605470"/>
              <a:gd name="connsiteY81" fmla="*/ 3974753 h 6858000"/>
              <a:gd name="connsiteX82" fmla="*/ 692428 w 1605470"/>
              <a:gd name="connsiteY82" fmla="*/ 3969950 h 6858000"/>
              <a:gd name="connsiteX83" fmla="*/ 685850 w 1605470"/>
              <a:gd name="connsiteY83" fmla="*/ 3933779 h 6858000"/>
              <a:gd name="connsiteX84" fmla="*/ 687181 w 1605470"/>
              <a:gd name="connsiteY84" fmla="*/ 3933093 h 6858000"/>
              <a:gd name="connsiteX85" fmla="*/ 691535 w 1605470"/>
              <a:gd name="connsiteY85" fmla="*/ 3922082 h 6858000"/>
              <a:gd name="connsiteX86" fmla="*/ 696613 w 1605470"/>
              <a:gd name="connsiteY86" fmla="*/ 3901461 h 6858000"/>
              <a:gd name="connsiteX87" fmla="*/ 719207 w 1605470"/>
              <a:gd name="connsiteY87" fmla="*/ 3813873 h 6858000"/>
              <a:gd name="connsiteX88" fmla="*/ 718632 w 1605470"/>
              <a:gd name="connsiteY88" fmla="*/ 3806161 h 6858000"/>
              <a:gd name="connsiteX89" fmla="*/ 718939 w 1605470"/>
              <a:gd name="connsiteY89" fmla="*/ 3805957 h 6858000"/>
              <a:gd name="connsiteX90" fmla="*/ 718966 w 1605470"/>
              <a:gd name="connsiteY90" fmla="*/ 3797724 h 6858000"/>
              <a:gd name="connsiteX91" fmla="*/ 717581 w 1605470"/>
              <a:gd name="connsiteY91" fmla="*/ 3792098 h 6858000"/>
              <a:gd name="connsiteX92" fmla="*/ 716465 w 1605470"/>
              <a:gd name="connsiteY92" fmla="*/ 3777135 h 6858000"/>
              <a:gd name="connsiteX93" fmla="*/ 718198 w 1605470"/>
              <a:gd name="connsiteY93" fmla="*/ 3771656 h 6858000"/>
              <a:gd name="connsiteX94" fmla="*/ 721941 w 1605470"/>
              <a:gd name="connsiteY94" fmla="*/ 3769007 h 6858000"/>
              <a:gd name="connsiteX95" fmla="*/ 721407 w 1605470"/>
              <a:gd name="connsiteY95" fmla="*/ 3767709 h 6858000"/>
              <a:gd name="connsiteX96" fmla="*/ 730103 w 1605470"/>
              <a:gd name="connsiteY96" fmla="*/ 3738082 h 6858000"/>
              <a:gd name="connsiteX97" fmla="*/ 737449 w 1605470"/>
              <a:gd name="connsiteY97" fmla="*/ 3673397 h 6858000"/>
              <a:gd name="connsiteX98" fmla="*/ 736745 w 1605470"/>
              <a:gd name="connsiteY98" fmla="*/ 3637109 h 6858000"/>
              <a:gd name="connsiteX99" fmla="*/ 740188 w 1605470"/>
              <a:gd name="connsiteY99" fmla="*/ 3536883 h 6858000"/>
              <a:gd name="connsiteX100" fmla="*/ 747726 w 1605470"/>
              <a:gd name="connsiteY100" fmla="*/ 3435652 h 6858000"/>
              <a:gd name="connsiteX101" fmla="*/ 774383 w 1605470"/>
              <a:gd name="connsiteY101" fmla="*/ 3381564 h 6858000"/>
              <a:gd name="connsiteX102" fmla="*/ 774870 w 1605470"/>
              <a:gd name="connsiteY102" fmla="*/ 3375761 h 6858000"/>
              <a:gd name="connsiteX103" fmla="*/ 770510 w 1605470"/>
              <a:gd name="connsiteY103" fmla="*/ 3361844 h 6858000"/>
              <a:gd name="connsiteX104" fmla="*/ 767933 w 1605470"/>
              <a:gd name="connsiteY104" fmla="*/ 3356929 h 6858000"/>
              <a:gd name="connsiteX105" fmla="*/ 766158 w 1605470"/>
              <a:gd name="connsiteY105" fmla="*/ 3349058 h 6858000"/>
              <a:gd name="connsiteX106" fmla="*/ 766414 w 1605470"/>
              <a:gd name="connsiteY106" fmla="*/ 3348763 h 6858000"/>
              <a:gd name="connsiteX107" fmla="*/ 764166 w 1605470"/>
              <a:gd name="connsiteY107" fmla="*/ 3341588 h 6858000"/>
              <a:gd name="connsiteX108" fmla="*/ 749397 w 1605470"/>
              <a:gd name="connsiteY108" fmla="*/ 3307769 h 6858000"/>
              <a:gd name="connsiteX109" fmla="*/ 766960 w 1605470"/>
              <a:gd name="connsiteY109" fmla="*/ 3250522 h 6858000"/>
              <a:gd name="connsiteX110" fmla="*/ 767385 w 1605470"/>
              <a:gd name="connsiteY110" fmla="*/ 3229163 h 6858000"/>
              <a:gd name="connsiteX111" fmla="*/ 769208 w 1605470"/>
              <a:gd name="connsiteY111" fmla="*/ 3217217 h 6858000"/>
              <a:gd name="connsiteX112" fmla="*/ 770350 w 1605470"/>
              <a:gd name="connsiteY112" fmla="*/ 3216125 h 6858000"/>
              <a:gd name="connsiteX113" fmla="*/ 756043 w 1605470"/>
              <a:gd name="connsiteY113" fmla="*/ 3183755 h 6858000"/>
              <a:gd name="connsiteX114" fmla="*/ 756544 w 1605470"/>
              <a:gd name="connsiteY114" fmla="*/ 3178642 h 6858000"/>
              <a:gd name="connsiteX115" fmla="*/ 744144 w 1605470"/>
              <a:gd name="connsiteY115" fmla="*/ 3158586 h 6858000"/>
              <a:gd name="connsiteX116" fmla="*/ 739378 w 1605470"/>
              <a:gd name="connsiteY116" fmla="*/ 3147669 h 6858000"/>
              <a:gd name="connsiteX117" fmla="*/ 734648 w 1605470"/>
              <a:gd name="connsiteY117" fmla="*/ 3145733 h 6858000"/>
              <a:gd name="connsiteX118" fmla="*/ 729329 w 1605470"/>
              <a:gd name="connsiteY118" fmla="*/ 3129034 h 6858000"/>
              <a:gd name="connsiteX119" fmla="*/ 729994 w 1605470"/>
              <a:gd name="connsiteY119" fmla="*/ 3126682 h 6858000"/>
              <a:gd name="connsiteX120" fmla="*/ 720862 w 1605470"/>
              <a:gd name="connsiteY120" fmla="*/ 3114519 h 6858000"/>
              <a:gd name="connsiteX121" fmla="*/ 707471 w 1605470"/>
              <a:gd name="connsiteY121" fmla="*/ 3106272 h 6858000"/>
              <a:gd name="connsiteX122" fmla="*/ 680201 w 1605470"/>
              <a:gd name="connsiteY122" fmla="*/ 2958185 h 6858000"/>
              <a:gd name="connsiteX123" fmla="*/ 622815 w 1605470"/>
              <a:gd name="connsiteY123" fmla="*/ 2762989 h 6858000"/>
              <a:gd name="connsiteX124" fmla="*/ 571733 w 1605470"/>
              <a:gd name="connsiteY124" fmla="*/ 2554718 h 6858000"/>
              <a:gd name="connsiteX125" fmla="*/ 551827 w 1605470"/>
              <a:gd name="connsiteY125" fmla="*/ 2485734 h 6858000"/>
              <a:gd name="connsiteX126" fmla="*/ 542550 w 1605470"/>
              <a:gd name="connsiteY126" fmla="*/ 2447068 h 6858000"/>
              <a:gd name="connsiteX127" fmla="*/ 529511 w 1605470"/>
              <a:gd name="connsiteY127" fmla="*/ 2425819 h 6858000"/>
              <a:gd name="connsiteX128" fmla="*/ 528878 w 1605470"/>
              <a:gd name="connsiteY128" fmla="*/ 2408971 h 6858000"/>
              <a:gd name="connsiteX129" fmla="*/ 535510 w 1605470"/>
              <a:gd name="connsiteY129" fmla="*/ 2402874 h 6858000"/>
              <a:gd name="connsiteX130" fmla="*/ 538122 w 1605470"/>
              <a:gd name="connsiteY130" fmla="*/ 2381443 h 6858000"/>
              <a:gd name="connsiteX131" fmla="*/ 514451 w 1605470"/>
              <a:gd name="connsiteY131" fmla="*/ 2261920 h 6858000"/>
              <a:gd name="connsiteX132" fmla="*/ 486968 w 1605470"/>
              <a:gd name="connsiteY132" fmla="*/ 2182937 h 6858000"/>
              <a:gd name="connsiteX133" fmla="*/ 488555 w 1605470"/>
              <a:gd name="connsiteY133" fmla="*/ 2155135 h 6858000"/>
              <a:gd name="connsiteX134" fmla="*/ 486013 w 1605470"/>
              <a:gd name="connsiteY134" fmla="*/ 2118008 h 6858000"/>
              <a:gd name="connsiteX135" fmla="*/ 487006 w 1605470"/>
              <a:gd name="connsiteY135" fmla="*/ 2050531 h 6858000"/>
              <a:gd name="connsiteX136" fmla="*/ 478812 w 1605470"/>
              <a:gd name="connsiteY136" fmla="*/ 1963269 h 6858000"/>
              <a:gd name="connsiteX137" fmla="*/ 442619 w 1605470"/>
              <a:gd name="connsiteY137" fmla="*/ 1910499 h 6858000"/>
              <a:gd name="connsiteX138" fmla="*/ 446785 w 1605470"/>
              <a:gd name="connsiteY138" fmla="*/ 1903212 h 6858000"/>
              <a:gd name="connsiteX139" fmla="*/ 436547 w 1605470"/>
              <a:gd name="connsiteY139" fmla="*/ 1861531 h 6858000"/>
              <a:gd name="connsiteX140" fmla="*/ 390346 w 1605470"/>
              <a:gd name="connsiteY140" fmla="*/ 1732919 h 6858000"/>
              <a:gd name="connsiteX141" fmla="*/ 362657 w 1605470"/>
              <a:gd name="connsiteY141" fmla="*/ 1663540 h 6858000"/>
              <a:gd name="connsiteX142" fmla="*/ 361783 w 1605470"/>
              <a:gd name="connsiteY142" fmla="*/ 1615777 h 6858000"/>
              <a:gd name="connsiteX143" fmla="*/ 342578 w 1605470"/>
              <a:gd name="connsiteY143" fmla="*/ 1563678 h 6858000"/>
              <a:gd name="connsiteX144" fmla="*/ 355658 w 1605470"/>
              <a:gd name="connsiteY144" fmla="*/ 1519474 h 6858000"/>
              <a:gd name="connsiteX145" fmla="*/ 348400 w 1605470"/>
              <a:gd name="connsiteY145" fmla="*/ 1477995 h 6858000"/>
              <a:gd name="connsiteX146" fmla="*/ 334485 w 1605470"/>
              <a:gd name="connsiteY146" fmla="*/ 1373769 h 6858000"/>
              <a:gd name="connsiteX147" fmla="*/ 342792 w 1605470"/>
              <a:gd name="connsiteY147" fmla="*/ 1307086 h 6858000"/>
              <a:gd name="connsiteX148" fmla="*/ 343980 w 1605470"/>
              <a:gd name="connsiteY148" fmla="*/ 1189033 h 6858000"/>
              <a:gd name="connsiteX149" fmla="*/ 348665 w 1605470"/>
              <a:gd name="connsiteY149" fmla="*/ 1168288 h 6858000"/>
              <a:gd name="connsiteX150" fmla="*/ 340947 w 1605470"/>
              <a:gd name="connsiteY150" fmla="*/ 1142577 h 6858000"/>
              <a:gd name="connsiteX151" fmla="*/ 330253 w 1605470"/>
              <a:gd name="connsiteY151" fmla="*/ 1088484 h 6858000"/>
              <a:gd name="connsiteX152" fmla="*/ 318989 w 1605470"/>
              <a:gd name="connsiteY152" fmla="*/ 1016103 h 6858000"/>
              <a:gd name="connsiteX153" fmla="*/ 320445 w 1605470"/>
              <a:gd name="connsiteY153" fmla="*/ 932283 h 6858000"/>
              <a:gd name="connsiteX154" fmla="*/ 322681 w 1605470"/>
              <a:gd name="connsiteY154" fmla="*/ 915925 h 6858000"/>
              <a:gd name="connsiteX155" fmla="*/ 315310 w 1605470"/>
              <a:gd name="connsiteY155" fmla="*/ 896999 h 6858000"/>
              <a:gd name="connsiteX156" fmla="*/ 284718 w 1605470"/>
              <a:gd name="connsiteY156" fmla="*/ 821517 h 6858000"/>
              <a:gd name="connsiteX157" fmla="*/ 263668 w 1605470"/>
              <a:gd name="connsiteY157" fmla="*/ 751353 h 6858000"/>
              <a:gd name="connsiteX158" fmla="*/ 263226 w 1605470"/>
              <a:gd name="connsiteY158" fmla="*/ 721230 h 6858000"/>
              <a:gd name="connsiteX159" fmla="*/ 248897 w 1605470"/>
              <a:gd name="connsiteY159" fmla="*/ 681659 h 6858000"/>
              <a:gd name="connsiteX160" fmla="*/ 234316 w 1605470"/>
              <a:gd name="connsiteY160" fmla="*/ 635218 h 6858000"/>
              <a:gd name="connsiteX161" fmla="*/ 239327 w 1605470"/>
              <a:gd name="connsiteY161" fmla="*/ 613763 h 6858000"/>
              <a:gd name="connsiteX162" fmla="*/ 225269 w 1605470"/>
              <a:gd name="connsiteY162" fmla="*/ 598582 h 6858000"/>
              <a:gd name="connsiteX163" fmla="*/ 224950 w 1605470"/>
              <a:gd name="connsiteY163" fmla="*/ 576846 h 6858000"/>
              <a:gd name="connsiteX164" fmla="*/ 204576 w 1605470"/>
              <a:gd name="connsiteY164" fmla="*/ 530055 h 6858000"/>
              <a:gd name="connsiteX165" fmla="*/ 219064 w 1605470"/>
              <a:gd name="connsiteY165" fmla="*/ 469651 h 6858000"/>
              <a:gd name="connsiteX166" fmla="*/ 195012 w 1605470"/>
              <a:gd name="connsiteY166" fmla="*/ 448559 h 6858000"/>
              <a:gd name="connsiteX167" fmla="*/ 201434 w 1605470"/>
              <a:gd name="connsiteY167" fmla="*/ 441529 h 6858000"/>
              <a:gd name="connsiteX168" fmla="*/ 200655 w 1605470"/>
              <a:gd name="connsiteY168" fmla="*/ 428927 h 6858000"/>
              <a:gd name="connsiteX169" fmla="*/ 190059 w 1605470"/>
              <a:gd name="connsiteY169" fmla="*/ 430161 h 6858000"/>
              <a:gd name="connsiteX170" fmla="*/ 167079 w 1605470"/>
              <a:gd name="connsiteY170" fmla="*/ 367211 h 6858000"/>
              <a:gd name="connsiteX171" fmla="*/ 124571 w 1605470"/>
              <a:gd name="connsiteY171" fmla="*/ 302178 h 6858000"/>
              <a:gd name="connsiteX172" fmla="*/ 103243 w 1605470"/>
              <a:gd name="connsiteY172" fmla="*/ 211375 h 6858000"/>
              <a:gd name="connsiteX173" fmla="*/ 94571 w 1605470"/>
              <a:gd name="connsiteY173" fmla="*/ 184179 h 6858000"/>
              <a:gd name="connsiteX174" fmla="*/ 13437 w 1605470"/>
              <a:gd name="connsiteY174" fmla="*/ 19287 h 6858000"/>
              <a:gd name="connsiteX175" fmla="*/ 0 w 1605470"/>
              <a:gd name="connsiteY175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3992 w 1605470"/>
              <a:gd name="connsiteY37" fmla="*/ 5619557 h 6858000"/>
              <a:gd name="connsiteX38" fmla="*/ 531653 w 1605470"/>
              <a:gd name="connsiteY38" fmla="*/ 5604904 h 6858000"/>
              <a:gd name="connsiteX39" fmla="*/ 539863 w 1605470"/>
              <a:gd name="connsiteY39" fmla="*/ 5604298 h 6858000"/>
              <a:gd name="connsiteX40" fmla="*/ 552319 w 1605470"/>
              <a:gd name="connsiteY40" fmla="*/ 5587997 h 6858000"/>
              <a:gd name="connsiteX41" fmla="*/ 564053 w 1605470"/>
              <a:gd name="connsiteY41" fmla="*/ 5539915 h 6858000"/>
              <a:gd name="connsiteX42" fmla="*/ 587214 w 1605470"/>
              <a:gd name="connsiteY42" fmla="*/ 5451511 h 6858000"/>
              <a:gd name="connsiteX43" fmla="*/ 608019 w 1605470"/>
              <a:gd name="connsiteY43" fmla="*/ 5385461 h 6858000"/>
              <a:gd name="connsiteX44" fmla="*/ 622750 w 1605470"/>
              <a:gd name="connsiteY44" fmla="*/ 5363084 h 6858000"/>
              <a:gd name="connsiteX45" fmla="*/ 638731 w 1605470"/>
              <a:gd name="connsiteY45" fmla="*/ 5330009 h 6858000"/>
              <a:gd name="connsiteX46" fmla="*/ 672224 w 1605470"/>
              <a:gd name="connsiteY46" fmla="*/ 5273739 h 6858000"/>
              <a:gd name="connsiteX47" fmla="*/ 681823 w 1605470"/>
              <a:gd name="connsiteY47" fmla="*/ 5241779 h 6858000"/>
              <a:gd name="connsiteX48" fmla="*/ 693049 w 1605470"/>
              <a:gd name="connsiteY48" fmla="*/ 5225268 h 6858000"/>
              <a:gd name="connsiteX49" fmla="*/ 694069 w 1605470"/>
              <a:gd name="connsiteY49" fmla="*/ 5217684 h 6858000"/>
              <a:gd name="connsiteX50" fmla="*/ 701410 w 1605470"/>
              <a:gd name="connsiteY50" fmla="*/ 5193377 h 6858000"/>
              <a:gd name="connsiteX51" fmla="*/ 704713 w 1605470"/>
              <a:gd name="connsiteY51" fmla="*/ 5179288 h 6858000"/>
              <a:gd name="connsiteX52" fmla="*/ 705697 w 1605470"/>
              <a:gd name="connsiteY52" fmla="*/ 5173621 h 6858000"/>
              <a:gd name="connsiteX53" fmla="*/ 701331 w 1605470"/>
              <a:gd name="connsiteY53" fmla="*/ 5159961 h 6858000"/>
              <a:gd name="connsiteX54" fmla="*/ 708008 w 1605470"/>
              <a:gd name="connsiteY54" fmla="*/ 5144295 h 6858000"/>
              <a:gd name="connsiteX55" fmla="*/ 704941 w 1605470"/>
              <a:gd name="connsiteY55" fmla="*/ 5125185 h 6858000"/>
              <a:gd name="connsiteX56" fmla="*/ 711771 w 1605470"/>
              <a:gd name="connsiteY56" fmla="*/ 5121884 h 6858000"/>
              <a:gd name="connsiteX57" fmla="*/ 718807 w 1605470"/>
              <a:gd name="connsiteY57" fmla="*/ 5067850 h 6858000"/>
              <a:gd name="connsiteX58" fmla="*/ 721538 w 1605470"/>
              <a:gd name="connsiteY58" fmla="*/ 5060861 h 6858000"/>
              <a:gd name="connsiteX59" fmla="*/ 718242 w 1605470"/>
              <a:gd name="connsiteY59" fmla="*/ 5034192 h 6858000"/>
              <a:gd name="connsiteX60" fmla="*/ 719796 w 1605470"/>
              <a:gd name="connsiteY60" fmla="*/ 4993030 h 6858000"/>
              <a:gd name="connsiteX61" fmla="*/ 726705 w 1605470"/>
              <a:gd name="connsiteY61" fmla="*/ 4946844 h 6858000"/>
              <a:gd name="connsiteX62" fmla="*/ 722561 w 1605470"/>
              <a:gd name="connsiteY62" fmla="*/ 4932692 h 6858000"/>
              <a:gd name="connsiteX63" fmla="*/ 724935 w 1605470"/>
              <a:gd name="connsiteY63" fmla="*/ 4821504 h 6858000"/>
              <a:gd name="connsiteX64" fmla="*/ 732118 w 1605470"/>
              <a:gd name="connsiteY64" fmla="*/ 4801535 h 6858000"/>
              <a:gd name="connsiteX65" fmla="*/ 739787 w 1605470"/>
              <a:gd name="connsiteY65" fmla="*/ 4797794 h 6858000"/>
              <a:gd name="connsiteX66" fmla="*/ 741081 w 1605470"/>
              <a:gd name="connsiteY66" fmla="*/ 4784526 h 6858000"/>
              <a:gd name="connsiteX67" fmla="*/ 742865 w 1605470"/>
              <a:gd name="connsiteY67" fmla="*/ 4781211 h 6858000"/>
              <a:gd name="connsiteX68" fmla="*/ 751652 w 1605470"/>
              <a:gd name="connsiteY68" fmla="*/ 4761984 h 6858000"/>
              <a:gd name="connsiteX69" fmla="*/ 747700 w 1605470"/>
              <a:gd name="connsiteY69" fmla="*/ 4690749 h 6858000"/>
              <a:gd name="connsiteX70" fmla="*/ 743180 w 1605470"/>
              <a:gd name="connsiteY70" fmla="*/ 4584173 h 6858000"/>
              <a:gd name="connsiteX71" fmla="*/ 738263 w 1605470"/>
              <a:gd name="connsiteY71" fmla="*/ 4444346 h 6858000"/>
              <a:gd name="connsiteX72" fmla="*/ 756542 w 1605470"/>
              <a:gd name="connsiteY72" fmla="*/ 4350346 h 6858000"/>
              <a:gd name="connsiteX73" fmla="*/ 715481 w 1605470"/>
              <a:gd name="connsiteY73" fmla="*/ 4214165 h 6858000"/>
              <a:gd name="connsiteX74" fmla="*/ 719554 w 1605470"/>
              <a:gd name="connsiteY74" fmla="*/ 4090296 h 6858000"/>
              <a:gd name="connsiteX75" fmla="*/ 704810 w 1605470"/>
              <a:gd name="connsiteY75" fmla="*/ 4033999 h 6858000"/>
              <a:gd name="connsiteX76" fmla="*/ 705959 w 1605470"/>
              <a:gd name="connsiteY76" fmla="*/ 4031933 h 6858000"/>
              <a:gd name="connsiteX77" fmla="*/ 704535 w 1605470"/>
              <a:gd name="connsiteY77" fmla="*/ 4013953 h 6858000"/>
              <a:gd name="connsiteX78" fmla="*/ 700443 w 1605470"/>
              <a:gd name="connsiteY78" fmla="*/ 4010511 h 6858000"/>
              <a:gd name="connsiteX79" fmla="*/ 698282 w 1605470"/>
              <a:gd name="connsiteY79" fmla="*/ 3998331 h 6858000"/>
              <a:gd name="connsiteX80" fmla="*/ 690830 w 1605470"/>
              <a:gd name="connsiteY80" fmla="*/ 3974753 h 6858000"/>
              <a:gd name="connsiteX81" fmla="*/ 692428 w 1605470"/>
              <a:gd name="connsiteY81" fmla="*/ 3969950 h 6858000"/>
              <a:gd name="connsiteX82" fmla="*/ 685850 w 1605470"/>
              <a:gd name="connsiteY82" fmla="*/ 3933779 h 6858000"/>
              <a:gd name="connsiteX83" fmla="*/ 687181 w 1605470"/>
              <a:gd name="connsiteY83" fmla="*/ 3933093 h 6858000"/>
              <a:gd name="connsiteX84" fmla="*/ 691535 w 1605470"/>
              <a:gd name="connsiteY84" fmla="*/ 3922082 h 6858000"/>
              <a:gd name="connsiteX85" fmla="*/ 696613 w 1605470"/>
              <a:gd name="connsiteY85" fmla="*/ 3901461 h 6858000"/>
              <a:gd name="connsiteX86" fmla="*/ 719207 w 1605470"/>
              <a:gd name="connsiteY86" fmla="*/ 3813873 h 6858000"/>
              <a:gd name="connsiteX87" fmla="*/ 718632 w 1605470"/>
              <a:gd name="connsiteY87" fmla="*/ 3806161 h 6858000"/>
              <a:gd name="connsiteX88" fmla="*/ 718939 w 1605470"/>
              <a:gd name="connsiteY88" fmla="*/ 3805957 h 6858000"/>
              <a:gd name="connsiteX89" fmla="*/ 718966 w 1605470"/>
              <a:gd name="connsiteY89" fmla="*/ 3797724 h 6858000"/>
              <a:gd name="connsiteX90" fmla="*/ 717581 w 1605470"/>
              <a:gd name="connsiteY90" fmla="*/ 3792098 h 6858000"/>
              <a:gd name="connsiteX91" fmla="*/ 716465 w 1605470"/>
              <a:gd name="connsiteY91" fmla="*/ 3777135 h 6858000"/>
              <a:gd name="connsiteX92" fmla="*/ 718198 w 1605470"/>
              <a:gd name="connsiteY92" fmla="*/ 3771656 h 6858000"/>
              <a:gd name="connsiteX93" fmla="*/ 721941 w 1605470"/>
              <a:gd name="connsiteY93" fmla="*/ 3769007 h 6858000"/>
              <a:gd name="connsiteX94" fmla="*/ 721407 w 1605470"/>
              <a:gd name="connsiteY94" fmla="*/ 3767709 h 6858000"/>
              <a:gd name="connsiteX95" fmla="*/ 730103 w 1605470"/>
              <a:gd name="connsiteY95" fmla="*/ 3738082 h 6858000"/>
              <a:gd name="connsiteX96" fmla="*/ 737449 w 1605470"/>
              <a:gd name="connsiteY96" fmla="*/ 3673397 h 6858000"/>
              <a:gd name="connsiteX97" fmla="*/ 736745 w 1605470"/>
              <a:gd name="connsiteY97" fmla="*/ 3637109 h 6858000"/>
              <a:gd name="connsiteX98" fmla="*/ 740188 w 1605470"/>
              <a:gd name="connsiteY98" fmla="*/ 3536883 h 6858000"/>
              <a:gd name="connsiteX99" fmla="*/ 747726 w 1605470"/>
              <a:gd name="connsiteY99" fmla="*/ 3435652 h 6858000"/>
              <a:gd name="connsiteX100" fmla="*/ 774383 w 1605470"/>
              <a:gd name="connsiteY100" fmla="*/ 3381564 h 6858000"/>
              <a:gd name="connsiteX101" fmla="*/ 774870 w 1605470"/>
              <a:gd name="connsiteY101" fmla="*/ 3375761 h 6858000"/>
              <a:gd name="connsiteX102" fmla="*/ 770510 w 1605470"/>
              <a:gd name="connsiteY102" fmla="*/ 3361844 h 6858000"/>
              <a:gd name="connsiteX103" fmla="*/ 767933 w 1605470"/>
              <a:gd name="connsiteY103" fmla="*/ 3356929 h 6858000"/>
              <a:gd name="connsiteX104" fmla="*/ 766158 w 1605470"/>
              <a:gd name="connsiteY104" fmla="*/ 3349058 h 6858000"/>
              <a:gd name="connsiteX105" fmla="*/ 766414 w 1605470"/>
              <a:gd name="connsiteY105" fmla="*/ 3348763 h 6858000"/>
              <a:gd name="connsiteX106" fmla="*/ 764166 w 1605470"/>
              <a:gd name="connsiteY106" fmla="*/ 3341588 h 6858000"/>
              <a:gd name="connsiteX107" fmla="*/ 749397 w 1605470"/>
              <a:gd name="connsiteY107" fmla="*/ 3307769 h 6858000"/>
              <a:gd name="connsiteX108" fmla="*/ 766960 w 1605470"/>
              <a:gd name="connsiteY108" fmla="*/ 3250522 h 6858000"/>
              <a:gd name="connsiteX109" fmla="*/ 767385 w 1605470"/>
              <a:gd name="connsiteY109" fmla="*/ 3229163 h 6858000"/>
              <a:gd name="connsiteX110" fmla="*/ 769208 w 1605470"/>
              <a:gd name="connsiteY110" fmla="*/ 3217217 h 6858000"/>
              <a:gd name="connsiteX111" fmla="*/ 770350 w 1605470"/>
              <a:gd name="connsiteY111" fmla="*/ 3216125 h 6858000"/>
              <a:gd name="connsiteX112" fmla="*/ 756043 w 1605470"/>
              <a:gd name="connsiteY112" fmla="*/ 3183755 h 6858000"/>
              <a:gd name="connsiteX113" fmla="*/ 756544 w 1605470"/>
              <a:gd name="connsiteY113" fmla="*/ 3178642 h 6858000"/>
              <a:gd name="connsiteX114" fmla="*/ 744144 w 1605470"/>
              <a:gd name="connsiteY114" fmla="*/ 3158586 h 6858000"/>
              <a:gd name="connsiteX115" fmla="*/ 739378 w 1605470"/>
              <a:gd name="connsiteY115" fmla="*/ 3147669 h 6858000"/>
              <a:gd name="connsiteX116" fmla="*/ 734648 w 1605470"/>
              <a:gd name="connsiteY116" fmla="*/ 3145733 h 6858000"/>
              <a:gd name="connsiteX117" fmla="*/ 729329 w 1605470"/>
              <a:gd name="connsiteY117" fmla="*/ 3129034 h 6858000"/>
              <a:gd name="connsiteX118" fmla="*/ 729994 w 1605470"/>
              <a:gd name="connsiteY118" fmla="*/ 3126682 h 6858000"/>
              <a:gd name="connsiteX119" fmla="*/ 720862 w 1605470"/>
              <a:gd name="connsiteY119" fmla="*/ 3114519 h 6858000"/>
              <a:gd name="connsiteX120" fmla="*/ 707471 w 1605470"/>
              <a:gd name="connsiteY120" fmla="*/ 3106272 h 6858000"/>
              <a:gd name="connsiteX121" fmla="*/ 680201 w 1605470"/>
              <a:gd name="connsiteY121" fmla="*/ 2958185 h 6858000"/>
              <a:gd name="connsiteX122" fmla="*/ 622815 w 1605470"/>
              <a:gd name="connsiteY122" fmla="*/ 2762989 h 6858000"/>
              <a:gd name="connsiteX123" fmla="*/ 571733 w 1605470"/>
              <a:gd name="connsiteY123" fmla="*/ 2554718 h 6858000"/>
              <a:gd name="connsiteX124" fmla="*/ 551827 w 1605470"/>
              <a:gd name="connsiteY124" fmla="*/ 2485734 h 6858000"/>
              <a:gd name="connsiteX125" fmla="*/ 542550 w 1605470"/>
              <a:gd name="connsiteY125" fmla="*/ 2447068 h 6858000"/>
              <a:gd name="connsiteX126" fmla="*/ 529511 w 1605470"/>
              <a:gd name="connsiteY126" fmla="*/ 2425819 h 6858000"/>
              <a:gd name="connsiteX127" fmla="*/ 528878 w 1605470"/>
              <a:gd name="connsiteY127" fmla="*/ 2408971 h 6858000"/>
              <a:gd name="connsiteX128" fmla="*/ 535510 w 1605470"/>
              <a:gd name="connsiteY128" fmla="*/ 2402874 h 6858000"/>
              <a:gd name="connsiteX129" fmla="*/ 538122 w 1605470"/>
              <a:gd name="connsiteY129" fmla="*/ 2381443 h 6858000"/>
              <a:gd name="connsiteX130" fmla="*/ 514451 w 1605470"/>
              <a:gd name="connsiteY130" fmla="*/ 2261920 h 6858000"/>
              <a:gd name="connsiteX131" fmla="*/ 486968 w 1605470"/>
              <a:gd name="connsiteY131" fmla="*/ 2182937 h 6858000"/>
              <a:gd name="connsiteX132" fmla="*/ 488555 w 1605470"/>
              <a:gd name="connsiteY132" fmla="*/ 2155135 h 6858000"/>
              <a:gd name="connsiteX133" fmla="*/ 486013 w 1605470"/>
              <a:gd name="connsiteY133" fmla="*/ 2118008 h 6858000"/>
              <a:gd name="connsiteX134" fmla="*/ 487006 w 1605470"/>
              <a:gd name="connsiteY134" fmla="*/ 2050531 h 6858000"/>
              <a:gd name="connsiteX135" fmla="*/ 478812 w 1605470"/>
              <a:gd name="connsiteY135" fmla="*/ 1963269 h 6858000"/>
              <a:gd name="connsiteX136" fmla="*/ 442619 w 1605470"/>
              <a:gd name="connsiteY136" fmla="*/ 1910499 h 6858000"/>
              <a:gd name="connsiteX137" fmla="*/ 446785 w 1605470"/>
              <a:gd name="connsiteY137" fmla="*/ 1903212 h 6858000"/>
              <a:gd name="connsiteX138" fmla="*/ 436547 w 1605470"/>
              <a:gd name="connsiteY138" fmla="*/ 1861531 h 6858000"/>
              <a:gd name="connsiteX139" fmla="*/ 390346 w 1605470"/>
              <a:gd name="connsiteY139" fmla="*/ 1732919 h 6858000"/>
              <a:gd name="connsiteX140" fmla="*/ 362657 w 1605470"/>
              <a:gd name="connsiteY140" fmla="*/ 1663540 h 6858000"/>
              <a:gd name="connsiteX141" fmla="*/ 361783 w 1605470"/>
              <a:gd name="connsiteY141" fmla="*/ 1615777 h 6858000"/>
              <a:gd name="connsiteX142" fmla="*/ 342578 w 1605470"/>
              <a:gd name="connsiteY142" fmla="*/ 1563678 h 6858000"/>
              <a:gd name="connsiteX143" fmla="*/ 355658 w 1605470"/>
              <a:gd name="connsiteY143" fmla="*/ 1519474 h 6858000"/>
              <a:gd name="connsiteX144" fmla="*/ 348400 w 1605470"/>
              <a:gd name="connsiteY144" fmla="*/ 1477995 h 6858000"/>
              <a:gd name="connsiteX145" fmla="*/ 334485 w 1605470"/>
              <a:gd name="connsiteY145" fmla="*/ 1373769 h 6858000"/>
              <a:gd name="connsiteX146" fmla="*/ 342792 w 1605470"/>
              <a:gd name="connsiteY146" fmla="*/ 1307086 h 6858000"/>
              <a:gd name="connsiteX147" fmla="*/ 343980 w 1605470"/>
              <a:gd name="connsiteY147" fmla="*/ 1189033 h 6858000"/>
              <a:gd name="connsiteX148" fmla="*/ 348665 w 1605470"/>
              <a:gd name="connsiteY148" fmla="*/ 1168288 h 6858000"/>
              <a:gd name="connsiteX149" fmla="*/ 340947 w 1605470"/>
              <a:gd name="connsiteY149" fmla="*/ 1142577 h 6858000"/>
              <a:gd name="connsiteX150" fmla="*/ 330253 w 1605470"/>
              <a:gd name="connsiteY150" fmla="*/ 1088484 h 6858000"/>
              <a:gd name="connsiteX151" fmla="*/ 318989 w 1605470"/>
              <a:gd name="connsiteY151" fmla="*/ 1016103 h 6858000"/>
              <a:gd name="connsiteX152" fmla="*/ 320445 w 1605470"/>
              <a:gd name="connsiteY152" fmla="*/ 932283 h 6858000"/>
              <a:gd name="connsiteX153" fmla="*/ 322681 w 1605470"/>
              <a:gd name="connsiteY153" fmla="*/ 915925 h 6858000"/>
              <a:gd name="connsiteX154" fmla="*/ 315310 w 1605470"/>
              <a:gd name="connsiteY154" fmla="*/ 896999 h 6858000"/>
              <a:gd name="connsiteX155" fmla="*/ 284718 w 1605470"/>
              <a:gd name="connsiteY155" fmla="*/ 821517 h 6858000"/>
              <a:gd name="connsiteX156" fmla="*/ 263668 w 1605470"/>
              <a:gd name="connsiteY156" fmla="*/ 751353 h 6858000"/>
              <a:gd name="connsiteX157" fmla="*/ 263226 w 1605470"/>
              <a:gd name="connsiteY157" fmla="*/ 721230 h 6858000"/>
              <a:gd name="connsiteX158" fmla="*/ 248897 w 1605470"/>
              <a:gd name="connsiteY158" fmla="*/ 681659 h 6858000"/>
              <a:gd name="connsiteX159" fmla="*/ 234316 w 1605470"/>
              <a:gd name="connsiteY159" fmla="*/ 635218 h 6858000"/>
              <a:gd name="connsiteX160" fmla="*/ 239327 w 1605470"/>
              <a:gd name="connsiteY160" fmla="*/ 613763 h 6858000"/>
              <a:gd name="connsiteX161" fmla="*/ 225269 w 1605470"/>
              <a:gd name="connsiteY161" fmla="*/ 598582 h 6858000"/>
              <a:gd name="connsiteX162" fmla="*/ 224950 w 1605470"/>
              <a:gd name="connsiteY162" fmla="*/ 576846 h 6858000"/>
              <a:gd name="connsiteX163" fmla="*/ 204576 w 1605470"/>
              <a:gd name="connsiteY163" fmla="*/ 530055 h 6858000"/>
              <a:gd name="connsiteX164" fmla="*/ 219064 w 1605470"/>
              <a:gd name="connsiteY164" fmla="*/ 469651 h 6858000"/>
              <a:gd name="connsiteX165" fmla="*/ 195012 w 1605470"/>
              <a:gd name="connsiteY165" fmla="*/ 448559 h 6858000"/>
              <a:gd name="connsiteX166" fmla="*/ 201434 w 1605470"/>
              <a:gd name="connsiteY166" fmla="*/ 441529 h 6858000"/>
              <a:gd name="connsiteX167" fmla="*/ 200655 w 1605470"/>
              <a:gd name="connsiteY167" fmla="*/ 428927 h 6858000"/>
              <a:gd name="connsiteX168" fmla="*/ 190059 w 1605470"/>
              <a:gd name="connsiteY168" fmla="*/ 430161 h 6858000"/>
              <a:gd name="connsiteX169" fmla="*/ 167079 w 1605470"/>
              <a:gd name="connsiteY169" fmla="*/ 367211 h 6858000"/>
              <a:gd name="connsiteX170" fmla="*/ 124571 w 1605470"/>
              <a:gd name="connsiteY170" fmla="*/ 302178 h 6858000"/>
              <a:gd name="connsiteX171" fmla="*/ 103243 w 1605470"/>
              <a:gd name="connsiteY171" fmla="*/ 211375 h 6858000"/>
              <a:gd name="connsiteX172" fmla="*/ 94571 w 1605470"/>
              <a:gd name="connsiteY172" fmla="*/ 184179 h 6858000"/>
              <a:gd name="connsiteX173" fmla="*/ 13437 w 1605470"/>
              <a:gd name="connsiteY173" fmla="*/ 19287 h 6858000"/>
              <a:gd name="connsiteX174" fmla="*/ 0 w 1605470"/>
              <a:gd name="connsiteY174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3992 w 1605470"/>
              <a:gd name="connsiteY37" fmla="*/ 5619557 h 6858000"/>
              <a:gd name="connsiteX38" fmla="*/ 531653 w 1605470"/>
              <a:gd name="connsiteY38" fmla="*/ 5604904 h 6858000"/>
              <a:gd name="connsiteX39" fmla="*/ 539863 w 1605470"/>
              <a:gd name="connsiteY39" fmla="*/ 5604298 h 6858000"/>
              <a:gd name="connsiteX40" fmla="*/ 552319 w 1605470"/>
              <a:gd name="connsiteY40" fmla="*/ 5587997 h 6858000"/>
              <a:gd name="connsiteX41" fmla="*/ 587214 w 1605470"/>
              <a:gd name="connsiteY41" fmla="*/ 5451511 h 6858000"/>
              <a:gd name="connsiteX42" fmla="*/ 608019 w 1605470"/>
              <a:gd name="connsiteY42" fmla="*/ 5385461 h 6858000"/>
              <a:gd name="connsiteX43" fmla="*/ 622750 w 1605470"/>
              <a:gd name="connsiteY43" fmla="*/ 5363084 h 6858000"/>
              <a:gd name="connsiteX44" fmla="*/ 638731 w 1605470"/>
              <a:gd name="connsiteY44" fmla="*/ 5330009 h 6858000"/>
              <a:gd name="connsiteX45" fmla="*/ 672224 w 1605470"/>
              <a:gd name="connsiteY45" fmla="*/ 5273739 h 6858000"/>
              <a:gd name="connsiteX46" fmla="*/ 681823 w 1605470"/>
              <a:gd name="connsiteY46" fmla="*/ 5241779 h 6858000"/>
              <a:gd name="connsiteX47" fmla="*/ 693049 w 1605470"/>
              <a:gd name="connsiteY47" fmla="*/ 5225268 h 6858000"/>
              <a:gd name="connsiteX48" fmla="*/ 694069 w 1605470"/>
              <a:gd name="connsiteY48" fmla="*/ 5217684 h 6858000"/>
              <a:gd name="connsiteX49" fmla="*/ 701410 w 1605470"/>
              <a:gd name="connsiteY49" fmla="*/ 5193377 h 6858000"/>
              <a:gd name="connsiteX50" fmla="*/ 704713 w 1605470"/>
              <a:gd name="connsiteY50" fmla="*/ 5179288 h 6858000"/>
              <a:gd name="connsiteX51" fmla="*/ 705697 w 1605470"/>
              <a:gd name="connsiteY51" fmla="*/ 5173621 h 6858000"/>
              <a:gd name="connsiteX52" fmla="*/ 701331 w 1605470"/>
              <a:gd name="connsiteY52" fmla="*/ 5159961 h 6858000"/>
              <a:gd name="connsiteX53" fmla="*/ 708008 w 1605470"/>
              <a:gd name="connsiteY53" fmla="*/ 5144295 h 6858000"/>
              <a:gd name="connsiteX54" fmla="*/ 704941 w 1605470"/>
              <a:gd name="connsiteY54" fmla="*/ 5125185 h 6858000"/>
              <a:gd name="connsiteX55" fmla="*/ 711771 w 1605470"/>
              <a:gd name="connsiteY55" fmla="*/ 5121884 h 6858000"/>
              <a:gd name="connsiteX56" fmla="*/ 718807 w 1605470"/>
              <a:gd name="connsiteY56" fmla="*/ 5067850 h 6858000"/>
              <a:gd name="connsiteX57" fmla="*/ 721538 w 1605470"/>
              <a:gd name="connsiteY57" fmla="*/ 5060861 h 6858000"/>
              <a:gd name="connsiteX58" fmla="*/ 718242 w 1605470"/>
              <a:gd name="connsiteY58" fmla="*/ 5034192 h 6858000"/>
              <a:gd name="connsiteX59" fmla="*/ 719796 w 1605470"/>
              <a:gd name="connsiteY59" fmla="*/ 4993030 h 6858000"/>
              <a:gd name="connsiteX60" fmla="*/ 726705 w 1605470"/>
              <a:gd name="connsiteY60" fmla="*/ 4946844 h 6858000"/>
              <a:gd name="connsiteX61" fmla="*/ 722561 w 1605470"/>
              <a:gd name="connsiteY61" fmla="*/ 4932692 h 6858000"/>
              <a:gd name="connsiteX62" fmla="*/ 724935 w 1605470"/>
              <a:gd name="connsiteY62" fmla="*/ 4821504 h 6858000"/>
              <a:gd name="connsiteX63" fmla="*/ 732118 w 1605470"/>
              <a:gd name="connsiteY63" fmla="*/ 4801535 h 6858000"/>
              <a:gd name="connsiteX64" fmla="*/ 739787 w 1605470"/>
              <a:gd name="connsiteY64" fmla="*/ 4797794 h 6858000"/>
              <a:gd name="connsiteX65" fmla="*/ 741081 w 1605470"/>
              <a:gd name="connsiteY65" fmla="*/ 4784526 h 6858000"/>
              <a:gd name="connsiteX66" fmla="*/ 742865 w 1605470"/>
              <a:gd name="connsiteY66" fmla="*/ 4781211 h 6858000"/>
              <a:gd name="connsiteX67" fmla="*/ 751652 w 1605470"/>
              <a:gd name="connsiteY67" fmla="*/ 4761984 h 6858000"/>
              <a:gd name="connsiteX68" fmla="*/ 747700 w 1605470"/>
              <a:gd name="connsiteY68" fmla="*/ 4690749 h 6858000"/>
              <a:gd name="connsiteX69" fmla="*/ 743180 w 1605470"/>
              <a:gd name="connsiteY69" fmla="*/ 4584173 h 6858000"/>
              <a:gd name="connsiteX70" fmla="*/ 738263 w 1605470"/>
              <a:gd name="connsiteY70" fmla="*/ 4444346 h 6858000"/>
              <a:gd name="connsiteX71" fmla="*/ 756542 w 1605470"/>
              <a:gd name="connsiteY71" fmla="*/ 4350346 h 6858000"/>
              <a:gd name="connsiteX72" fmla="*/ 715481 w 1605470"/>
              <a:gd name="connsiteY72" fmla="*/ 4214165 h 6858000"/>
              <a:gd name="connsiteX73" fmla="*/ 719554 w 1605470"/>
              <a:gd name="connsiteY73" fmla="*/ 4090296 h 6858000"/>
              <a:gd name="connsiteX74" fmla="*/ 704810 w 1605470"/>
              <a:gd name="connsiteY74" fmla="*/ 4033999 h 6858000"/>
              <a:gd name="connsiteX75" fmla="*/ 705959 w 1605470"/>
              <a:gd name="connsiteY75" fmla="*/ 4031933 h 6858000"/>
              <a:gd name="connsiteX76" fmla="*/ 704535 w 1605470"/>
              <a:gd name="connsiteY76" fmla="*/ 4013953 h 6858000"/>
              <a:gd name="connsiteX77" fmla="*/ 700443 w 1605470"/>
              <a:gd name="connsiteY77" fmla="*/ 4010511 h 6858000"/>
              <a:gd name="connsiteX78" fmla="*/ 698282 w 1605470"/>
              <a:gd name="connsiteY78" fmla="*/ 3998331 h 6858000"/>
              <a:gd name="connsiteX79" fmla="*/ 690830 w 1605470"/>
              <a:gd name="connsiteY79" fmla="*/ 3974753 h 6858000"/>
              <a:gd name="connsiteX80" fmla="*/ 692428 w 1605470"/>
              <a:gd name="connsiteY80" fmla="*/ 3969950 h 6858000"/>
              <a:gd name="connsiteX81" fmla="*/ 685850 w 1605470"/>
              <a:gd name="connsiteY81" fmla="*/ 3933779 h 6858000"/>
              <a:gd name="connsiteX82" fmla="*/ 687181 w 1605470"/>
              <a:gd name="connsiteY82" fmla="*/ 3933093 h 6858000"/>
              <a:gd name="connsiteX83" fmla="*/ 691535 w 1605470"/>
              <a:gd name="connsiteY83" fmla="*/ 3922082 h 6858000"/>
              <a:gd name="connsiteX84" fmla="*/ 696613 w 1605470"/>
              <a:gd name="connsiteY84" fmla="*/ 3901461 h 6858000"/>
              <a:gd name="connsiteX85" fmla="*/ 719207 w 1605470"/>
              <a:gd name="connsiteY85" fmla="*/ 3813873 h 6858000"/>
              <a:gd name="connsiteX86" fmla="*/ 718632 w 1605470"/>
              <a:gd name="connsiteY86" fmla="*/ 3806161 h 6858000"/>
              <a:gd name="connsiteX87" fmla="*/ 718939 w 1605470"/>
              <a:gd name="connsiteY87" fmla="*/ 3805957 h 6858000"/>
              <a:gd name="connsiteX88" fmla="*/ 718966 w 1605470"/>
              <a:gd name="connsiteY88" fmla="*/ 3797724 h 6858000"/>
              <a:gd name="connsiteX89" fmla="*/ 717581 w 1605470"/>
              <a:gd name="connsiteY89" fmla="*/ 3792098 h 6858000"/>
              <a:gd name="connsiteX90" fmla="*/ 716465 w 1605470"/>
              <a:gd name="connsiteY90" fmla="*/ 3777135 h 6858000"/>
              <a:gd name="connsiteX91" fmla="*/ 718198 w 1605470"/>
              <a:gd name="connsiteY91" fmla="*/ 3771656 h 6858000"/>
              <a:gd name="connsiteX92" fmla="*/ 721941 w 1605470"/>
              <a:gd name="connsiteY92" fmla="*/ 3769007 h 6858000"/>
              <a:gd name="connsiteX93" fmla="*/ 721407 w 1605470"/>
              <a:gd name="connsiteY93" fmla="*/ 3767709 h 6858000"/>
              <a:gd name="connsiteX94" fmla="*/ 730103 w 1605470"/>
              <a:gd name="connsiteY94" fmla="*/ 3738082 h 6858000"/>
              <a:gd name="connsiteX95" fmla="*/ 737449 w 1605470"/>
              <a:gd name="connsiteY95" fmla="*/ 3673397 h 6858000"/>
              <a:gd name="connsiteX96" fmla="*/ 736745 w 1605470"/>
              <a:gd name="connsiteY96" fmla="*/ 3637109 h 6858000"/>
              <a:gd name="connsiteX97" fmla="*/ 740188 w 1605470"/>
              <a:gd name="connsiteY97" fmla="*/ 3536883 h 6858000"/>
              <a:gd name="connsiteX98" fmla="*/ 747726 w 1605470"/>
              <a:gd name="connsiteY98" fmla="*/ 3435652 h 6858000"/>
              <a:gd name="connsiteX99" fmla="*/ 774383 w 1605470"/>
              <a:gd name="connsiteY99" fmla="*/ 3381564 h 6858000"/>
              <a:gd name="connsiteX100" fmla="*/ 774870 w 1605470"/>
              <a:gd name="connsiteY100" fmla="*/ 3375761 h 6858000"/>
              <a:gd name="connsiteX101" fmla="*/ 770510 w 1605470"/>
              <a:gd name="connsiteY101" fmla="*/ 3361844 h 6858000"/>
              <a:gd name="connsiteX102" fmla="*/ 767933 w 1605470"/>
              <a:gd name="connsiteY102" fmla="*/ 3356929 h 6858000"/>
              <a:gd name="connsiteX103" fmla="*/ 766158 w 1605470"/>
              <a:gd name="connsiteY103" fmla="*/ 3349058 h 6858000"/>
              <a:gd name="connsiteX104" fmla="*/ 766414 w 1605470"/>
              <a:gd name="connsiteY104" fmla="*/ 3348763 h 6858000"/>
              <a:gd name="connsiteX105" fmla="*/ 764166 w 1605470"/>
              <a:gd name="connsiteY105" fmla="*/ 3341588 h 6858000"/>
              <a:gd name="connsiteX106" fmla="*/ 749397 w 1605470"/>
              <a:gd name="connsiteY106" fmla="*/ 3307769 h 6858000"/>
              <a:gd name="connsiteX107" fmla="*/ 766960 w 1605470"/>
              <a:gd name="connsiteY107" fmla="*/ 3250522 h 6858000"/>
              <a:gd name="connsiteX108" fmla="*/ 767385 w 1605470"/>
              <a:gd name="connsiteY108" fmla="*/ 3229163 h 6858000"/>
              <a:gd name="connsiteX109" fmla="*/ 769208 w 1605470"/>
              <a:gd name="connsiteY109" fmla="*/ 3217217 h 6858000"/>
              <a:gd name="connsiteX110" fmla="*/ 770350 w 1605470"/>
              <a:gd name="connsiteY110" fmla="*/ 3216125 h 6858000"/>
              <a:gd name="connsiteX111" fmla="*/ 756043 w 1605470"/>
              <a:gd name="connsiteY111" fmla="*/ 3183755 h 6858000"/>
              <a:gd name="connsiteX112" fmla="*/ 756544 w 1605470"/>
              <a:gd name="connsiteY112" fmla="*/ 3178642 h 6858000"/>
              <a:gd name="connsiteX113" fmla="*/ 744144 w 1605470"/>
              <a:gd name="connsiteY113" fmla="*/ 3158586 h 6858000"/>
              <a:gd name="connsiteX114" fmla="*/ 739378 w 1605470"/>
              <a:gd name="connsiteY114" fmla="*/ 3147669 h 6858000"/>
              <a:gd name="connsiteX115" fmla="*/ 734648 w 1605470"/>
              <a:gd name="connsiteY115" fmla="*/ 3145733 h 6858000"/>
              <a:gd name="connsiteX116" fmla="*/ 729329 w 1605470"/>
              <a:gd name="connsiteY116" fmla="*/ 3129034 h 6858000"/>
              <a:gd name="connsiteX117" fmla="*/ 729994 w 1605470"/>
              <a:gd name="connsiteY117" fmla="*/ 3126682 h 6858000"/>
              <a:gd name="connsiteX118" fmla="*/ 720862 w 1605470"/>
              <a:gd name="connsiteY118" fmla="*/ 3114519 h 6858000"/>
              <a:gd name="connsiteX119" fmla="*/ 707471 w 1605470"/>
              <a:gd name="connsiteY119" fmla="*/ 3106272 h 6858000"/>
              <a:gd name="connsiteX120" fmla="*/ 680201 w 1605470"/>
              <a:gd name="connsiteY120" fmla="*/ 2958185 h 6858000"/>
              <a:gd name="connsiteX121" fmla="*/ 622815 w 1605470"/>
              <a:gd name="connsiteY121" fmla="*/ 2762989 h 6858000"/>
              <a:gd name="connsiteX122" fmla="*/ 571733 w 1605470"/>
              <a:gd name="connsiteY122" fmla="*/ 2554718 h 6858000"/>
              <a:gd name="connsiteX123" fmla="*/ 551827 w 1605470"/>
              <a:gd name="connsiteY123" fmla="*/ 2485734 h 6858000"/>
              <a:gd name="connsiteX124" fmla="*/ 542550 w 1605470"/>
              <a:gd name="connsiteY124" fmla="*/ 2447068 h 6858000"/>
              <a:gd name="connsiteX125" fmla="*/ 529511 w 1605470"/>
              <a:gd name="connsiteY125" fmla="*/ 2425819 h 6858000"/>
              <a:gd name="connsiteX126" fmla="*/ 528878 w 1605470"/>
              <a:gd name="connsiteY126" fmla="*/ 2408971 h 6858000"/>
              <a:gd name="connsiteX127" fmla="*/ 535510 w 1605470"/>
              <a:gd name="connsiteY127" fmla="*/ 2402874 h 6858000"/>
              <a:gd name="connsiteX128" fmla="*/ 538122 w 1605470"/>
              <a:gd name="connsiteY128" fmla="*/ 2381443 h 6858000"/>
              <a:gd name="connsiteX129" fmla="*/ 514451 w 1605470"/>
              <a:gd name="connsiteY129" fmla="*/ 2261920 h 6858000"/>
              <a:gd name="connsiteX130" fmla="*/ 486968 w 1605470"/>
              <a:gd name="connsiteY130" fmla="*/ 2182937 h 6858000"/>
              <a:gd name="connsiteX131" fmla="*/ 488555 w 1605470"/>
              <a:gd name="connsiteY131" fmla="*/ 2155135 h 6858000"/>
              <a:gd name="connsiteX132" fmla="*/ 486013 w 1605470"/>
              <a:gd name="connsiteY132" fmla="*/ 2118008 h 6858000"/>
              <a:gd name="connsiteX133" fmla="*/ 487006 w 1605470"/>
              <a:gd name="connsiteY133" fmla="*/ 2050531 h 6858000"/>
              <a:gd name="connsiteX134" fmla="*/ 478812 w 1605470"/>
              <a:gd name="connsiteY134" fmla="*/ 1963269 h 6858000"/>
              <a:gd name="connsiteX135" fmla="*/ 442619 w 1605470"/>
              <a:gd name="connsiteY135" fmla="*/ 1910499 h 6858000"/>
              <a:gd name="connsiteX136" fmla="*/ 446785 w 1605470"/>
              <a:gd name="connsiteY136" fmla="*/ 1903212 h 6858000"/>
              <a:gd name="connsiteX137" fmla="*/ 436547 w 1605470"/>
              <a:gd name="connsiteY137" fmla="*/ 1861531 h 6858000"/>
              <a:gd name="connsiteX138" fmla="*/ 390346 w 1605470"/>
              <a:gd name="connsiteY138" fmla="*/ 1732919 h 6858000"/>
              <a:gd name="connsiteX139" fmla="*/ 362657 w 1605470"/>
              <a:gd name="connsiteY139" fmla="*/ 1663540 h 6858000"/>
              <a:gd name="connsiteX140" fmla="*/ 361783 w 1605470"/>
              <a:gd name="connsiteY140" fmla="*/ 1615777 h 6858000"/>
              <a:gd name="connsiteX141" fmla="*/ 342578 w 1605470"/>
              <a:gd name="connsiteY141" fmla="*/ 1563678 h 6858000"/>
              <a:gd name="connsiteX142" fmla="*/ 355658 w 1605470"/>
              <a:gd name="connsiteY142" fmla="*/ 1519474 h 6858000"/>
              <a:gd name="connsiteX143" fmla="*/ 348400 w 1605470"/>
              <a:gd name="connsiteY143" fmla="*/ 1477995 h 6858000"/>
              <a:gd name="connsiteX144" fmla="*/ 334485 w 1605470"/>
              <a:gd name="connsiteY144" fmla="*/ 1373769 h 6858000"/>
              <a:gd name="connsiteX145" fmla="*/ 342792 w 1605470"/>
              <a:gd name="connsiteY145" fmla="*/ 1307086 h 6858000"/>
              <a:gd name="connsiteX146" fmla="*/ 343980 w 1605470"/>
              <a:gd name="connsiteY146" fmla="*/ 1189033 h 6858000"/>
              <a:gd name="connsiteX147" fmla="*/ 348665 w 1605470"/>
              <a:gd name="connsiteY147" fmla="*/ 1168288 h 6858000"/>
              <a:gd name="connsiteX148" fmla="*/ 340947 w 1605470"/>
              <a:gd name="connsiteY148" fmla="*/ 1142577 h 6858000"/>
              <a:gd name="connsiteX149" fmla="*/ 330253 w 1605470"/>
              <a:gd name="connsiteY149" fmla="*/ 1088484 h 6858000"/>
              <a:gd name="connsiteX150" fmla="*/ 318989 w 1605470"/>
              <a:gd name="connsiteY150" fmla="*/ 1016103 h 6858000"/>
              <a:gd name="connsiteX151" fmla="*/ 320445 w 1605470"/>
              <a:gd name="connsiteY151" fmla="*/ 932283 h 6858000"/>
              <a:gd name="connsiteX152" fmla="*/ 322681 w 1605470"/>
              <a:gd name="connsiteY152" fmla="*/ 915925 h 6858000"/>
              <a:gd name="connsiteX153" fmla="*/ 315310 w 1605470"/>
              <a:gd name="connsiteY153" fmla="*/ 896999 h 6858000"/>
              <a:gd name="connsiteX154" fmla="*/ 284718 w 1605470"/>
              <a:gd name="connsiteY154" fmla="*/ 821517 h 6858000"/>
              <a:gd name="connsiteX155" fmla="*/ 263668 w 1605470"/>
              <a:gd name="connsiteY155" fmla="*/ 751353 h 6858000"/>
              <a:gd name="connsiteX156" fmla="*/ 263226 w 1605470"/>
              <a:gd name="connsiteY156" fmla="*/ 721230 h 6858000"/>
              <a:gd name="connsiteX157" fmla="*/ 248897 w 1605470"/>
              <a:gd name="connsiteY157" fmla="*/ 681659 h 6858000"/>
              <a:gd name="connsiteX158" fmla="*/ 234316 w 1605470"/>
              <a:gd name="connsiteY158" fmla="*/ 635218 h 6858000"/>
              <a:gd name="connsiteX159" fmla="*/ 239327 w 1605470"/>
              <a:gd name="connsiteY159" fmla="*/ 613763 h 6858000"/>
              <a:gd name="connsiteX160" fmla="*/ 225269 w 1605470"/>
              <a:gd name="connsiteY160" fmla="*/ 598582 h 6858000"/>
              <a:gd name="connsiteX161" fmla="*/ 224950 w 1605470"/>
              <a:gd name="connsiteY161" fmla="*/ 576846 h 6858000"/>
              <a:gd name="connsiteX162" fmla="*/ 204576 w 1605470"/>
              <a:gd name="connsiteY162" fmla="*/ 530055 h 6858000"/>
              <a:gd name="connsiteX163" fmla="*/ 219064 w 1605470"/>
              <a:gd name="connsiteY163" fmla="*/ 469651 h 6858000"/>
              <a:gd name="connsiteX164" fmla="*/ 195012 w 1605470"/>
              <a:gd name="connsiteY164" fmla="*/ 448559 h 6858000"/>
              <a:gd name="connsiteX165" fmla="*/ 201434 w 1605470"/>
              <a:gd name="connsiteY165" fmla="*/ 441529 h 6858000"/>
              <a:gd name="connsiteX166" fmla="*/ 200655 w 1605470"/>
              <a:gd name="connsiteY166" fmla="*/ 428927 h 6858000"/>
              <a:gd name="connsiteX167" fmla="*/ 190059 w 1605470"/>
              <a:gd name="connsiteY167" fmla="*/ 430161 h 6858000"/>
              <a:gd name="connsiteX168" fmla="*/ 167079 w 1605470"/>
              <a:gd name="connsiteY168" fmla="*/ 367211 h 6858000"/>
              <a:gd name="connsiteX169" fmla="*/ 124571 w 1605470"/>
              <a:gd name="connsiteY169" fmla="*/ 302178 h 6858000"/>
              <a:gd name="connsiteX170" fmla="*/ 103243 w 1605470"/>
              <a:gd name="connsiteY170" fmla="*/ 211375 h 6858000"/>
              <a:gd name="connsiteX171" fmla="*/ 94571 w 1605470"/>
              <a:gd name="connsiteY171" fmla="*/ 184179 h 6858000"/>
              <a:gd name="connsiteX172" fmla="*/ 13437 w 1605470"/>
              <a:gd name="connsiteY172" fmla="*/ 19287 h 6858000"/>
              <a:gd name="connsiteX173" fmla="*/ 0 w 1605470"/>
              <a:gd name="connsiteY173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3992 w 1605470"/>
              <a:gd name="connsiteY37" fmla="*/ 5619557 h 6858000"/>
              <a:gd name="connsiteX38" fmla="*/ 531653 w 1605470"/>
              <a:gd name="connsiteY38" fmla="*/ 5604904 h 6858000"/>
              <a:gd name="connsiteX39" fmla="*/ 539863 w 1605470"/>
              <a:gd name="connsiteY39" fmla="*/ 5604298 h 6858000"/>
              <a:gd name="connsiteX40" fmla="*/ 552319 w 1605470"/>
              <a:gd name="connsiteY40" fmla="*/ 5587997 h 6858000"/>
              <a:gd name="connsiteX41" fmla="*/ 591557 w 1605470"/>
              <a:gd name="connsiteY41" fmla="*/ 5476393 h 6858000"/>
              <a:gd name="connsiteX42" fmla="*/ 608019 w 1605470"/>
              <a:gd name="connsiteY42" fmla="*/ 5385461 h 6858000"/>
              <a:gd name="connsiteX43" fmla="*/ 622750 w 1605470"/>
              <a:gd name="connsiteY43" fmla="*/ 5363084 h 6858000"/>
              <a:gd name="connsiteX44" fmla="*/ 638731 w 1605470"/>
              <a:gd name="connsiteY44" fmla="*/ 5330009 h 6858000"/>
              <a:gd name="connsiteX45" fmla="*/ 672224 w 1605470"/>
              <a:gd name="connsiteY45" fmla="*/ 5273739 h 6858000"/>
              <a:gd name="connsiteX46" fmla="*/ 681823 w 1605470"/>
              <a:gd name="connsiteY46" fmla="*/ 5241779 h 6858000"/>
              <a:gd name="connsiteX47" fmla="*/ 693049 w 1605470"/>
              <a:gd name="connsiteY47" fmla="*/ 5225268 h 6858000"/>
              <a:gd name="connsiteX48" fmla="*/ 694069 w 1605470"/>
              <a:gd name="connsiteY48" fmla="*/ 5217684 h 6858000"/>
              <a:gd name="connsiteX49" fmla="*/ 701410 w 1605470"/>
              <a:gd name="connsiteY49" fmla="*/ 5193377 h 6858000"/>
              <a:gd name="connsiteX50" fmla="*/ 704713 w 1605470"/>
              <a:gd name="connsiteY50" fmla="*/ 5179288 h 6858000"/>
              <a:gd name="connsiteX51" fmla="*/ 705697 w 1605470"/>
              <a:gd name="connsiteY51" fmla="*/ 5173621 h 6858000"/>
              <a:gd name="connsiteX52" fmla="*/ 701331 w 1605470"/>
              <a:gd name="connsiteY52" fmla="*/ 5159961 h 6858000"/>
              <a:gd name="connsiteX53" fmla="*/ 708008 w 1605470"/>
              <a:gd name="connsiteY53" fmla="*/ 5144295 h 6858000"/>
              <a:gd name="connsiteX54" fmla="*/ 704941 w 1605470"/>
              <a:gd name="connsiteY54" fmla="*/ 5125185 h 6858000"/>
              <a:gd name="connsiteX55" fmla="*/ 711771 w 1605470"/>
              <a:gd name="connsiteY55" fmla="*/ 5121884 h 6858000"/>
              <a:gd name="connsiteX56" fmla="*/ 718807 w 1605470"/>
              <a:gd name="connsiteY56" fmla="*/ 5067850 h 6858000"/>
              <a:gd name="connsiteX57" fmla="*/ 721538 w 1605470"/>
              <a:gd name="connsiteY57" fmla="*/ 5060861 h 6858000"/>
              <a:gd name="connsiteX58" fmla="*/ 718242 w 1605470"/>
              <a:gd name="connsiteY58" fmla="*/ 5034192 h 6858000"/>
              <a:gd name="connsiteX59" fmla="*/ 719796 w 1605470"/>
              <a:gd name="connsiteY59" fmla="*/ 4993030 h 6858000"/>
              <a:gd name="connsiteX60" fmla="*/ 726705 w 1605470"/>
              <a:gd name="connsiteY60" fmla="*/ 4946844 h 6858000"/>
              <a:gd name="connsiteX61" fmla="*/ 722561 w 1605470"/>
              <a:gd name="connsiteY61" fmla="*/ 4932692 h 6858000"/>
              <a:gd name="connsiteX62" fmla="*/ 724935 w 1605470"/>
              <a:gd name="connsiteY62" fmla="*/ 4821504 h 6858000"/>
              <a:gd name="connsiteX63" fmla="*/ 732118 w 1605470"/>
              <a:gd name="connsiteY63" fmla="*/ 4801535 h 6858000"/>
              <a:gd name="connsiteX64" fmla="*/ 739787 w 1605470"/>
              <a:gd name="connsiteY64" fmla="*/ 4797794 h 6858000"/>
              <a:gd name="connsiteX65" fmla="*/ 741081 w 1605470"/>
              <a:gd name="connsiteY65" fmla="*/ 4784526 h 6858000"/>
              <a:gd name="connsiteX66" fmla="*/ 742865 w 1605470"/>
              <a:gd name="connsiteY66" fmla="*/ 4781211 h 6858000"/>
              <a:gd name="connsiteX67" fmla="*/ 751652 w 1605470"/>
              <a:gd name="connsiteY67" fmla="*/ 4761984 h 6858000"/>
              <a:gd name="connsiteX68" fmla="*/ 747700 w 1605470"/>
              <a:gd name="connsiteY68" fmla="*/ 4690749 h 6858000"/>
              <a:gd name="connsiteX69" fmla="*/ 743180 w 1605470"/>
              <a:gd name="connsiteY69" fmla="*/ 4584173 h 6858000"/>
              <a:gd name="connsiteX70" fmla="*/ 738263 w 1605470"/>
              <a:gd name="connsiteY70" fmla="*/ 4444346 h 6858000"/>
              <a:gd name="connsiteX71" fmla="*/ 756542 w 1605470"/>
              <a:gd name="connsiteY71" fmla="*/ 4350346 h 6858000"/>
              <a:gd name="connsiteX72" fmla="*/ 715481 w 1605470"/>
              <a:gd name="connsiteY72" fmla="*/ 4214165 h 6858000"/>
              <a:gd name="connsiteX73" fmla="*/ 719554 w 1605470"/>
              <a:gd name="connsiteY73" fmla="*/ 4090296 h 6858000"/>
              <a:gd name="connsiteX74" fmla="*/ 704810 w 1605470"/>
              <a:gd name="connsiteY74" fmla="*/ 4033999 h 6858000"/>
              <a:gd name="connsiteX75" fmla="*/ 705959 w 1605470"/>
              <a:gd name="connsiteY75" fmla="*/ 4031933 h 6858000"/>
              <a:gd name="connsiteX76" fmla="*/ 704535 w 1605470"/>
              <a:gd name="connsiteY76" fmla="*/ 4013953 h 6858000"/>
              <a:gd name="connsiteX77" fmla="*/ 700443 w 1605470"/>
              <a:gd name="connsiteY77" fmla="*/ 4010511 h 6858000"/>
              <a:gd name="connsiteX78" fmla="*/ 698282 w 1605470"/>
              <a:gd name="connsiteY78" fmla="*/ 3998331 h 6858000"/>
              <a:gd name="connsiteX79" fmla="*/ 690830 w 1605470"/>
              <a:gd name="connsiteY79" fmla="*/ 3974753 h 6858000"/>
              <a:gd name="connsiteX80" fmla="*/ 692428 w 1605470"/>
              <a:gd name="connsiteY80" fmla="*/ 3969950 h 6858000"/>
              <a:gd name="connsiteX81" fmla="*/ 685850 w 1605470"/>
              <a:gd name="connsiteY81" fmla="*/ 3933779 h 6858000"/>
              <a:gd name="connsiteX82" fmla="*/ 687181 w 1605470"/>
              <a:gd name="connsiteY82" fmla="*/ 3933093 h 6858000"/>
              <a:gd name="connsiteX83" fmla="*/ 691535 w 1605470"/>
              <a:gd name="connsiteY83" fmla="*/ 3922082 h 6858000"/>
              <a:gd name="connsiteX84" fmla="*/ 696613 w 1605470"/>
              <a:gd name="connsiteY84" fmla="*/ 3901461 h 6858000"/>
              <a:gd name="connsiteX85" fmla="*/ 719207 w 1605470"/>
              <a:gd name="connsiteY85" fmla="*/ 3813873 h 6858000"/>
              <a:gd name="connsiteX86" fmla="*/ 718632 w 1605470"/>
              <a:gd name="connsiteY86" fmla="*/ 3806161 h 6858000"/>
              <a:gd name="connsiteX87" fmla="*/ 718939 w 1605470"/>
              <a:gd name="connsiteY87" fmla="*/ 3805957 h 6858000"/>
              <a:gd name="connsiteX88" fmla="*/ 718966 w 1605470"/>
              <a:gd name="connsiteY88" fmla="*/ 3797724 h 6858000"/>
              <a:gd name="connsiteX89" fmla="*/ 717581 w 1605470"/>
              <a:gd name="connsiteY89" fmla="*/ 3792098 h 6858000"/>
              <a:gd name="connsiteX90" fmla="*/ 716465 w 1605470"/>
              <a:gd name="connsiteY90" fmla="*/ 3777135 h 6858000"/>
              <a:gd name="connsiteX91" fmla="*/ 718198 w 1605470"/>
              <a:gd name="connsiteY91" fmla="*/ 3771656 h 6858000"/>
              <a:gd name="connsiteX92" fmla="*/ 721941 w 1605470"/>
              <a:gd name="connsiteY92" fmla="*/ 3769007 h 6858000"/>
              <a:gd name="connsiteX93" fmla="*/ 721407 w 1605470"/>
              <a:gd name="connsiteY93" fmla="*/ 3767709 h 6858000"/>
              <a:gd name="connsiteX94" fmla="*/ 730103 w 1605470"/>
              <a:gd name="connsiteY94" fmla="*/ 3738082 h 6858000"/>
              <a:gd name="connsiteX95" fmla="*/ 737449 w 1605470"/>
              <a:gd name="connsiteY95" fmla="*/ 3673397 h 6858000"/>
              <a:gd name="connsiteX96" fmla="*/ 736745 w 1605470"/>
              <a:gd name="connsiteY96" fmla="*/ 3637109 h 6858000"/>
              <a:gd name="connsiteX97" fmla="*/ 740188 w 1605470"/>
              <a:gd name="connsiteY97" fmla="*/ 3536883 h 6858000"/>
              <a:gd name="connsiteX98" fmla="*/ 747726 w 1605470"/>
              <a:gd name="connsiteY98" fmla="*/ 3435652 h 6858000"/>
              <a:gd name="connsiteX99" fmla="*/ 774383 w 1605470"/>
              <a:gd name="connsiteY99" fmla="*/ 3381564 h 6858000"/>
              <a:gd name="connsiteX100" fmla="*/ 774870 w 1605470"/>
              <a:gd name="connsiteY100" fmla="*/ 3375761 h 6858000"/>
              <a:gd name="connsiteX101" fmla="*/ 770510 w 1605470"/>
              <a:gd name="connsiteY101" fmla="*/ 3361844 h 6858000"/>
              <a:gd name="connsiteX102" fmla="*/ 767933 w 1605470"/>
              <a:gd name="connsiteY102" fmla="*/ 3356929 h 6858000"/>
              <a:gd name="connsiteX103" fmla="*/ 766158 w 1605470"/>
              <a:gd name="connsiteY103" fmla="*/ 3349058 h 6858000"/>
              <a:gd name="connsiteX104" fmla="*/ 766414 w 1605470"/>
              <a:gd name="connsiteY104" fmla="*/ 3348763 h 6858000"/>
              <a:gd name="connsiteX105" fmla="*/ 764166 w 1605470"/>
              <a:gd name="connsiteY105" fmla="*/ 3341588 h 6858000"/>
              <a:gd name="connsiteX106" fmla="*/ 749397 w 1605470"/>
              <a:gd name="connsiteY106" fmla="*/ 3307769 h 6858000"/>
              <a:gd name="connsiteX107" fmla="*/ 766960 w 1605470"/>
              <a:gd name="connsiteY107" fmla="*/ 3250522 h 6858000"/>
              <a:gd name="connsiteX108" fmla="*/ 767385 w 1605470"/>
              <a:gd name="connsiteY108" fmla="*/ 3229163 h 6858000"/>
              <a:gd name="connsiteX109" fmla="*/ 769208 w 1605470"/>
              <a:gd name="connsiteY109" fmla="*/ 3217217 h 6858000"/>
              <a:gd name="connsiteX110" fmla="*/ 770350 w 1605470"/>
              <a:gd name="connsiteY110" fmla="*/ 3216125 h 6858000"/>
              <a:gd name="connsiteX111" fmla="*/ 756043 w 1605470"/>
              <a:gd name="connsiteY111" fmla="*/ 3183755 h 6858000"/>
              <a:gd name="connsiteX112" fmla="*/ 756544 w 1605470"/>
              <a:gd name="connsiteY112" fmla="*/ 3178642 h 6858000"/>
              <a:gd name="connsiteX113" fmla="*/ 744144 w 1605470"/>
              <a:gd name="connsiteY113" fmla="*/ 3158586 h 6858000"/>
              <a:gd name="connsiteX114" fmla="*/ 739378 w 1605470"/>
              <a:gd name="connsiteY114" fmla="*/ 3147669 h 6858000"/>
              <a:gd name="connsiteX115" fmla="*/ 734648 w 1605470"/>
              <a:gd name="connsiteY115" fmla="*/ 3145733 h 6858000"/>
              <a:gd name="connsiteX116" fmla="*/ 729329 w 1605470"/>
              <a:gd name="connsiteY116" fmla="*/ 3129034 h 6858000"/>
              <a:gd name="connsiteX117" fmla="*/ 729994 w 1605470"/>
              <a:gd name="connsiteY117" fmla="*/ 3126682 h 6858000"/>
              <a:gd name="connsiteX118" fmla="*/ 720862 w 1605470"/>
              <a:gd name="connsiteY118" fmla="*/ 3114519 h 6858000"/>
              <a:gd name="connsiteX119" fmla="*/ 707471 w 1605470"/>
              <a:gd name="connsiteY119" fmla="*/ 3106272 h 6858000"/>
              <a:gd name="connsiteX120" fmla="*/ 680201 w 1605470"/>
              <a:gd name="connsiteY120" fmla="*/ 2958185 h 6858000"/>
              <a:gd name="connsiteX121" fmla="*/ 622815 w 1605470"/>
              <a:gd name="connsiteY121" fmla="*/ 2762989 h 6858000"/>
              <a:gd name="connsiteX122" fmla="*/ 571733 w 1605470"/>
              <a:gd name="connsiteY122" fmla="*/ 2554718 h 6858000"/>
              <a:gd name="connsiteX123" fmla="*/ 551827 w 1605470"/>
              <a:gd name="connsiteY123" fmla="*/ 2485734 h 6858000"/>
              <a:gd name="connsiteX124" fmla="*/ 542550 w 1605470"/>
              <a:gd name="connsiteY124" fmla="*/ 2447068 h 6858000"/>
              <a:gd name="connsiteX125" fmla="*/ 529511 w 1605470"/>
              <a:gd name="connsiteY125" fmla="*/ 2425819 h 6858000"/>
              <a:gd name="connsiteX126" fmla="*/ 528878 w 1605470"/>
              <a:gd name="connsiteY126" fmla="*/ 2408971 h 6858000"/>
              <a:gd name="connsiteX127" fmla="*/ 535510 w 1605470"/>
              <a:gd name="connsiteY127" fmla="*/ 2402874 h 6858000"/>
              <a:gd name="connsiteX128" fmla="*/ 538122 w 1605470"/>
              <a:gd name="connsiteY128" fmla="*/ 2381443 h 6858000"/>
              <a:gd name="connsiteX129" fmla="*/ 514451 w 1605470"/>
              <a:gd name="connsiteY129" fmla="*/ 2261920 h 6858000"/>
              <a:gd name="connsiteX130" fmla="*/ 486968 w 1605470"/>
              <a:gd name="connsiteY130" fmla="*/ 2182937 h 6858000"/>
              <a:gd name="connsiteX131" fmla="*/ 488555 w 1605470"/>
              <a:gd name="connsiteY131" fmla="*/ 2155135 h 6858000"/>
              <a:gd name="connsiteX132" fmla="*/ 486013 w 1605470"/>
              <a:gd name="connsiteY132" fmla="*/ 2118008 h 6858000"/>
              <a:gd name="connsiteX133" fmla="*/ 487006 w 1605470"/>
              <a:gd name="connsiteY133" fmla="*/ 2050531 h 6858000"/>
              <a:gd name="connsiteX134" fmla="*/ 478812 w 1605470"/>
              <a:gd name="connsiteY134" fmla="*/ 1963269 h 6858000"/>
              <a:gd name="connsiteX135" fmla="*/ 442619 w 1605470"/>
              <a:gd name="connsiteY135" fmla="*/ 1910499 h 6858000"/>
              <a:gd name="connsiteX136" fmla="*/ 446785 w 1605470"/>
              <a:gd name="connsiteY136" fmla="*/ 1903212 h 6858000"/>
              <a:gd name="connsiteX137" fmla="*/ 436547 w 1605470"/>
              <a:gd name="connsiteY137" fmla="*/ 1861531 h 6858000"/>
              <a:gd name="connsiteX138" fmla="*/ 390346 w 1605470"/>
              <a:gd name="connsiteY138" fmla="*/ 1732919 h 6858000"/>
              <a:gd name="connsiteX139" fmla="*/ 362657 w 1605470"/>
              <a:gd name="connsiteY139" fmla="*/ 1663540 h 6858000"/>
              <a:gd name="connsiteX140" fmla="*/ 361783 w 1605470"/>
              <a:gd name="connsiteY140" fmla="*/ 1615777 h 6858000"/>
              <a:gd name="connsiteX141" fmla="*/ 342578 w 1605470"/>
              <a:gd name="connsiteY141" fmla="*/ 1563678 h 6858000"/>
              <a:gd name="connsiteX142" fmla="*/ 355658 w 1605470"/>
              <a:gd name="connsiteY142" fmla="*/ 1519474 h 6858000"/>
              <a:gd name="connsiteX143" fmla="*/ 348400 w 1605470"/>
              <a:gd name="connsiteY143" fmla="*/ 1477995 h 6858000"/>
              <a:gd name="connsiteX144" fmla="*/ 334485 w 1605470"/>
              <a:gd name="connsiteY144" fmla="*/ 1373769 h 6858000"/>
              <a:gd name="connsiteX145" fmla="*/ 342792 w 1605470"/>
              <a:gd name="connsiteY145" fmla="*/ 1307086 h 6858000"/>
              <a:gd name="connsiteX146" fmla="*/ 343980 w 1605470"/>
              <a:gd name="connsiteY146" fmla="*/ 1189033 h 6858000"/>
              <a:gd name="connsiteX147" fmla="*/ 348665 w 1605470"/>
              <a:gd name="connsiteY147" fmla="*/ 1168288 h 6858000"/>
              <a:gd name="connsiteX148" fmla="*/ 340947 w 1605470"/>
              <a:gd name="connsiteY148" fmla="*/ 1142577 h 6858000"/>
              <a:gd name="connsiteX149" fmla="*/ 330253 w 1605470"/>
              <a:gd name="connsiteY149" fmla="*/ 1088484 h 6858000"/>
              <a:gd name="connsiteX150" fmla="*/ 318989 w 1605470"/>
              <a:gd name="connsiteY150" fmla="*/ 1016103 h 6858000"/>
              <a:gd name="connsiteX151" fmla="*/ 320445 w 1605470"/>
              <a:gd name="connsiteY151" fmla="*/ 932283 h 6858000"/>
              <a:gd name="connsiteX152" fmla="*/ 322681 w 1605470"/>
              <a:gd name="connsiteY152" fmla="*/ 915925 h 6858000"/>
              <a:gd name="connsiteX153" fmla="*/ 315310 w 1605470"/>
              <a:gd name="connsiteY153" fmla="*/ 896999 h 6858000"/>
              <a:gd name="connsiteX154" fmla="*/ 284718 w 1605470"/>
              <a:gd name="connsiteY154" fmla="*/ 821517 h 6858000"/>
              <a:gd name="connsiteX155" fmla="*/ 263668 w 1605470"/>
              <a:gd name="connsiteY155" fmla="*/ 751353 h 6858000"/>
              <a:gd name="connsiteX156" fmla="*/ 263226 w 1605470"/>
              <a:gd name="connsiteY156" fmla="*/ 721230 h 6858000"/>
              <a:gd name="connsiteX157" fmla="*/ 248897 w 1605470"/>
              <a:gd name="connsiteY157" fmla="*/ 681659 h 6858000"/>
              <a:gd name="connsiteX158" fmla="*/ 234316 w 1605470"/>
              <a:gd name="connsiteY158" fmla="*/ 635218 h 6858000"/>
              <a:gd name="connsiteX159" fmla="*/ 239327 w 1605470"/>
              <a:gd name="connsiteY159" fmla="*/ 613763 h 6858000"/>
              <a:gd name="connsiteX160" fmla="*/ 225269 w 1605470"/>
              <a:gd name="connsiteY160" fmla="*/ 598582 h 6858000"/>
              <a:gd name="connsiteX161" fmla="*/ 224950 w 1605470"/>
              <a:gd name="connsiteY161" fmla="*/ 576846 h 6858000"/>
              <a:gd name="connsiteX162" fmla="*/ 204576 w 1605470"/>
              <a:gd name="connsiteY162" fmla="*/ 530055 h 6858000"/>
              <a:gd name="connsiteX163" fmla="*/ 219064 w 1605470"/>
              <a:gd name="connsiteY163" fmla="*/ 469651 h 6858000"/>
              <a:gd name="connsiteX164" fmla="*/ 195012 w 1605470"/>
              <a:gd name="connsiteY164" fmla="*/ 448559 h 6858000"/>
              <a:gd name="connsiteX165" fmla="*/ 201434 w 1605470"/>
              <a:gd name="connsiteY165" fmla="*/ 441529 h 6858000"/>
              <a:gd name="connsiteX166" fmla="*/ 200655 w 1605470"/>
              <a:gd name="connsiteY166" fmla="*/ 428927 h 6858000"/>
              <a:gd name="connsiteX167" fmla="*/ 190059 w 1605470"/>
              <a:gd name="connsiteY167" fmla="*/ 430161 h 6858000"/>
              <a:gd name="connsiteX168" fmla="*/ 167079 w 1605470"/>
              <a:gd name="connsiteY168" fmla="*/ 367211 h 6858000"/>
              <a:gd name="connsiteX169" fmla="*/ 124571 w 1605470"/>
              <a:gd name="connsiteY169" fmla="*/ 302178 h 6858000"/>
              <a:gd name="connsiteX170" fmla="*/ 103243 w 1605470"/>
              <a:gd name="connsiteY170" fmla="*/ 211375 h 6858000"/>
              <a:gd name="connsiteX171" fmla="*/ 94571 w 1605470"/>
              <a:gd name="connsiteY171" fmla="*/ 184179 h 6858000"/>
              <a:gd name="connsiteX172" fmla="*/ 13437 w 1605470"/>
              <a:gd name="connsiteY172" fmla="*/ 19287 h 6858000"/>
              <a:gd name="connsiteX173" fmla="*/ 0 w 1605470"/>
              <a:gd name="connsiteY173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3992 w 1605470"/>
              <a:gd name="connsiteY37" fmla="*/ 5619557 h 6858000"/>
              <a:gd name="connsiteX38" fmla="*/ 531653 w 1605470"/>
              <a:gd name="connsiteY38" fmla="*/ 5604904 h 6858000"/>
              <a:gd name="connsiteX39" fmla="*/ 539863 w 1605470"/>
              <a:gd name="connsiteY39" fmla="*/ 5604298 h 6858000"/>
              <a:gd name="connsiteX40" fmla="*/ 552319 w 1605470"/>
              <a:gd name="connsiteY40" fmla="*/ 5587997 h 6858000"/>
              <a:gd name="connsiteX41" fmla="*/ 591557 w 1605470"/>
              <a:gd name="connsiteY41" fmla="*/ 5476393 h 6858000"/>
              <a:gd name="connsiteX42" fmla="*/ 622750 w 1605470"/>
              <a:gd name="connsiteY42" fmla="*/ 5363084 h 6858000"/>
              <a:gd name="connsiteX43" fmla="*/ 638731 w 1605470"/>
              <a:gd name="connsiteY43" fmla="*/ 5330009 h 6858000"/>
              <a:gd name="connsiteX44" fmla="*/ 672224 w 1605470"/>
              <a:gd name="connsiteY44" fmla="*/ 5273739 h 6858000"/>
              <a:gd name="connsiteX45" fmla="*/ 681823 w 1605470"/>
              <a:gd name="connsiteY45" fmla="*/ 5241779 h 6858000"/>
              <a:gd name="connsiteX46" fmla="*/ 693049 w 1605470"/>
              <a:gd name="connsiteY46" fmla="*/ 5225268 h 6858000"/>
              <a:gd name="connsiteX47" fmla="*/ 694069 w 1605470"/>
              <a:gd name="connsiteY47" fmla="*/ 5217684 h 6858000"/>
              <a:gd name="connsiteX48" fmla="*/ 701410 w 1605470"/>
              <a:gd name="connsiteY48" fmla="*/ 5193377 h 6858000"/>
              <a:gd name="connsiteX49" fmla="*/ 704713 w 1605470"/>
              <a:gd name="connsiteY49" fmla="*/ 5179288 h 6858000"/>
              <a:gd name="connsiteX50" fmla="*/ 705697 w 1605470"/>
              <a:gd name="connsiteY50" fmla="*/ 5173621 h 6858000"/>
              <a:gd name="connsiteX51" fmla="*/ 701331 w 1605470"/>
              <a:gd name="connsiteY51" fmla="*/ 5159961 h 6858000"/>
              <a:gd name="connsiteX52" fmla="*/ 708008 w 1605470"/>
              <a:gd name="connsiteY52" fmla="*/ 5144295 h 6858000"/>
              <a:gd name="connsiteX53" fmla="*/ 704941 w 1605470"/>
              <a:gd name="connsiteY53" fmla="*/ 5125185 h 6858000"/>
              <a:gd name="connsiteX54" fmla="*/ 711771 w 1605470"/>
              <a:gd name="connsiteY54" fmla="*/ 5121884 h 6858000"/>
              <a:gd name="connsiteX55" fmla="*/ 718807 w 1605470"/>
              <a:gd name="connsiteY55" fmla="*/ 5067850 h 6858000"/>
              <a:gd name="connsiteX56" fmla="*/ 721538 w 1605470"/>
              <a:gd name="connsiteY56" fmla="*/ 5060861 h 6858000"/>
              <a:gd name="connsiteX57" fmla="*/ 718242 w 1605470"/>
              <a:gd name="connsiteY57" fmla="*/ 5034192 h 6858000"/>
              <a:gd name="connsiteX58" fmla="*/ 719796 w 1605470"/>
              <a:gd name="connsiteY58" fmla="*/ 4993030 h 6858000"/>
              <a:gd name="connsiteX59" fmla="*/ 726705 w 1605470"/>
              <a:gd name="connsiteY59" fmla="*/ 4946844 h 6858000"/>
              <a:gd name="connsiteX60" fmla="*/ 722561 w 1605470"/>
              <a:gd name="connsiteY60" fmla="*/ 4932692 h 6858000"/>
              <a:gd name="connsiteX61" fmla="*/ 724935 w 1605470"/>
              <a:gd name="connsiteY61" fmla="*/ 4821504 h 6858000"/>
              <a:gd name="connsiteX62" fmla="*/ 732118 w 1605470"/>
              <a:gd name="connsiteY62" fmla="*/ 4801535 h 6858000"/>
              <a:gd name="connsiteX63" fmla="*/ 739787 w 1605470"/>
              <a:gd name="connsiteY63" fmla="*/ 4797794 h 6858000"/>
              <a:gd name="connsiteX64" fmla="*/ 741081 w 1605470"/>
              <a:gd name="connsiteY64" fmla="*/ 4784526 h 6858000"/>
              <a:gd name="connsiteX65" fmla="*/ 742865 w 1605470"/>
              <a:gd name="connsiteY65" fmla="*/ 4781211 h 6858000"/>
              <a:gd name="connsiteX66" fmla="*/ 751652 w 1605470"/>
              <a:gd name="connsiteY66" fmla="*/ 4761984 h 6858000"/>
              <a:gd name="connsiteX67" fmla="*/ 747700 w 1605470"/>
              <a:gd name="connsiteY67" fmla="*/ 4690749 h 6858000"/>
              <a:gd name="connsiteX68" fmla="*/ 743180 w 1605470"/>
              <a:gd name="connsiteY68" fmla="*/ 4584173 h 6858000"/>
              <a:gd name="connsiteX69" fmla="*/ 738263 w 1605470"/>
              <a:gd name="connsiteY69" fmla="*/ 4444346 h 6858000"/>
              <a:gd name="connsiteX70" fmla="*/ 756542 w 1605470"/>
              <a:gd name="connsiteY70" fmla="*/ 4350346 h 6858000"/>
              <a:gd name="connsiteX71" fmla="*/ 715481 w 1605470"/>
              <a:gd name="connsiteY71" fmla="*/ 4214165 h 6858000"/>
              <a:gd name="connsiteX72" fmla="*/ 719554 w 1605470"/>
              <a:gd name="connsiteY72" fmla="*/ 4090296 h 6858000"/>
              <a:gd name="connsiteX73" fmla="*/ 704810 w 1605470"/>
              <a:gd name="connsiteY73" fmla="*/ 4033999 h 6858000"/>
              <a:gd name="connsiteX74" fmla="*/ 705959 w 1605470"/>
              <a:gd name="connsiteY74" fmla="*/ 4031933 h 6858000"/>
              <a:gd name="connsiteX75" fmla="*/ 704535 w 1605470"/>
              <a:gd name="connsiteY75" fmla="*/ 4013953 h 6858000"/>
              <a:gd name="connsiteX76" fmla="*/ 700443 w 1605470"/>
              <a:gd name="connsiteY76" fmla="*/ 4010511 h 6858000"/>
              <a:gd name="connsiteX77" fmla="*/ 698282 w 1605470"/>
              <a:gd name="connsiteY77" fmla="*/ 3998331 h 6858000"/>
              <a:gd name="connsiteX78" fmla="*/ 690830 w 1605470"/>
              <a:gd name="connsiteY78" fmla="*/ 3974753 h 6858000"/>
              <a:gd name="connsiteX79" fmla="*/ 692428 w 1605470"/>
              <a:gd name="connsiteY79" fmla="*/ 3969950 h 6858000"/>
              <a:gd name="connsiteX80" fmla="*/ 685850 w 1605470"/>
              <a:gd name="connsiteY80" fmla="*/ 3933779 h 6858000"/>
              <a:gd name="connsiteX81" fmla="*/ 687181 w 1605470"/>
              <a:gd name="connsiteY81" fmla="*/ 3933093 h 6858000"/>
              <a:gd name="connsiteX82" fmla="*/ 691535 w 1605470"/>
              <a:gd name="connsiteY82" fmla="*/ 3922082 h 6858000"/>
              <a:gd name="connsiteX83" fmla="*/ 696613 w 1605470"/>
              <a:gd name="connsiteY83" fmla="*/ 3901461 h 6858000"/>
              <a:gd name="connsiteX84" fmla="*/ 719207 w 1605470"/>
              <a:gd name="connsiteY84" fmla="*/ 3813873 h 6858000"/>
              <a:gd name="connsiteX85" fmla="*/ 718632 w 1605470"/>
              <a:gd name="connsiteY85" fmla="*/ 3806161 h 6858000"/>
              <a:gd name="connsiteX86" fmla="*/ 718939 w 1605470"/>
              <a:gd name="connsiteY86" fmla="*/ 3805957 h 6858000"/>
              <a:gd name="connsiteX87" fmla="*/ 718966 w 1605470"/>
              <a:gd name="connsiteY87" fmla="*/ 3797724 h 6858000"/>
              <a:gd name="connsiteX88" fmla="*/ 717581 w 1605470"/>
              <a:gd name="connsiteY88" fmla="*/ 3792098 h 6858000"/>
              <a:gd name="connsiteX89" fmla="*/ 716465 w 1605470"/>
              <a:gd name="connsiteY89" fmla="*/ 3777135 h 6858000"/>
              <a:gd name="connsiteX90" fmla="*/ 718198 w 1605470"/>
              <a:gd name="connsiteY90" fmla="*/ 3771656 h 6858000"/>
              <a:gd name="connsiteX91" fmla="*/ 721941 w 1605470"/>
              <a:gd name="connsiteY91" fmla="*/ 3769007 h 6858000"/>
              <a:gd name="connsiteX92" fmla="*/ 721407 w 1605470"/>
              <a:gd name="connsiteY92" fmla="*/ 3767709 h 6858000"/>
              <a:gd name="connsiteX93" fmla="*/ 730103 w 1605470"/>
              <a:gd name="connsiteY93" fmla="*/ 3738082 h 6858000"/>
              <a:gd name="connsiteX94" fmla="*/ 737449 w 1605470"/>
              <a:gd name="connsiteY94" fmla="*/ 3673397 h 6858000"/>
              <a:gd name="connsiteX95" fmla="*/ 736745 w 1605470"/>
              <a:gd name="connsiteY95" fmla="*/ 3637109 h 6858000"/>
              <a:gd name="connsiteX96" fmla="*/ 740188 w 1605470"/>
              <a:gd name="connsiteY96" fmla="*/ 3536883 h 6858000"/>
              <a:gd name="connsiteX97" fmla="*/ 747726 w 1605470"/>
              <a:gd name="connsiteY97" fmla="*/ 3435652 h 6858000"/>
              <a:gd name="connsiteX98" fmla="*/ 774383 w 1605470"/>
              <a:gd name="connsiteY98" fmla="*/ 3381564 h 6858000"/>
              <a:gd name="connsiteX99" fmla="*/ 774870 w 1605470"/>
              <a:gd name="connsiteY99" fmla="*/ 3375761 h 6858000"/>
              <a:gd name="connsiteX100" fmla="*/ 770510 w 1605470"/>
              <a:gd name="connsiteY100" fmla="*/ 3361844 h 6858000"/>
              <a:gd name="connsiteX101" fmla="*/ 767933 w 1605470"/>
              <a:gd name="connsiteY101" fmla="*/ 3356929 h 6858000"/>
              <a:gd name="connsiteX102" fmla="*/ 766158 w 1605470"/>
              <a:gd name="connsiteY102" fmla="*/ 3349058 h 6858000"/>
              <a:gd name="connsiteX103" fmla="*/ 766414 w 1605470"/>
              <a:gd name="connsiteY103" fmla="*/ 3348763 h 6858000"/>
              <a:gd name="connsiteX104" fmla="*/ 764166 w 1605470"/>
              <a:gd name="connsiteY104" fmla="*/ 3341588 h 6858000"/>
              <a:gd name="connsiteX105" fmla="*/ 749397 w 1605470"/>
              <a:gd name="connsiteY105" fmla="*/ 3307769 h 6858000"/>
              <a:gd name="connsiteX106" fmla="*/ 766960 w 1605470"/>
              <a:gd name="connsiteY106" fmla="*/ 3250522 h 6858000"/>
              <a:gd name="connsiteX107" fmla="*/ 767385 w 1605470"/>
              <a:gd name="connsiteY107" fmla="*/ 3229163 h 6858000"/>
              <a:gd name="connsiteX108" fmla="*/ 769208 w 1605470"/>
              <a:gd name="connsiteY108" fmla="*/ 3217217 h 6858000"/>
              <a:gd name="connsiteX109" fmla="*/ 770350 w 1605470"/>
              <a:gd name="connsiteY109" fmla="*/ 3216125 h 6858000"/>
              <a:gd name="connsiteX110" fmla="*/ 756043 w 1605470"/>
              <a:gd name="connsiteY110" fmla="*/ 3183755 h 6858000"/>
              <a:gd name="connsiteX111" fmla="*/ 756544 w 1605470"/>
              <a:gd name="connsiteY111" fmla="*/ 3178642 h 6858000"/>
              <a:gd name="connsiteX112" fmla="*/ 744144 w 1605470"/>
              <a:gd name="connsiteY112" fmla="*/ 3158586 h 6858000"/>
              <a:gd name="connsiteX113" fmla="*/ 739378 w 1605470"/>
              <a:gd name="connsiteY113" fmla="*/ 3147669 h 6858000"/>
              <a:gd name="connsiteX114" fmla="*/ 734648 w 1605470"/>
              <a:gd name="connsiteY114" fmla="*/ 3145733 h 6858000"/>
              <a:gd name="connsiteX115" fmla="*/ 729329 w 1605470"/>
              <a:gd name="connsiteY115" fmla="*/ 3129034 h 6858000"/>
              <a:gd name="connsiteX116" fmla="*/ 729994 w 1605470"/>
              <a:gd name="connsiteY116" fmla="*/ 3126682 h 6858000"/>
              <a:gd name="connsiteX117" fmla="*/ 720862 w 1605470"/>
              <a:gd name="connsiteY117" fmla="*/ 3114519 h 6858000"/>
              <a:gd name="connsiteX118" fmla="*/ 707471 w 1605470"/>
              <a:gd name="connsiteY118" fmla="*/ 3106272 h 6858000"/>
              <a:gd name="connsiteX119" fmla="*/ 680201 w 1605470"/>
              <a:gd name="connsiteY119" fmla="*/ 2958185 h 6858000"/>
              <a:gd name="connsiteX120" fmla="*/ 622815 w 1605470"/>
              <a:gd name="connsiteY120" fmla="*/ 2762989 h 6858000"/>
              <a:gd name="connsiteX121" fmla="*/ 571733 w 1605470"/>
              <a:gd name="connsiteY121" fmla="*/ 2554718 h 6858000"/>
              <a:gd name="connsiteX122" fmla="*/ 551827 w 1605470"/>
              <a:gd name="connsiteY122" fmla="*/ 2485734 h 6858000"/>
              <a:gd name="connsiteX123" fmla="*/ 542550 w 1605470"/>
              <a:gd name="connsiteY123" fmla="*/ 2447068 h 6858000"/>
              <a:gd name="connsiteX124" fmla="*/ 529511 w 1605470"/>
              <a:gd name="connsiteY124" fmla="*/ 2425819 h 6858000"/>
              <a:gd name="connsiteX125" fmla="*/ 528878 w 1605470"/>
              <a:gd name="connsiteY125" fmla="*/ 2408971 h 6858000"/>
              <a:gd name="connsiteX126" fmla="*/ 535510 w 1605470"/>
              <a:gd name="connsiteY126" fmla="*/ 2402874 h 6858000"/>
              <a:gd name="connsiteX127" fmla="*/ 538122 w 1605470"/>
              <a:gd name="connsiteY127" fmla="*/ 2381443 h 6858000"/>
              <a:gd name="connsiteX128" fmla="*/ 514451 w 1605470"/>
              <a:gd name="connsiteY128" fmla="*/ 2261920 h 6858000"/>
              <a:gd name="connsiteX129" fmla="*/ 486968 w 1605470"/>
              <a:gd name="connsiteY129" fmla="*/ 2182937 h 6858000"/>
              <a:gd name="connsiteX130" fmla="*/ 488555 w 1605470"/>
              <a:gd name="connsiteY130" fmla="*/ 2155135 h 6858000"/>
              <a:gd name="connsiteX131" fmla="*/ 486013 w 1605470"/>
              <a:gd name="connsiteY131" fmla="*/ 2118008 h 6858000"/>
              <a:gd name="connsiteX132" fmla="*/ 487006 w 1605470"/>
              <a:gd name="connsiteY132" fmla="*/ 2050531 h 6858000"/>
              <a:gd name="connsiteX133" fmla="*/ 478812 w 1605470"/>
              <a:gd name="connsiteY133" fmla="*/ 1963269 h 6858000"/>
              <a:gd name="connsiteX134" fmla="*/ 442619 w 1605470"/>
              <a:gd name="connsiteY134" fmla="*/ 1910499 h 6858000"/>
              <a:gd name="connsiteX135" fmla="*/ 446785 w 1605470"/>
              <a:gd name="connsiteY135" fmla="*/ 1903212 h 6858000"/>
              <a:gd name="connsiteX136" fmla="*/ 436547 w 1605470"/>
              <a:gd name="connsiteY136" fmla="*/ 1861531 h 6858000"/>
              <a:gd name="connsiteX137" fmla="*/ 390346 w 1605470"/>
              <a:gd name="connsiteY137" fmla="*/ 1732919 h 6858000"/>
              <a:gd name="connsiteX138" fmla="*/ 362657 w 1605470"/>
              <a:gd name="connsiteY138" fmla="*/ 1663540 h 6858000"/>
              <a:gd name="connsiteX139" fmla="*/ 361783 w 1605470"/>
              <a:gd name="connsiteY139" fmla="*/ 1615777 h 6858000"/>
              <a:gd name="connsiteX140" fmla="*/ 342578 w 1605470"/>
              <a:gd name="connsiteY140" fmla="*/ 1563678 h 6858000"/>
              <a:gd name="connsiteX141" fmla="*/ 355658 w 1605470"/>
              <a:gd name="connsiteY141" fmla="*/ 1519474 h 6858000"/>
              <a:gd name="connsiteX142" fmla="*/ 348400 w 1605470"/>
              <a:gd name="connsiteY142" fmla="*/ 1477995 h 6858000"/>
              <a:gd name="connsiteX143" fmla="*/ 334485 w 1605470"/>
              <a:gd name="connsiteY143" fmla="*/ 1373769 h 6858000"/>
              <a:gd name="connsiteX144" fmla="*/ 342792 w 1605470"/>
              <a:gd name="connsiteY144" fmla="*/ 1307086 h 6858000"/>
              <a:gd name="connsiteX145" fmla="*/ 343980 w 1605470"/>
              <a:gd name="connsiteY145" fmla="*/ 1189033 h 6858000"/>
              <a:gd name="connsiteX146" fmla="*/ 348665 w 1605470"/>
              <a:gd name="connsiteY146" fmla="*/ 1168288 h 6858000"/>
              <a:gd name="connsiteX147" fmla="*/ 340947 w 1605470"/>
              <a:gd name="connsiteY147" fmla="*/ 1142577 h 6858000"/>
              <a:gd name="connsiteX148" fmla="*/ 330253 w 1605470"/>
              <a:gd name="connsiteY148" fmla="*/ 1088484 h 6858000"/>
              <a:gd name="connsiteX149" fmla="*/ 318989 w 1605470"/>
              <a:gd name="connsiteY149" fmla="*/ 1016103 h 6858000"/>
              <a:gd name="connsiteX150" fmla="*/ 320445 w 1605470"/>
              <a:gd name="connsiteY150" fmla="*/ 932283 h 6858000"/>
              <a:gd name="connsiteX151" fmla="*/ 322681 w 1605470"/>
              <a:gd name="connsiteY151" fmla="*/ 915925 h 6858000"/>
              <a:gd name="connsiteX152" fmla="*/ 315310 w 1605470"/>
              <a:gd name="connsiteY152" fmla="*/ 896999 h 6858000"/>
              <a:gd name="connsiteX153" fmla="*/ 284718 w 1605470"/>
              <a:gd name="connsiteY153" fmla="*/ 821517 h 6858000"/>
              <a:gd name="connsiteX154" fmla="*/ 263668 w 1605470"/>
              <a:gd name="connsiteY154" fmla="*/ 751353 h 6858000"/>
              <a:gd name="connsiteX155" fmla="*/ 263226 w 1605470"/>
              <a:gd name="connsiteY155" fmla="*/ 721230 h 6858000"/>
              <a:gd name="connsiteX156" fmla="*/ 248897 w 1605470"/>
              <a:gd name="connsiteY156" fmla="*/ 681659 h 6858000"/>
              <a:gd name="connsiteX157" fmla="*/ 234316 w 1605470"/>
              <a:gd name="connsiteY157" fmla="*/ 635218 h 6858000"/>
              <a:gd name="connsiteX158" fmla="*/ 239327 w 1605470"/>
              <a:gd name="connsiteY158" fmla="*/ 613763 h 6858000"/>
              <a:gd name="connsiteX159" fmla="*/ 225269 w 1605470"/>
              <a:gd name="connsiteY159" fmla="*/ 598582 h 6858000"/>
              <a:gd name="connsiteX160" fmla="*/ 224950 w 1605470"/>
              <a:gd name="connsiteY160" fmla="*/ 576846 h 6858000"/>
              <a:gd name="connsiteX161" fmla="*/ 204576 w 1605470"/>
              <a:gd name="connsiteY161" fmla="*/ 530055 h 6858000"/>
              <a:gd name="connsiteX162" fmla="*/ 219064 w 1605470"/>
              <a:gd name="connsiteY162" fmla="*/ 469651 h 6858000"/>
              <a:gd name="connsiteX163" fmla="*/ 195012 w 1605470"/>
              <a:gd name="connsiteY163" fmla="*/ 448559 h 6858000"/>
              <a:gd name="connsiteX164" fmla="*/ 201434 w 1605470"/>
              <a:gd name="connsiteY164" fmla="*/ 441529 h 6858000"/>
              <a:gd name="connsiteX165" fmla="*/ 200655 w 1605470"/>
              <a:gd name="connsiteY165" fmla="*/ 428927 h 6858000"/>
              <a:gd name="connsiteX166" fmla="*/ 190059 w 1605470"/>
              <a:gd name="connsiteY166" fmla="*/ 430161 h 6858000"/>
              <a:gd name="connsiteX167" fmla="*/ 167079 w 1605470"/>
              <a:gd name="connsiteY167" fmla="*/ 367211 h 6858000"/>
              <a:gd name="connsiteX168" fmla="*/ 124571 w 1605470"/>
              <a:gd name="connsiteY168" fmla="*/ 302178 h 6858000"/>
              <a:gd name="connsiteX169" fmla="*/ 103243 w 1605470"/>
              <a:gd name="connsiteY169" fmla="*/ 211375 h 6858000"/>
              <a:gd name="connsiteX170" fmla="*/ 94571 w 1605470"/>
              <a:gd name="connsiteY170" fmla="*/ 184179 h 6858000"/>
              <a:gd name="connsiteX171" fmla="*/ 13437 w 1605470"/>
              <a:gd name="connsiteY171" fmla="*/ 19287 h 6858000"/>
              <a:gd name="connsiteX172" fmla="*/ 0 w 1605470"/>
              <a:gd name="connsiteY172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3992 w 1605470"/>
              <a:gd name="connsiteY37" fmla="*/ 5619557 h 6858000"/>
              <a:gd name="connsiteX38" fmla="*/ 531653 w 1605470"/>
              <a:gd name="connsiteY38" fmla="*/ 5604904 h 6858000"/>
              <a:gd name="connsiteX39" fmla="*/ 539863 w 1605470"/>
              <a:gd name="connsiteY39" fmla="*/ 5604298 h 6858000"/>
              <a:gd name="connsiteX40" fmla="*/ 552319 w 1605470"/>
              <a:gd name="connsiteY40" fmla="*/ 5587997 h 6858000"/>
              <a:gd name="connsiteX41" fmla="*/ 591557 w 1605470"/>
              <a:gd name="connsiteY41" fmla="*/ 5476393 h 6858000"/>
              <a:gd name="connsiteX42" fmla="*/ 622750 w 1605470"/>
              <a:gd name="connsiteY42" fmla="*/ 5396260 h 6858000"/>
              <a:gd name="connsiteX43" fmla="*/ 638731 w 1605470"/>
              <a:gd name="connsiteY43" fmla="*/ 5330009 h 6858000"/>
              <a:gd name="connsiteX44" fmla="*/ 672224 w 1605470"/>
              <a:gd name="connsiteY44" fmla="*/ 5273739 h 6858000"/>
              <a:gd name="connsiteX45" fmla="*/ 681823 w 1605470"/>
              <a:gd name="connsiteY45" fmla="*/ 5241779 h 6858000"/>
              <a:gd name="connsiteX46" fmla="*/ 693049 w 1605470"/>
              <a:gd name="connsiteY46" fmla="*/ 5225268 h 6858000"/>
              <a:gd name="connsiteX47" fmla="*/ 694069 w 1605470"/>
              <a:gd name="connsiteY47" fmla="*/ 5217684 h 6858000"/>
              <a:gd name="connsiteX48" fmla="*/ 701410 w 1605470"/>
              <a:gd name="connsiteY48" fmla="*/ 5193377 h 6858000"/>
              <a:gd name="connsiteX49" fmla="*/ 704713 w 1605470"/>
              <a:gd name="connsiteY49" fmla="*/ 5179288 h 6858000"/>
              <a:gd name="connsiteX50" fmla="*/ 705697 w 1605470"/>
              <a:gd name="connsiteY50" fmla="*/ 5173621 h 6858000"/>
              <a:gd name="connsiteX51" fmla="*/ 701331 w 1605470"/>
              <a:gd name="connsiteY51" fmla="*/ 5159961 h 6858000"/>
              <a:gd name="connsiteX52" fmla="*/ 708008 w 1605470"/>
              <a:gd name="connsiteY52" fmla="*/ 5144295 h 6858000"/>
              <a:gd name="connsiteX53" fmla="*/ 704941 w 1605470"/>
              <a:gd name="connsiteY53" fmla="*/ 5125185 h 6858000"/>
              <a:gd name="connsiteX54" fmla="*/ 711771 w 1605470"/>
              <a:gd name="connsiteY54" fmla="*/ 5121884 h 6858000"/>
              <a:gd name="connsiteX55" fmla="*/ 718807 w 1605470"/>
              <a:gd name="connsiteY55" fmla="*/ 5067850 h 6858000"/>
              <a:gd name="connsiteX56" fmla="*/ 721538 w 1605470"/>
              <a:gd name="connsiteY56" fmla="*/ 5060861 h 6858000"/>
              <a:gd name="connsiteX57" fmla="*/ 718242 w 1605470"/>
              <a:gd name="connsiteY57" fmla="*/ 5034192 h 6858000"/>
              <a:gd name="connsiteX58" fmla="*/ 719796 w 1605470"/>
              <a:gd name="connsiteY58" fmla="*/ 4993030 h 6858000"/>
              <a:gd name="connsiteX59" fmla="*/ 726705 w 1605470"/>
              <a:gd name="connsiteY59" fmla="*/ 4946844 h 6858000"/>
              <a:gd name="connsiteX60" fmla="*/ 722561 w 1605470"/>
              <a:gd name="connsiteY60" fmla="*/ 4932692 h 6858000"/>
              <a:gd name="connsiteX61" fmla="*/ 724935 w 1605470"/>
              <a:gd name="connsiteY61" fmla="*/ 4821504 h 6858000"/>
              <a:gd name="connsiteX62" fmla="*/ 732118 w 1605470"/>
              <a:gd name="connsiteY62" fmla="*/ 4801535 h 6858000"/>
              <a:gd name="connsiteX63" fmla="*/ 739787 w 1605470"/>
              <a:gd name="connsiteY63" fmla="*/ 4797794 h 6858000"/>
              <a:gd name="connsiteX64" fmla="*/ 741081 w 1605470"/>
              <a:gd name="connsiteY64" fmla="*/ 4784526 h 6858000"/>
              <a:gd name="connsiteX65" fmla="*/ 742865 w 1605470"/>
              <a:gd name="connsiteY65" fmla="*/ 4781211 h 6858000"/>
              <a:gd name="connsiteX66" fmla="*/ 751652 w 1605470"/>
              <a:gd name="connsiteY66" fmla="*/ 4761984 h 6858000"/>
              <a:gd name="connsiteX67" fmla="*/ 747700 w 1605470"/>
              <a:gd name="connsiteY67" fmla="*/ 4690749 h 6858000"/>
              <a:gd name="connsiteX68" fmla="*/ 743180 w 1605470"/>
              <a:gd name="connsiteY68" fmla="*/ 4584173 h 6858000"/>
              <a:gd name="connsiteX69" fmla="*/ 738263 w 1605470"/>
              <a:gd name="connsiteY69" fmla="*/ 4444346 h 6858000"/>
              <a:gd name="connsiteX70" fmla="*/ 756542 w 1605470"/>
              <a:gd name="connsiteY70" fmla="*/ 4350346 h 6858000"/>
              <a:gd name="connsiteX71" fmla="*/ 715481 w 1605470"/>
              <a:gd name="connsiteY71" fmla="*/ 4214165 h 6858000"/>
              <a:gd name="connsiteX72" fmla="*/ 719554 w 1605470"/>
              <a:gd name="connsiteY72" fmla="*/ 4090296 h 6858000"/>
              <a:gd name="connsiteX73" fmla="*/ 704810 w 1605470"/>
              <a:gd name="connsiteY73" fmla="*/ 4033999 h 6858000"/>
              <a:gd name="connsiteX74" fmla="*/ 705959 w 1605470"/>
              <a:gd name="connsiteY74" fmla="*/ 4031933 h 6858000"/>
              <a:gd name="connsiteX75" fmla="*/ 704535 w 1605470"/>
              <a:gd name="connsiteY75" fmla="*/ 4013953 h 6858000"/>
              <a:gd name="connsiteX76" fmla="*/ 700443 w 1605470"/>
              <a:gd name="connsiteY76" fmla="*/ 4010511 h 6858000"/>
              <a:gd name="connsiteX77" fmla="*/ 698282 w 1605470"/>
              <a:gd name="connsiteY77" fmla="*/ 3998331 h 6858000"/>
              <a:gd name="connsiteX78" fmla="*/ 690830 w 1605470"/>
              <a:gd name="connsiteY78" fmla="*/ 3974753 h 6858000"/>
              <a:gd name="connsiteX79" fmla="*/ 692428 w 1605470"/>
              <a:gd name="connsiteY79" fmla="*/ 3969950 h 6858000"/>
              <a:gd name="connsiteX80" fmla="*/ 685850 w 1605470"/>
              <a:gd name="connsiteY80" fmla="*/ 3933779 h 6858000"/>
              <a:gd name="connsiteX81" fmla="*/ 687181 w 1605470"/>
              <a:gd name="connsiteY81" fmla="*/ 3933093 h 6858000"/>
              <a:gd name="connsiteX82" fmla="*/ 691535 w 1605470"/>
              <a:gd name="connsiteY82" fmla="*/ 3922082 h 6858000"/>
              <a:gd name="connsiteX83" fmla="*/ 696613 w 1605470"/>
              <a:gd name="connsiteY83" fmla="*/ 3901461 h 6858000"/>
              <a:gd name="connsiteX84" fmla="*/ 719207 w 1605470"/>
              <a:gd name="connsiteY84" fmla="*/ 3813873 h 6858000"/>
              <a:gd name="connsiteX85" fmla="*/ 718632 w 1605470"/>
              <a:gd name="connsiteY85" fmla="*/ 3806161 h 6858000"/>
              <a:gd name="connsiteX86" fmla="*/ 718939 w 1605470"/>
              <a:gd name="connsiteY86" fmla="*/ 3805957 h 6858000"/>
              <a:gd name="connsiteX87" fmla="*/ 718966 w 1605470"/>
              <a:gd name="connsiteY87" fmla="*/ 3797724 h 6858000"/>
              <a:gd name="connsiteX88" fmla="*/ 717581 w 1605470"/>
              <a:gd name="connsiteY88" fmla="*/ 3792098 h 6858000"/>
              <a:gd name="connsiteX89" fmla="*/ 716465 w 1605470"/>
              <a:gd name="connsiteY89" fmla="*/ 3777135 h 6858000"/>
              <a:gd name="connsiteX90" fmla="*/ 718198 w 1605470"/>
              <a:gd name="connsiteY90" fmla="*/ 3771656 h 6858000"/>
              <a:gd name="connsiteX91" fmla="*/ 721941 w 1605470"/>
              <a:gd name="connsiteY91" fmla="*/ 3769007 h 6858000"/>
              <a:gd name="connsiteX92" fmla="*/ 721407 w 1605470"/>
              <a:gd name="connsiteY92" fmla="*/ 3767709 h 6858000"/>
              <a:gd name="connsiteX93" fmla="*/ 730103 w 1605470"/>
              <a:gd name="connsiteY93" fmla="*/ 3738082 h 6858000"/>
              <a:gd name="connsiteX94" fmla="*/ 737449 w 1605470"/>
              <a:gd name="connsiteY94" fmla="*/ 3673397 h 6858000"/>
              <a:gd name="connsiteX95" fmla="*/ 736745 w 1605470"/>
              <a:gd name="connsiteY95" fmla="*/ 3637109 h 6858000"/>
              <a:gd name="connsiteX96" fmla="*/ 740188 w 1605470"/>
              <a:gd name="connsiteY96" fmla="*/ 3536883 h 6858000"/>
              <a:gd name="connsiteX97" fmla="*/ 747726 w 1605470"/>
              <a:gd name="connsiteY97" fmla="*/ 3435652 h 6858000"/>
              <a:gd name="connsiteX98" fmla="*/ 774383 w 1605470"/>
              <a:gd name="connsiteY98" fmla="*/ 3381564 h 6858000"/>
              <a:gd name="connsiteX99" fmla="*/ 774870 w 1605470"/>
              <a:gd name="connsiteY99" fmla="*/ 3375761 h 6858000"/>
              <a:gd name="connsiteX100" fmla="*/ 770510 w 1605470"/>
              <a:gd name="connsiteY100" fmla="*/ 3361844 h 6858000"/>
              <a:gd name="connsiteX101" fmla="*/ 767933 w 1605470"/>
              <a:gd name="connsiteY101" fmla="*/ 3356929 h 6858000"/>
              <a:gd name="connsiteX102" fmla="*/ 766158 w 1605470"/>
              <a:gd name="connsiteY102" fmla="*/ 3349058 h 6858000"/>
              <a:gd name="connsiteX103" fmla="*/ 766414 w 1605470"/>
              <a:gd name="connsiteY103" fmla="*/ 3348763 h 6858000"/>
              <a:gd name="connsiteX104" fmla="*/ 764166 w 1605470"/>
              <a:gd name="connsiteY104" fmla="*/ 3341588 h 6858000"/>
              <a:gd name="connsiteX105" fmla="*/ 749397 w 1605470"/>
              <a:gd name="connsiteY105" fmla="*/ 3307769 h 6858000"/>
              <a:gd name="connsiteX106" fmla="*/ 766960 w 1605470"/>
              <a:gd name="connsiteY106" fmla="*/ 3250522 h 6858000"/>
              <a:gd name="connsiteX107" fmla="*/ 767385 w 1605470"/>
              <a:gd name="connsiteY107" fmla="*/ 3229163 h 6858000"/>
              <a:gd name="connsiteX108" fmla="*/ 769208 w 1605470"/>
              <a:gd name="connsiteY108" fmla="*/ 3217217 h 6858000"/>
              <a:gd name="connsiteX109" fmla="*/ 770350 w 1605470"/>
              <a:gd name="connsiteY109" fmla="*/ 3216125 h 6858000"/>
              <a:gd name="connsiteX110" fmla="*/ 756043 w 1605470"/>
              <a:gd name="connsiteY110" fmla="*/ 3183755 h 6858000"/>
              <a:gd name="connsiteX111" fmla="*/ 756544 w 1605470"/>
              <a:gd name="connsiteY111" fmla="*/ 3178642 h 6858000"/>
              <a:gd name="connsiteX112" fmla="*/ 744144 w 1605470"/>
              <a:gd name="connsiteY112" fmla="*/ 3158586 h 6858000"/>
              <a:gd name="connsiteX113" fmla="*/ 739378 w 1605470"/>
              <a:gd name="connsiteY113" fmla="*/ 3147669 h 6858000"/>
              <a:gd name="connsiteX114" fmla="*/ 734648 w 1605470"/>
              <a:gd name="connsiteY114" fmla="*/ 3145733 h 6858000"/>
              <a:gd name="connsiteX115" fmla="*/ 729329 w 1605470"/>
              <a:gd name="connsiteY115" fmla="*/ 3129034 h 6858000"/>
              <a:gd name="connsiteX116" fmla="*/ 729994 w 1605470"/>
              <a:gd name="connsiteY116" fmla="*/ 3126682 h 6858000"/>
              <a:gd name="connsiteX117" fmla="*/ 720862 w 1605470"/>
              <a:gd name="connsiteY117" fmla="*/ 3114519 h 6858000"/>
              <a:gd name="connsiteX118" fmla="*/ 707471 w 1605470"/>
              <a:gd name="connsiteY118" fmla="*/ 3106272 h 6858000"/>
              <a:gd name="connsiteX119" fmla="*/ 680201 w 1605470"/>
              <a:gd name="connsiteY119" fmla="*/ 2958185 h 6858000"/>
              <a:gd name="connsiteX120" fmla="*/ 622815 w 1605470"/>
              <a:gd name="connsiteY120" fmla="*/ 2762989 h 6858000"/>
              <a:gd name="connsiteX121" fmla="*/ 571733 w 1605470"/>
              <a:gd name="connsiteY121" fmla="*/ 2554718 h 6858000"/>
              <a:gd name="connsiteX122" fmla="*/ 551827 w 1605470"/>
              <a:gd name="connsiteY122" fmla="*/ 2485734 h 6858000"/>
              <a:gd name="connsiteX123" fmla="*/ 542550 w 1605470"/>
              <a:gd name="connsiteY123" fmla="*/ 2447068 h 6858000"/>
              <a:gd name="connsiteX124" fmla="*/ 529511 w 1605470"/>
              <a:gd name="connsiteY124" fmla="*/ 2425819 h 6858000"/>
              <a:gd name="connsiteX125" fmla="*/ 528878 w 1605470"/>
              <a:gd name="connsiteY125" fmla="*/ 2408971 h 6858000"/>
              <a:gd name="connsiteX126" fmla="*/ 535510 w 1605470"/>
              <a:gd name="connsiteY126" fmla="*/ 2402874 h 6858000"/>
              <a:gd name="connsiteX127" fmla="*/ 538122 w 1605470"/>
              <a:gd name="connsiteY127" fmla="*/ 2381443 h 6858000"/>
              <a:gd name="connsiteX128" fmla="*/ 514451 w 1605470"/>
              <a:gd name="connsiteY128" fmla="*/ 2261920 h 6858000"/>
              <a:gd name="connsiteX129" fmla="*/ 486968 w 1605470"/>
              <a:gd name="connsiteY129" fmla="*/ 2182937 h 6858000"/>
              <a:gd name="connsiteX130" fmla="*/ 488555 w 1605470"/>
              <a:gd name="connsiteY130" fmla="*/ 2155135 h 6858000"/>
              <a:gd name="connsiteX131" fmla="*/ 486013 w 1605470"/>
              <a:gd name="connsiteY131" fmla="*/ 2118008 h 6858000"/>
              <a:gd name="connsiteX132" fmla="*/ 487006 w 1605470"/>
              <a:gd name="connsiteY132" fmla="*/ 2050531 h 6858000"/>
              <a:gd name="connsiteX133" fmla="*/ 478812 w 1605470"/>
              <a:gd name="connsiteY133" fmla="*/ 1963269 h 6858000"/>
              <a:gd name="connsiteX134" fmla="*/ 442619 w 1605470"/>
              <a:gd name="connsiteY134" fmla="*/ 1910499 h 6858000"/>
              <a:gd name="connsiteX135" fmla="*/ 446785 w 1605470"/>
              <a:gd name="connsiteY135" fmla="*/ 1903212 h 6858000"/>
              <a:gd name="connsiteX136" fmla="*/ 436547 w 1605470"/>
              <a:gd name="connsiteY136" fmla="*/ 1861531 h 6858000"/>
              <a:gd name="connsiteX137" fmla="*/ 390346 w 1605470"/>
              <a:gd name="connsiteY137" fmla="*/ 1732919 h 6858000"/>
              <a:gd name="connsiteX138" fmla="*/ 362657 w 1605470"/>
              <a:gd name="connsiteY138" fmla="*/ 1663540 h 6858000"/>
              <a:gd name="connsiteX139" fmla="*/ 361783 w 1605470"/>
              <a:gd name="connsiteY139" fmla="*/ 1615777 h 6858000"/>
              <a:gd name="connsiteX140" fmla="*/ 342578 w 1605470"/>
              <a:gd name="connsiteY140" fmla="*/ 1563678 h 6858000"/>
              <a:gd name="connsiteX141" fmla="*/ 355658 w 1605470"/>
              <a:gd name="connsiteY141" fmla="*/ 1519474 h 6858000"/>
              <a:gd name="connsiteX142" fmla="*/ 348400 w 1605470"/>
              <a:gd name="connsiteY142" fmla="*/ 1477995 h 6858000"/>
              <a:gd name="connsiteX143" fmla="*/ 334485 w 1605470"/>
              <a:gd name="connsiteY143" fmla="*/ 1373769 h 6858000"/>
              <a:gd name="connsiteX144" fmla="*/ 342792 w 1605470"/>
              <a:gd name="connsiteY144" fmla="*/ 1307086 h 6858000"/>
              <a:gd name="connsiteX145" fmla="*/ 343980 w 1605470"/>
              <a:gd name="connsiteY145" fmla="*/ 1189033 h 6858000"/>
              <a:gd name="connsiteX146" fmla="*/ 348665 w 1605470"/>
              <a:gd name="connsiteY146" fmla="*/ 1168288 h 6858000"/>
              <a:gd name="connsiteX147" fmla="*/ 340947 w 1605470"/>
              <a:gd name="connsiteY147" fmla="*/ 1142577 h 6858000"/>
              <a:gd name="connsiteX148" fmla="*/ 330253 w 1605470"/>
              <a:gd name="connsiteY148" fmla="*/ 1088484 h 6858000"/>
              <a:gd name="connsiteX149" fmla="*/ 318989 w 1605470"/>
              <a:gd name="connsiteY149" fmla="*/ 1016103 h 6858000"/>
              <a:gd name="connsiteX150" fmla="*/ 320445 w 1605470"/>
              <a:gd name="connsiteY150" fmla="*/ 932283 h 6858000"/>
              <a:gd name="connsiteX151" fmla="*/ 322681 w 1605470"/>
              <a:gd name="connsiteY151" fmla="*/ 915925 h 6858000"/>
              <a:gd name="connsiteX152" fmla="*/ 315310 w 1605470"/>
              <a:gd name="connsiteY152" fmla="*/ 896999 h 6858000"/>
              <a:gd name="connsiteX153" fmla="*/ 284718 w 1605470"/>
              <a:gd name="connsiteY153" fmla="*/ 821517 h 6858000"/>
              <a:gd name="connsiteX154" fmla="*/ 263668 w 1605470"/>
              <a:gd name="connsiteY154" fmla="*/ 751353 h 6858000"/>
              <a:gd name="connsiteX155" fmla="*/ 263226 w 1605470"/>
              <a:gd name="connsiteY155" fmla="*/ 721230 h 6858000"/>
              <a:gd name="connsiteX156" fmla="*/ 248897 w 1605470"/>
              <a:gd name="connsiteY156" fmla="*/ 681659 h 6858000"/>
              <a:gd name="connsiteX157" fmla="*/ 234316 w 1605470"/>
              <a:gd name="connsiteY157" fmla="*/ 635218 h 6858000"/>
              <a:gd name="connsiteX158" fmla="*/ 239327 w 1605470"/>
              <a:gd name="connsiteY158" fmla="*/ 613763 h 6858000"/>
              <a:gd name="connsiteX159" fmla="*/ 225269 w 1605470"/>
              <a:gd name="connsiteY159" fmla="*/ 598582 h 6858000"/>
              <a:gd name="connsiteX160" fmla="*/ 224950 w 1605470"/>
              <a:gd name="connsiteY160" fmla="*/ 576846 h 6858000"/>
              <a:gd name="connsiteX161" fmla="*/ 204576 w 1605470"/>
              <a:gd name="connsiteY161" fmla="*/ 530055 h 6858000"/>
              <a:gd name="connsiteX162" fmla="*/ 219064 w 1605470"/>
              <a:gd name="connsiteY162" fmla="*/ 469651 h 6858000"/>
              <a:gd name="connsiteX163" fmla="*/ 195012 w 1605470"/>
              <a:gd name="connsiteY163" fmla="*/ 448559 h 6858000"/>
              <a:gd name="connsiteX164" fmla="*/ 201434 w 1605470"/>
              <a:gd name="connsiteY164" fmla="*/ 441529 h 6858000"/>
              <a:gd name="connsiteX165" fmla="*/ 200655 w 1605470"/>
              <a:gd name="connsiteY165" fmla="*/ 428927 h 6858000"/>
              <a:gd name="connsiteX166" fmla="*/ 190059 w 1605470"/>
              <a:gd name="connsiteY166" fmla="*/ 430161 h 6858000"/>
              <a:gd name="connsiteX167" fmla="*/ 167079 w 1605470"/>
              <a:gd name="connsiteY167" fmla="*/ 367211 h 6858000"/>
              <a:gd name="connsiteX168" fmla="*/ 124571 w 1605470"/>
              <a:gd name="connsiteY168" fmla="*/ 302178 h 6858000"/>
              <a:gd name="connsiteX169" fmla="*/ 103243 w 1605470"/>
              <a:gd name="connsiteY169" fmla="*/ 211375 h 6858000"/>
              <a:gd name="connsiteX170" fmla="*/ 94571 w 1605470"/>
              <a:gd name="connsiteY170" fmla="*/ 184179 h 6858000"/>
              <a:gd name="connsiteX171" fmla="*/ 13437 w 1605470"/>
              <a:gd name="connsiteY171" fmla="*/ 19287 h 6858000"/>
              <a:gd name="connsiteX172" fmla="*/ 0 w 1605470"/>
              <a:gd name="connsiteY172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3992 w 1605470"/>
              <a:gd name="connsiteY37" fmla="*/ 5619557 h 6858000"/>
              <a:gd name="connsiteX38" fmla="*/ 531653 w 1605470"/>
              <a:gd name="connsiteY38" fmla="*/ 5604904 h 6858000"/>
              <a:gd name="connsiteX39" fmla="*/ 539863 w 1605470"/>
              <a:gd name="connsiteY39" fmla="*/ 5604298 h 6858000"/>
              <a:gd name="connsiteX40" fmla="*/ 552319 w 1605470"/>
              <a:gd name="connsiteY40" fmla="*/ 5587997 h 6858000"/>
              <a:gd name="connsiteX41" fmla="*/ 591557 w 1605470"/>
              <a:gd name="connsiteY41" fmla="*/ 5476393 h 6858000"/>
              <a:gd name="connsiteX42" fmla="*/ 622750 w 1605470"/>
              <a:gd name="connsiteY42" fmla="*/ 5396260 h 6858000"/>
              <a:gd name="connsiteX43" fmla="*/ 638731 w 1605470"/>
              <a:gd name="connsiteY43" fmla="*/ 5330009 h 6858000"/>
              <a:gd name="connsiteX44" fmla="*/ 672224 w 1605470"/>
              <a:gd name="connsiteY44" fmla="*/ 5273739 h 6858000"/>
              <a:gd name="connsiteX45" fmla="*/ 681823 w 1605470"/>
              <a:gd name="connsiteY45" fmla="*/ 5241779 h 6858000"/>
              <a:gd name="connsiteX46" fmla="*/ 693049 w 1605470"/>
              <a:gd name="connsiteY46" fmla="*/ 5225268 h 6858000"/>
              <a:gd name="connsiteX47" fmla="*/ 694069 w 1605470"/>
              <a:gd name="connsiteY47" fmla="*/ 5217684 h 6858000"/>
              <a:gd name="connsiteX48" fmla="*/ 701410 w 1605470"/>
              <a:gd name="connsiteY48" fmla="*/ 5193377 h 6858000"/>
              <a:gd name="connsiteX49" fmla="*/ 704713 w 1605470"/>
              <a:gd name="connsiteY49" fmla="*/ 5179288 h 6858000"/>
              <a:gd name="connsiteX50" fmla="*/ 705697 w 1605470"/>
              <a:gd name="connsiteY50" fmla="*/ 5173621 h 6858000"/>
              <a:gd name="connsiteX51" fmla="*/ 701331 w 1605470"/>
              <a:gd name="connsiteY51" fmla="*/ 5159961 h 6858000"/>
              <a:gd name="connsiteX52" fmla="*/ 708008 w 1605470"/>
              <a:gd name="connsiteY52" fmla="*/ 5144295 h 6858000"/>
              <a:gd name="connsiteX53" fmla="*/ 704941 w 1605470"/>
              <a:gd name="connsiteY53" fmla="*/ 5125185 h 6858000"/>
              <a:gd name="connsiteX54" fmla="*/ 711771 w 1605470"/>
              <a:gd name="connsiteY54" fmla="*/ 5121884 h 6858000"/>
              <a:gd name="connsiteX55" fmla="*/ 718807 w 1605470"/>
              <a:gd name="connsiteY55" fmla="*/ 5067850 h 6858000"/>
              <a:gd name="connsiteX56" fmla="*/ 721538 w 1605470"/>
              <a:gd name="connsiteY56" fmla="*/ 5060861 h 6858000"/>
              <a:gd name="connsiteX57" fmla="*/ 718242 w 1605470"/>
              <a:gd name="connsiteY57" fmla="*/ 5034192 h 6858000"/>
              <a:gd name="connsiteX58" fmla="*/ 719796 w 1605470"/>
              <a:gd name="connsiteY58" fmla="*/ 4993030 h 6858000"/>
              <a:gd name="connsiteX59" fmla="*/ 726705 w 1605470"/>
              <a:gd name="connsiteY59" fmla="*/ 4946844 h 6858000"/>
              <a:gd name="connsiteX60" fmla="*/ 722561 w 1605470"/>
              <a:gd name="connsiteY60" fmla="*/ 4932692 h 6858000"/>
              <a:gd name="connsiteX61" fmla="*/ 724935 w 1605470"/>
              <a:gd name="connsiteY61" fmla="*/ 4821504 h 6858000"/>
              <a:gd name="connsiteX62" fmla="*/ 732118 w 1605470"/>
              <a:gd name="connsiteY62" fmla="*/ 4801535 h 6858000"/>
              <a:gd name="connsiteX63" fmla="*/ 739787 w 1605470"/>
              <a:gd name="connsiteY63" fmla="*/ 4797794 h 6858000"/>
              <a:gd name="connsiteX64" fmla="*/ 741081 w 1605470"/>
              <a:gd name="connsiteY64" fmla="*/ 4784526 h 6858000"/>
              <a:gd name="connsiteX65" fmla="*/ 742865 w 1605470"/>
              <a:gd name="connsiteY65" fmla="*/ 4781211 h 6858000"/>
              <a:gd name="connsiteX66" fmla="*/ 751652 w 1605470"/>
              <a:gd name="connsiteY66" fmla="*/ 4761984 h 6858000"/>
              <a:gd name="connsiteX67" fmla="*/ 747700 w 1605470"/>
              <a:gd name="connsiteY67" fmla="*/ 4690749 h 6858000"/>
              <a:gd name="connsiteX68" fmla="*/ 743180 w 1605470"/>
              <a:gd name="connsiteY68" fmla="*/ 4584173 h 6858000"/>
              <a:gd name="connsiteX69" fmla="*/ 738263 w 1605470"/>
              <a:gd name="connsiteY69" fmla="*/ 4444346 h 6858000"/>
              <a:gd name="connsiteX70" fmla="*/ 734828 w 1605470"/>
              <a:gd name="connsiteY70" fmla="*/ 4375228 h 6858000"/>
              <a:gd name="connsiteX71" fmla="*/ 715481 w 1605470"/>
              <a:gd name="connsiteY71" fmla="*/ 4214165 h 6858000"/>
              <a:gd name="connsiteX72" fmla="*/ 719554 w 1605470"/>
              <a:gd name="connsiteY72" fmla="*/ 4090296 h 6858000"/>
              <a:gd name="connsiteX73" fmla="*/ 704810 w 1605470"/>
              <a:gd name="connsiteY73" fmla="*/ 4033999 h 6858000"/>
              <a:gd name="connsiteX74" fmla="*/ 705959 w 1605470"/>
              <a:gd name="connsiteY74" fmla="*/ 4031933 h 6858000"/>
              <a:gd name="connsiteX75" fmla="*/ 704535 w 1605470"/>
              <a:gd name="connsiteY75" fmla="*/ 4013953 h 6858000"/>
              <a:gd name="connsiteX76" fmla="*/ 700443 w 1605470"/>
              <a:gd name="connsiteY76" fmla="*/ 4010511 h 6858000"/>
              <a:gd name="connsiteX77" fmla="*/ 698282 w 1605470"/>
              <a:gd name="connsiteY77" fmla="*/ 3998331 h 6858000"/>
              <a:gd name="connsiteX78" fmla="*/ 690830 w 1605470"/>
              <a:gd name="connsiteY78" fmla="*/ 3974753 h 6858000"/>
              <a:gd name="connsiteX79" fmla="*/ 692428 w 1605470"/>
              <a:gd name="connsiteY79" fmla="*/ 3969950 h 6858000"/>
              <a:gd name="connsiteX80" fmla="*/ 685850 w 1605470"/>
              <a:gd name="connsiteY80" fmla="*/ 3933779 h 6858000"/>
              <a:gd name="connsiteX81" fmla="*/ 687181 w 1605470"/>
              <a:gd name="connsiteY81" fmla="*/ 3933093 h 6858000"/>
              <a:gd name="connsiteX82" fmla="*/ 691535 w 1605470"/>
              <a:gd name="connsiteY82" fmla="*/ 3922082 h 6858000"/>
              <a:gd name="connsiteX83" fmla="*/ 696613 w 1605470"/>
              <a:gd name="connsiteY83" fmla="*/ 3901461 h 6858000"/>
              <a:gd name="connsiteX84" fmla="*/ 719207 w 1605470"/>
              <a:gd name="connsiteY84" fmla="*/ 3813873 h 6858000"/>
              <a:gd name="connsiteX85" fmla="*/ 718632 w 1605470"/>
              <a:gd name="connsiteY85" fmla="*/ 3806161 h 6858000"/>
              <a:gd name="connsiteX86" fmla="*/ 718939 w 1605470"/>
              <a:gd name="connsiteY86" fmla="*/ 3805957 h 6858000"/>
              <a:gd name="connsiteX87" fmla="*/ 718966 w 1605470"/>
              <a:gd name="connsiteY87" fmla="*/ 3797724 h 6858000"/>
              <a:gd name="connsiteX88" fmla="*/ 717581 w 1605470"/>
              <a:gd name="connsiteY88" fmla="*/ 3792098 h 6858000"/>
              <a:gd name="connsiteX89" fmla="*/ 716465 w 1605470"/>
              <a:gd name="connsiteY89" fmla="*/ 3777135 h 6858000"/>
              <a:gd name="connsiteX90" fmla="*/ 718198 w 1605470"/>
              <a:gd name="connsiteY90" fmla="*/ 3771656 h 6858000"/>
              <a:gd name="connsiteX91" fmla="*/ 721941 w 1605470"/>
              <a:gd name="connsiteY91" fmla="*/ 3769007 h 6858000"/>
              <a:gd name="connsiteX92" fmla="*/ 721407 w 1605470"/>
              <a:gd name="connsiteY92" fmla="*/ 3767709 h 6858000"/>
              <a:gd name="connsiteX93" fmla="*/ 730103 w 1605470"/>
              <a:gd name="connsiteY93" fmla="*/ 3738082 h 6858000"/>
              <a:gd name="connsiteX94" fmla="*/ 737449 w 1605470"/>
              <a:gd name="connsiteY94" fmla="*/ 3673397 h 6858000"/>
              <a:gd name="connsiteX95" fmla="*/ 736745 w 1605470"/>
              <a:gd name="connsiteY95" fmla="*/ 3637109 h 6858000"/>
              <a:gd name="connsiteX96" fmla="*/ 740188 w 1605470"/>
              <a:gd name="connsiteY96" fmla="*/ 3536883 h 6858000"/>
              <a:gd name="connsiteX97" fmla="*/ 747726 w 1605470"/>
              <a:gd name="connsiteY97" fmla="*/ 3435652 h 6858000"/>
              <a:gd name="connsiteX98" fmla="*/ 774383 w 1605470"/>
              <a:gd name="connsiteY98" fmla="*/ 3381564 h 6858000"/>
              <a:gd name="connsiteX99" fmla="*/ 774870 w 1605470"/>
              <a:gd name="connsiteY99" fmla="*/ 3375761 h 6858000"/>
              <a:gd name="connsiteX100" fmla="*/ 770510 w 1605470"/>
              <a:gd name="connsiteY100" fmla="*/ 3361844 h 6858000"/>
              <a:gd name="connsiteX101" fmla="*/ 767933 w 1605470"/>
              <a:gd name="connsiteY101" fmla="*/ 3356929 h 6858000"/>
              <a:gd name="connsiteX102" fmla="*/ 766158 w 1605470"/>
              <a:gd name="connsiteY102" fmla="*/ 3349058 h 6858000"/>
              <a:gd name="connsiteX103" fmla="*/ 766414 w 1605470"/>
              <a:gd name="connsiteY103" fmla="*/ 3348763 h 6858000"/>
              <a:gd name="connsiteX104" fmla="*/ 764166 w 1605470"/>
              <a:gd name="connsiteY104" fmla="*/ 3341588 h 6858000"/>
              <a:gd name="connsiteX105" fmla="*/ 749397 w 1605470"/>
              <a:gd name="connsiteY105" fmla="*/ 3307769 h 6858000"/>
              <a:gd name="connsiteX106" fmla="*/ 766960 w 1605470"/>
              <a:gd name="connsiteY106" fmla="*/ 3250522 h 6858000"/>
              <a:gd name="connsiteX107" fmla="*/ 767385 w 1605470"/>
              <a:gd name="connsiteY107" fmla="*/ 3229163 h 6858000"/>
              <a:gd name="connsiteX108" fmla="*/ 769208 w 1605470"/>
              <a:gd name="connsiteY108" fmla="*/ 3217217 h 6858000"/>
              <a:gd name="connsiteX109" fmla="*/ 770350 w 1605470"/>
              <a:gd name="connsiteY109" fmla="*/ 3216125 h 6858000"/>
              <a:gd name="connsiteX110" fmla="*/ 756043 w 1605470"/>
              <a:gd name="connsiteY110" fmla="*/ 3183755 h 6858000"/>
              <a:gd name="connsiteX111" fmla="*/ 756544 w 1605470"/>
              <a:gd name="connsiteY111" fmla="*/ 3178642 h 6858000"/>
              <a:gd name="connsiteX112" fmla="*/ 744144 w 1605470"/>
              <a:gd name="connsiteY112" fmla="*/ 3158586 h 6858000"/>
              <a:gd name="connsiteX113" fmla="*/ 739378 w 1605470"/>
              <a:gd name="connsiteY113" fmla="*/ 3147669 h 6858000"/>
              <a:gd name="connsiteX114" fmla="*/ 734648 w 1605470"/>
              <a:gd name="connsiteY114" fmla="*/ 3145733 h 6858000"/>
              <a:gd name="connsiteX115" fmla="*/ 729329 w 1605470"/>
              <a:gd name="connsiteY115" fmla="*/ 3129034 h 6858000"/>
              <a:gd name="connsiteX116" fmla="*/ 729994 w 1605470"/>
              <a:gd name="connsiteY116" fmla="*/ 3126682 h 6858000"/>
              <a:gd name="connsiteX117" fmla="*/ 720862 w 1605470"/>
              <a:gd name="connsiteY117" fmla="*/ 3114519 h 6858000"/>
              <a:gd name="connsiteX118" fmla="*/ 707471 w 1605470"/>
              <a:gd name="connsiteY118" fmla="*/ 3106272 h 6858000"/>
              <a:gd name="connsiteX119" fmla="*/ 680201 w 1605470"/>
              <a:gd name="connsiteY119" fmla="*/ 2958185 h 6858000"/>
              <a:gd name="connsiteX120" fmla="*/ 622815 w 1605470"/>
              <a:gd name="connsiteY120" fmla="*/ 2762989 h 6858000"/>
              <a:gd name="connsiteX121" fmla="*/ 571733 w 1605470"/>
              <a:gd name="connsiteY121" fmla="*/ 2554718 h 6858000"/>
              <a:gd name="connsiteX122" fmla="*/ 551827 w 1605470"/>
              <a:gd name="connsiteY122" fmla="*/ 2485734 h 6858000"/>
              <a:gd name="connsiteX123" fmla="*/ 542550 w 1605470"/>
              <a:gd name="connsiteY123" fmla="*/ 2447068 h 6858000"/>
              <a:gd name="connsiteX124" fmla="*/ 529511 w 1605470"/>
              <a:gd name="connsiteY124" fmla="*/ 2425819 h 6858000"/>
              <a:gd name="connsiteX125" fmla="*/ 528878 w 1605470"/>
              <a:gd name="connsiteY125" fmla="*/ 2408971 h 6858000"/>
              <a:gd name="connsiteX126" fmla="*/ 535510 w 1605470"/>
              <a:gd name="connsiteY126" fmla="*/ 2402874 h 6858000"/>
              <a:gd name="connsiteX127" fmla="*/ 538122 w 1605470"/>
              <a:gd name="connsiteY127" fmla="*/ 2381443 h 6858000"/>
              <a:gd name="connsiteX128" fmla="*/ 514451 w 1605470"/>
              <a:gd name="connsiteY128" fmla="*/ 2261920 h 6858000"/>
              <a:gd name="connsiteX129" fmla="*/ 486968 w 1605470"/>
              <a:gd name="connsiteY129" fmla="*/ 2182937 h 6858000"/>
              <a:gd name="connsiteX130" fmla="*/ 488555 w 1605470"/>
              <a:gd name="connsiteY130" fmla="*/ 2155135 h 6858000"/>
              <a:gd name="connsiteX131" fmla="*/ 486013 w 1605470"/>
              <a:gd name="connsiteY131" fmla="*/ 2118008 h 6858000"/>
              <a:gd name="connsiteX132" fmla="*/ 487006 w 1605470"/>
              <a:gd name="connsiteY132" fmla="*/ 2050531 h 6858000"/>
              <a:gd name="connsiteX133" fmla="*/ 478812 w 1605470"/>
              <a:gd name="connsiteY133" fmla="*/ 1963269 h 6858000"/>
              <a:gd name="connsiteX134" fmla="*/ 442619 w 1605470"/>
              <a:gd name="connsiteY134" fmla="*/ 1910499 h 6858000"/>
              <a:gd name="connsiteX135" fmla="*/ 446785 w 1605470"/>
              <a:gd name="connsiteY135" fmla="*/ 1903212 h 6858000"/>
              <a:gd name="connsiteX136" fmla="*/ 436547 w 1605470"/>
              <a:gd name="connsiteY136" fmla="*/ 1861531 h 6858000"/>
              <a:gd name="connsiteX137" fmla="*/ 390346 w 1605470"/>
              <a:gd name="connsiteY137" fmla="*/ 1732919 h 6858000"/>
              <a:gd name="connsiteX138" fmla="*/ 362657 w 1605470"/>
              <a:gd name="connsiteY138" fmla="*/ 1663540 h 6858000"/>
              <a:gd name="connsiteX139" fmla="*/ 361783 w 1605470"/>
              <a:gd name="connsiteY139" fmla="*/ 1615777 h 6858000"/>
              <a:gd name="connsiteX140" fmla="*/ 342578 w 1605470"/>
              <a:gd name="connsiteY140" fmla="*/ 1563678 h 6858000"/>
              <a:gd name="connsiteX141" fmla="*/ 355658 w 1605470"/>
              <a:gd name="connsiteY141" fmla="*/ 1519474 h 6858000"/>
              <a:gd name="connsiteX142" fmla="*/ 348400 w 1605470"/>
              <a:gd name="connsiteY142" fmla="*/ 1477995 h 6858000"/>
              <a:gd name="connsiteX143" fmla="*/ 334485 w 1605470"/>
              <a:gd name="connsiteY143" fmla="*/ 1373769 h 6858000"/>
              <a:gd name="connsiteX144" fmla="*/ 342792 w 1605470"/>
              <a:gd name="connsiteY144" fmla="*/ 1307086 h 6858000"/>
              <a:gd name="connsiteX145" fmla="*/ 343980 w 1605470"/>
              <a:gd name="connsiteY145" fmla="*/ 1189033 h 6858000"/>
              <a:gd name="connsiteX146" fmla="*/ 348665 w 1605470"/>
              <a:gd name="connsiteY146" fmla="*/ 1168288 h 6858000"/>
              <a:gd name="connsiteX147" fmla="*/ 340947 w 1605470"/>
              <a:gd name="connsiteY147" fmla="*/ 1142577 h 6858000"/>
              <a:gd name="connsiteX148" fmla="*/ 330253 w 1605470"/>
              <a:gd name="connsiteY148" fmla="*/ 1088484 h 6858000"/>
              <a:gd name="connsiteX149" fmla="*/ 318989 w 1605470"/>
              <a:gd name="connsiteY149" fmla="*/ 1016103 h 6858000"/>
              <a:gd name="connsiteX150" fmla="*/ 320445 w 1605470"/>
              <a:gd name="connsiteY150" fmla="*/ 932283 h 6858000"/>
              <a:gd name="connsiteX151" fmla="*/ 322681 w 1605470"/>
              <a:gd name="connsiteY151" fmla="*/ 915925 h 6858000"/>
              <a:gd name="connsiteX152" fmla="*/ 315310 w 1605470"/>
              <a:gd name="connsiteY152" fmla="*/ 896999 h 6858000"/>
              <a:gd name="connsiteX153" fmla="*/ 284718 w 1605470"/>
              <a:gd name="connsiteY153" fmla="*/ 821517 h 6858000"/>
              <a:gd name="connsiteX154" fmla="*/ 263668 w 1605470"/>
              <a:gd name="connsiteY154" fmla="*/ 751353 h 6858000"/>
              <a:gd name="connsiteX155" fmla="*/ 263226 w 1605470"/>
              <a:gd name="connsiteY155" fmla="*/ 721230 h 6858000"/>
              <a:gd name="connsiteX156" fmla="*/ 248897 w 1605470"/>
              <a:gd name="connsiteY156" fmla="*/ 681659 h 6858000"/>
              <a:gd name="connsiteX157" fmla="*/ 234316 w 1605470"/>
              <a:gd name="connsiteY157" fmla="*/ 635218 h 6858000"/>
              <a:gd name="connsiteX158" fmla="*/ 239327 w 1605470"/>
              <a:gd name="connsiteY158" fmla="*/ 613763 h 6858000"/>
              <a:gd name="connsiteX159" fmla="*/ 225269 w 1605470"/>
              <a:gd name="connsiteY159" fmla="*/ 598582 h 6858000"/>
              <a:gd name="connsiteX160" fmla="*/ 224950 w 1605470"/>
              <a:gd name="connsiteY160" fmla="*/ 576846 h 6858000"/>
              <a:gd name="connsiteX161" fmla="*/ 204576 w 1605470"/>
              <a:gd name="connsiteY161" fmla="*/ 530055 h 6858000"/>
              <a:gd name="connsiteX162" fmla="*/ 219064 w 1605470"/>
              <a:gd name="connsiteY162" fmla="*/ 469651 h 6858000"/>
              <a:gd name="connsiteX163" fmla="*/ 195012 w 1605470"/>
              <a:gd name="connsiteY163" fmla="*/ 448559 h 6858000"/>
              <a:gd name="connsiteX164" fmla="*/ 201434 w 1605470"/>
              <a:gd name="connsiteY164" fmla="*/ 441529 h 6858000"/>
              <a:gd name="connsiteX165" fmla="*/ 200655 w 1605470"/>
              <a:gd name="connsiteY165" fmla="*/ 428927 h 6858000"/>
              <a:gd name="connsiteX166" fmla="*/ 190059 w 1605470"/>
              <a:gd name="connsiteY166" fmla="*/ 430161 h 6858000"/>
              <a:gd name="connsiteX167" fmla="*/ 167079 w 1605470"/>
              <a:gd name="connsiteY167" fmla="*/ 367211 h 6858000"/>
              <a:gd name="connsiteX168" fmla="*/ 124571 w 1605470"/>
              <a:gd name="connsiteY168" fmla="*/ 302178 h 6858000"/>
              <a:gd name="connsiteX169" fmla="*/ 103243 w 1605470"/>
              <a:gd name="connsiteY169" fmla="*/ 211375 h 6858000"/>
              <a:gd name="connsiteX170" fmla="*/ 94571 w 1605470"/>
              <a:gd name="connsiteY170" fmla="*/ 184179 h 6858000"/>
              <a:gd name="connsiteX171" fmla="*/ 13437 w 1605470"/>
              <a:gd name="connsiteY171" fmla="*/ 19287 h 6858000"/>
              <a:gd name="connsiteX172" fmla="*/ 0 w 1605470"/>
              <a:gd name="connsiteY172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3992 w 1605470"/>
              <a:gd name="connsiteY37" fmla="*/ 5619557 h 6858000"/>
              <a:gd name="connsiteX38" fmla="*/ 531653 w 1605470"/>
              <a:gd name="connsiteY38" fmla="*/ 5604904 h 6858000"/>
              <a:gd name="connsiteX39" fmla="*/ 539863 w 1605470"/>
              <a:gd name="connsiteY39" fmla="*/ 5604298 h 6858000"/>
              <a:gd name="connsiteX40" fmla="*/ 552319 w 1605470"/>
              <a:gd name="connsiteY40" fmla="*/ 5587997 h 6858000"/>
              <a:gd name="connsiteX41" fmla="*/ 591557 w 1605470"/>
              <a:gd name="connsiteY41" fmla="*/ 5476393 h 6858000"/>
              <a:gd name="connsiteX42" fmla="*/ 622750 w 1605470"/>
              <a:gd name="connsiteY42" fmla="*/ 5396260 h 6858000"/>
              <a:gd name="connsiteX43" fmla="*/ 638731 w 1605470"/>
              <a:gd name="connsiteY43" fmla="*/ 5330009 h 6858000"/>
              <a:gd name="connsiteX44" fmla="*/ 672224 w 1605470"/>
              <a:gd name="connsiteY44" fmla="*/ 5273739 h 6858000"/>
              <a:gd name="connsiteX45" fmla="*/ 681823 w 1605470"/>
              <a:gd name="connsiteY45" fmla="*/ 5241779 h 6858000"/>
              <a:gd name="connsiteX46" fmla="*/ 693049 w 1605470"/>
              <a:gd name="connsiteY46" fmla="*/ 5225268 h 6858000"/>
              <a:gd name="connsiteX47" fmla="*/ 694069 w 1605470"/>
              <a:gd name="connsiteY47" fmla="*/ 5217684 h 6858000"/>
              <a:gd name="connsiteX48" fmla="*/ 701410 w 1605470"/>
              <a:gd name="connsiteY48" fmla="*/ 5193377 h 6858000"/>
              <a:gd name="connsiteX49" fmla="*/ 704713 w 1605470"/>
              <a:gd name="connsiteY49" fmla="*/ 5179288 h 6858000"/>
              <a:gd name="connsiteX50" fmla="*/ 705697 w 1605470"/>
              <a:gd name="connsiteY50" fmla="*/ 5173621 h 6858000"/>
              <a:gd name="connsiteX51" fmla="*/ 701331 w 1605470"/>
              <a:gd name="connsiteY51" fmla="*/ 5159961 h 6858000"/>
              <a:gd name="connsiteX52" fmla="*/ 708008 w 1605470"/>
              <a:gd name="connsiteY52" fmla="*/ 5144295 h 6858000"/>
              <a:gd name="connsiteX53" fmla="*/ 704941 w 1605470"/>
              <a:gd name="connsiteY53" fmla="*/ 5125185 h 6858000"/>
              <a:gd name="connsiteX54" fmla="*/ 711771 w 1605470"/>
              <a:gd name="connsiteY54" fmla="*/ 5121884 h 6858000"/>
              <a:gd name="connsiteX55" fmla="*/ 718807 w 1605470"/>
              <a:gd name="connsiteY55" fmla="*/ 5067850 h 6858000"/>
              <a:gd name="connsiteX56" fmla="*/ 721538 w 1605470"/>
              <a:gd name="connsiteY56" fmla="*/ 5060861 h 6858000"/>
              <a:gd name="connsiteX57" fmla="*/ 718242 w 1605470"/>
              <a:gd name="connsiteY57" fmla="*/ 5034192 h 6858000"/>
              <a:gd name="connsiteX58" fmla="*/ 719796 w 1605470"/>
              <a:gd name="connsiteY58" fmla="*/ 4993030 h 6858000"/>
              <a:gd name="connsiteX59" fmla="*/ 726705 w 1605470"/>
              <a:gd name="connsiteY59" fmla="*/ 4946844 h 6858000"/>
              <a:gd name="connsiteX60" fmla="*/ 722561 w 1605470"/>
              <a:gd name="connsiteY60" fmla="*/ 4932692 h 6858000"/>
              <a:gd name="connsiteX61" fmla="*/ 724935 w 1605470"/>
              <a:gd name="connsiteY61" fmla="*/ 4821504 h 6858000"/>
              <a:gd name="connsiteX62" fmla="*/ 732118 w 1605470"/>
              <a:gd name="connsiteY62" fmla="*/ 4801535 h 6858000"/>
              <a:gd name="connsiteX63" fmla="*/ 739787 w 1605470"/>
              <a:gd name="connsiteY63" fmla="*/ 4797794 h 6858000"/>
              <a:gd name="connsiteX64" fmla="*/ 741081 w 1605470"/>
              <a:gd name="connsiteY64" fmla="*/ 4784526 h 6858000"/>
              <a:gd name="connsiteX65" fmla="*/ 742865 w 1605470"/>
              <a:gd name="connsiteY65" fmla="*/ 4781211 h 6858000"/>
              <a:gd name="connsiteX66" fmla="*/ 751652 w 1605470"/>
              <a:gd name="connsiteY66" fmla="*/ 4761984 h 6858000"/>
              <a:gd name="connsiteX67" fmla="*/ 747700 w 1605470"/>
              <a:gd name="connsiteY67" fmla="*/ 4690749 h 6858000"/>
              <a:gd name="connsiteX68" fmla="*/ 743180 w 1605470"/>
              <a:gd name="connsiteY68" fmla="*/ 4584173 h 6858000"/>
              <a:gd name="connsiteX69" fmla="*/ 738263 w 1605470"/>
              <a:gd name="connsiteY69" fmla="*/ 4444346 h 6858000"/>
              <a:gd name="connsiteX70" fmla="*/ 734828 w 1605470"/>
              <a:gd name="connsiteY70" fmla="*/ 4375228 h 6858000"/>
              <a:gd name="connsiteX71" fmla="*/ 715481 w 1605470"/>
              <a:gd name="connsiteY71" fmla="*/ 4214165 h 6858000"/>
              <a:gd name="connsiteX72" fmla="*/ 719554 w 1605470"/>
              <a:gd name="connsiteY72" fmla="*/ 4090296 h 6858000"/>
              <a:gd name="connsiteX73" fmla="*/ 704810 w 1605470"/>
              <a:gd name="connsiteY73" fmla="*/ 4033999 h 6858000"/>
              <a:gd name="connsiteX74" fmla="*/ 705959 w 1605470"/>
              <a:gd name="connsiteY74" fmla="*/ 4031933 h 6858000"/>
              <a:gd name="connsiteX75" fmla="*/ 704535 w 1605470"/>
              <a:gd name="connsiteY75" fmla="*/ 4013953 h 6858000"/>
              <a:gd name="connsiteX76" fmla="*/ 700443 w 1605470"/>
              <a:gd name="connsiteY76" fmla="*/ 4010511 h 6858000"/>
              <a:gd name="connsiteX77" fmla="*/ 698282 w 1605470"/>
              <a:gd name="connsiteY77" fmla="*/ 3998331 h 6858000"/>
              <a:gd name="connsiteX78" fmla="*/ 690830 w 1605470"/>
              <a:gd name="connsiteY78" fmla="*/ 3974753 h 6858000"/>
              <a:gd name="connsiteX79" fmla="*/ 692428 w 1605470"/>
              <a:gd name="connsiteY79" fmla="*/ 3969950 h 6858000"/>
              <a:gd name="connsiteX80" fmla="*/ 685850 w 1605470"/>
              <a:gd name="connsiteY80" fmla="*/ 3933779 h 6858000"/>
              <a:gd name="connsiteX81" fmla="*/ 687181 w 1605470"/>
              <a:gd name="connsiteY81" fmla="*/ 3933093 h 6858000"/>
              <a:gd name="connsiteX82" fmla="*/ 691535 w 1605470"/>
              <a:gd name="connsiteY82" fmla="*/ 3922082 h 6858000"/>
              <a:gd name="connsiteX83" fmla="*/ 696613 w 1605470"/>
              <a:gd name="connsiteY83" fmla="*/ 3901461 h 6858000"/>
              <a:gd name="connsiteX84" fmla="*/ 719207 w 1605470"/>
              <a:gd name="connsiteY84" fmla="*/ 3813873 h 6858000"/>
              <a:gd name="connsiteX85" fmla="*/ 718632 w 1605470"/>
              <a:gd name="connsiteY85" fmla="*/ 3806161 h 6858000"/>
              <a:gd name="connsiteX86" fmla="*/ 718939 w 1605470"/>
              <a:gd name="connsiteY86" fmla="*/ 3805957 h 6858000"/>
              <a:gd name="connsiteX87" fmla="*/ 718966 w 1605470"/>
              <a:gd name="connsiteY87" fmla="*/ 3797724 h 6858000"/>
              <a:gd name="connsiteX88" fmla="*/ 717581 w 1605470"/>
              <a:gd name="connsiteY88" fmla="*/ 3792098 h 6858000"/>
              <a:gd name="connsiteX89" fmla="*/ 716465 w 1605470"/>
              <a:gd name="connsiteY89" fmla="*/ 3777135 h 6858000"/>
              <a:gd name="connsiteX90" fmla="*/ 718198 w 1605470"/>
              <a:gd name="connsiteY90" fmla="*/ 3771656 h 6858000"/>
              <a:gd name="connsiteX91" fmla="*/ 721941 w 1605470"/>
              <a:gd name="connsiteY91" fmla="*/ 3769007 h 6858000"/>
              <a:gd name="connsiteX92" fmla="*/ 721407 w 1605470"/>
              <a:gd name="connsiteY92" fmla="*/ 3767709 h 6858000"/>
              <a:gd name="connsiteX93" fmla="*/ 730103 w 1605470"/>
              <a:gd name="connsiteY93" fmla="*/ 3738082 h 6858000"/>
              <a:gd name="connsiteX94" fmla="*/ 737449 w 1605470"/>
              <a:gd name="connsiteY94" fmla="*/ 3673397 h 6858000"/>
              <a:gd name="connsiteX95" fmla="*/ 736745 w 1605470"/>
              <a:gd name="connsiteY95" fmla="*/ 3637109 h 6858000"/>
              <a:gd name="connsiteX96" fmla="*/ 740188 w 1605470"/>
              <a:gd name="connsiteY96" fmla="*/ 3536883 h 6858000"/>
              <a:gd name="connsiteX97" fmla="*/ 747726 w 1605470"/>
              <a:gd name="connsiteY97" fmla="*/ 3435652 h 6858000"/>
              <a:gd name="connsiteX98" fmla="*/ 774383 w 1605470"/>
              <a:gd name="connsiteY98" fmla="*/ 3381564 h 6858000"/>
              <a:gd name="connsiteX99" fmla="*/ 774870 w 1605470"/>
              <a:gd name="connsiteY99" fmla="*/ 3375761 h 6858000"/>
              <a:gd name="connsiteX100" fmla="*/ 770510 w 1605470"/>
              <a:gd name="connsiteY100" fmla="*/ 3361844 h 6858000"/>
              <a:gd name="connsiteX101" fmla="*/ 767933 w 1605470"/>
              <a:gd name="connsiteY101" fmla="*/ 3356929 h 6858000"/>
              <a:gd name="connsiteX102" fmla="*/ 766158 w 1605470"/>
              <a:gd name="connsiteY102" fmla="*/ 3349058 h 6858000"/>
              <a:gd name="connsiteX103" fmla="*/ 766414 w 1605470"/>
              <a:gd name="connsiteY103" fmla="*/ 3348763 h 6858000"/>
              <a:gd name="connsiteX104" fmla="*/ 764166 w 1605470"/>
              <a:gd name="connsiteY104" fmla="*/ 3341588 h 6858000"/>
              <a:gd name="connsiteX105" fmla="*/ 749397 w 1605470"/>
              <a:gd name="connsiteY105" fmla="*/ 3307769 h 6858000"/>
              <a:gd name="connsiteX106" fmla="*/ 766960 w 1605470"/>
              <a:gd name="connsiteY106" fmla="*/ 3250522 h 6858000"/>
              <a:gd name="connsiteX107" fmla="*/ 767385 w 1605470"/>
              <a:gd name="connsiteY107" fmla="*/ 3229163 h 6858000"/>
              <a:gd name="connsiteX108" fmla="*/ 769208 w 1605470"/>
              <a:gd name="connsiteY108" fmla="*/ 3217217 h 6858000"/>
              <a:gd name="connsiteX109" fmla="*/ 770350 w 1605470"/>
              <a:gd name="connsiteY109" fmla="*/ 3216125 h 6858000"/>
              <a:gd name="connsiteX110" fmla="*/ 756043 w 1605470"/>
              <a:gd name="connsiteY110" fmla="*/ 3183755 h 6858000"/>
              <a:gd name="connsiteX111" fmla="*/ 756544 w 1605470"/>
              <a:gd name="connsiteY111" fmla="*/ 3178642 h 6858000"/>
              <a:gd name="connsiteX112" fmla="*/ 744144 w 1605470"/>
              <a:gd name="connsiteY112" fmla="*/ 3158586 h 6858000"/>
              <a:gd name="connsiteX113" fmla="*/ 739378 w 1605470"/>
              <a:gd name="connsiteY113" fmla="*/ 3147669 h 6858000"/>
              <a:gd name="connsiteX114" fmla="*/ 734648 w 1605470"/>
              <a:gd name="connsiteY114" fmla="*/ 3145733 h 6858000"/>
              <a:gd name="connsiteX115" fmla="*/ 729329 w 1605470"/>
              <a:gd name="connsiteY115" fmla="*/ 3129034 h 6858000"/>
              <a:gd name="connsiteX116" fmla="*/ 729994 w 1605470"/>
              <a:gd name="connsiteY116" fmla="*/ 3126682 h 6858000"/>
              <a:gd name="connsiteX117" fmla="*/ 720862 w 1605470"/>
              <a:gd name="connsiteY117" fmla="*/ 3114519 h 6858000"/>
              <a:gd name="connsiteX118" fmla="*/ 707471 w 1605470"/>
              <a:gd name="connsiteY118" fmla="*/ 3106272 h 6858000"/>
              <a:gd name="connsiteX119" fmla="*/ 680201 w 1605470"/>
              <a:gd name="connsiteY119" fmla="*/ 2958185 h 6858000"/>
              <a:gd name="connsiteX120" fmla="*/ 622815 w 1605470"/>
              <a:gd name="connsiteY120" fmla="*/ 2762989 h 6858000"/>
              <a:gd name="connsiteX121" fmla="*/ 571733 w 1605470"/>
              <a:gd name="connsiteY121" fmla="*/ 2554718 h 6858000"/>
              <a:gd name="connsiteX122" fmla="*/ 551827 w 1605470"/>
              <a:gd name="connsiteY122" fmla="*/ 2485734 h 6858000"/>
              <a:gd name="connsiteX123" fmla="*/ 542550 w 1605470"/>
              <a:gd name="connsiteY123" fmla="*/ 2447068 h 6858000"/>
              <a:gd name="connsiteX124" fmla="*/ 529511 w 1605470"/>
              <a:gd name="connsiteY124" fmla="*/ 2425819 h 6858000"/>
              <a:gd name="connsiteX125" fmla="*/ 528878 w 1605470"/>
              <a:gd name="connsiteY125" fmla="*/ 2408971 h 6858000"/>
              <a:gd name="connsiteX126" fmla="*/ 535510 w 1605470"/>
              <a:gd name="connsiteY126" fmla="*/ 2402874 h 6858000"/>
              <a:gd name="connsiteX127" fmla="*/ 538122 w 1605470"/>
              <a:gd name="connsiteY127" fmla="*/ 2381443 h 6858000"/>
              <a:gd name="connsiteX128" fmla="*/ 514451 w 1605470"/>
              <a:gd name="connsiteY128" fmla="*/ 2261920 h 6858000"/>
              <a:gd name="connsiteX129" fmla="*/ 486968 w 1605470"/>
              <a:gd name="connsiteY129" fmla="*/ 2182937 h 6858000"/>
              <a:gd name="connsiteX130" fmla="*/ 488555 w 1605470"/>
              <a:gd name="connsiteY130" fmla="*/ 2155135 h 6858000"/>
              <a:gd name="connsiteX131" fmla="*/ 486013 w 1605470"/>
              <a:gd name="connsiteY131" fmla="*/ 2118008 h 6858000"/>
              <a:gd name="connsiteX132" fmla="*/ 487006 w 1605470"/>
              <a:gd name="connsiteY132" fmla="*/ 2050531 h 6858000"/>
              <a:gd name="connsiteX133" fmla="*/ 478812 w 1605470"/>
              <a:gd name="connsiteY133" fmla="*/ 1963269 h 6858000"/>
              <a:gd name="connsiteX134" fmla="*/ 442619 w 1605470"/>
              <a:gd name="connsiteY134" fmla="*/ 1910499 h 6858000"/>
              <a:gd name="connsiteX135" fmla="*/ 436547 w 1605470"/>
              <a:gd name="connsiteY135" fmla="*/ 1861531 h 6858000"/>
              <a:gd name="connsiteX136" fmla="*/ 390346 w 1605470"/>
              <a:gd name="connsiteY136" fmla="*/ 1732919 h 6858000"/>
              <a:gd name="connsiteX137" fmla="*/ 362657 w 1605470"/>
              <a:gd name="connsiteY137" fmla="*/ 1663540 h 6858000"/>
              <a:gd name="connsiteX138" fmla="*/ 361783 w 1605470"/>
              <a:gd name="connsiteY138" fmla="*/ 1615777 h 6858000"/>
              <a:gd name="connsiteX139" fmla="*/ 342578 w 1605470"/>
              <a:gd name="connsiteY139" fmla="*/ 1563678 h 6858000"/>
              <a:gd name="connsiteX140" fmla="*/ 355658 w 1605470"/>
              <a:gd name="connsiteY140" fmla="*/ 1519474 h 6858000"/>
              <a:gd name="connsiteX141" fmla="*/ 348400 w 1605470"/>
              <a:gd name="connsiteY141" fmla="*/ 1477995 h 6858000"/>
              <a:gd name="connsiteX142" fmla="*/ 334485 w 1605470"/>
              <a:gd name="connsiteY142" fmla="*/ 1373769 h 6858000"/>
              <a:gd name="connsiteX143" fmla="*/ 342792 w 1605470"/>
              <a:gd name="connsiteY143" fmla="*/ 1307086 h 6858000"/>
              <a:gd name="connsiteX144" fmla="*/ 343980 w 1605470"/>
              <a:gd name="connsiteY144" fmla="*/ 1189033 h 6858000"/>
              <a:gd name="connsiteX145" fmla="*/ 348665 w 1605470"/>
              <a:gd name="connsiteY145" fmla="*/ 1168288 h 6858000"/>
              <a:gd name="connsiteX146" fmla="*/ 340947 w 1605470"/>
              <a:gd name="connsiteY146" fmla="*/ 1142577 h 6858000"/>
              <a:gd name="connsiteX147" fmla="*/ 330253 w 1605470"/>
              <a:gd name="connsiteY147" fmla="*/ 1088484 h 6858000"/>
              <a:gd name="connsiteX148" fmla="*/ 318989 w 1605470"/>
              <a:gd name="connsiteY148" fmla="*/ 1016103 h 6858000"/>
              <a:gd name="connsiteX149" fmla="*/ 320445 w 1605470"/>
              <a:gd name="connsiteY149" fmla="*/ 932283 h 6858000"/>
              <a:gd name="connsiteX150" fmla="*/ 322681 w 1605470"/>
              <a:gd name="connsiteY150" fmla="*/ 915925 h 6858000"/>
              <a:gd name="connsiteX151" fmla="*/ 315310 w 1605470"/>
              <a:gd name="connsiteY151" fmla="*/ 896999 h 6858000"/>
              <a:gd name="connsiteX152" fmla="*/ 284718 w 1605470"/>
              <a:gd name="connsiteY152" fmla="*/ 821517 h 6858000"/>
              <a:gd name="connsiteX153" fmla="*/ 263668 w 1605470"/>
              <a:gd name="connsiteY153" fmla="*/ 751353 h 6858000"/>
              <a:gd name="connsiteX154" fmla="*/ 263226 w 1605470"/>
              <a:gd name="connsiteY154" fmla="*/ 721230 h 6858000"/>
              <a:gd name="connsiteX155" fmla="*/ 248897 w 1605470"/>
              <a:gd name="connsiteY155" fmla="*/ 681659 h 6858000"/>
              <a:gd name="connsiteX156" fmla="*/ 234316 w 1605470"/>
              <a:gd name="connsiteY156" fmla="*/ 635218 h 6858000"/>
              <a:gd name="connsiteX157" fmla="*/ 239327 w 1605470"/>
              <a:gd name="connsiteY157" fmla="*/ 613763 h 6858000"/>
              <a:gd name="connsiteX158" fmla="*/ 225269 w 1605470"/>
              <a:gd name="connsiteY158" fmla="*/ 598582 h 6858000"/>
              <a:gd name="connsiteX159" fmla="*/ 224950 w 1605470"/>
              <a:gd name="connsiteY159" fmla="*/ 576846 h 6858000"/>
              <a:gd name="connsiteX160" fmla="*/ 204576 w 1605470"/>
              <a:gd name="connsiteY160" fmla="*/ 530055 h 6858000"/>
              <a:gd name="connsiteX161" fmla="*/ 219064 w 1605470"/>
              <a:gd name="connsiteY161" fmla="*/ 469651 h 6858000"/>
              <a:gd name="connsiteX162" fmla="*/ 195012 w 1605470"/>
              <a:gd name="connsiteY162" fmla="*/ 448559 h 6858000"/>
              <a:gd name="connsiteX163" fmla="*/ 201434 w 1605470"/>
              <a:gd name="connsiteY163" fmla="*/ 441529 h 6858000"/>
              <a:gd name="connsiteX164" fmla="*/ 200655 w 1605470"/>
              <a:gd name="connsiteY164" fmla="*/ 428927 h 6858000"/>
              <a:gd name="connsiteX165" fmla="*/ 190059 w 1605470"/>
              <a:gd name="connsiteY165" fmla="*/ 430161 h 6858000"/>
              <a:gd name="connsiteX166" fmla="*/ 167079 w 1605470"/>
              <a:gd name="connsiteY166" fmla="*/ 367211 h 6858000"/>
              <a:gd name="connsiteX167" fmla="*/ 124571 w 1605470"/>
              <a:gd name="connsiteY167" fmla="*/ 302178 h 6858000"/>
              <a:gd name="connsiteX168" fmla="*/ 103243 w 1605470"/>
              <a:gd name="connsiteY168" fmla="*/ 211375 h 6858000"/>
              <a:gd name="connsiteX169" fmla="*/ 94571 w 1605470"/>
              <a:gd name="connsiteY169" fmla="*/ 184179 h 6858000"/>
              <a:gd name="connsiteX170" fmla="*/ 13437 w 1605470"/>
              <a:gd name="connsiteY170" fmla="*/ 19287 h 6858000"/>
              <a:gd name="connsiteX171" fmla="*/ 0 w 1605470"/>
              <a:gd name="connsiteY171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3992 w 1605470"/>
              <a:gd name="connsiteY37" fmla="*/ 5619557 h 6858000"/>
              <a:gd name="connsiteX38" fmla="*/ 531653 w 1605470"/>
              <a:gd name="connsiteY38" fmla="*/ 5604904 h 6858000"/>
              <a:gd name="connsiteX39" fmla="*/ 539863 w 1605470"/>
              <a:gd name="connsiteY39" fmla="*/ 5604298 h 6858000"/>
              <a:gd name="connsiteX40" fmla="*/ 552319 w 1605470"/>
              <a:gd name="connsiteY40" fmla="*/ 5587997 h 6858000"/>
              <a:gd name="connsiteX41" fmla="*/ 591557 w 1605470"/>
              <a:gd name="connsiteY41" fmla="*/ 5476393 h 6858000"/>
              <a:gd name="connsiteX42" fmla="*/ 622750 w 1605470"/>
              <a:gd name="connsiteY42" fmla="*/ 5396260 h 6858000"/>
              <a:gd name="connsiteX43" fmla="*/ 638731 w 1605470"/>
              <a:gd name="connsiteY43" fmla="*/ 5330009 h 6858000"/>
              <a:gd name="connsiteX44" fmla="*/ 672224 w 1605470"/>
              <a:gd name="connsiteY44" fmla="*/ 5273739 h 6858000"/>
              <a:gd name="connsiteX45" fmla="*/ 681823 w 1605470"/>
              <a:gd name="connsiteY45" fmla="*/ 5241779 h 6858000"/>
              <a:gd name="connsiteX46" fmla="*/ 693049 w 1605470"/>
              <a:gd name="connsiteY46" fmla="*/ 5225268 h 6858000"/>
              <a:gd name="connsiteX47" fmla="*/ 694069 w 1605470"/>
              <a:gd name="connsiteY47" fmla="*/ 5217684 h 6858000"/>
              <a:gd name="connsiteX48" fmla="*/ 701410 w 1605470"/>
              <a:gd name="connsiteY48" fmla="*/ 5193377 h 6858000"/>
              <a:gd name="connsiteX49" fmla="*/ 704713 w 1605470"/>
              <a:gd name="connsiteY49" fmla="*/ 5179288 h 6858000"/>
              <a:gd name="connsiteX50" fmla="*/ 705697 w 1605470"/>
              <a:gd name="connsiteY50" fmla="*/ 5173621 h 6858000"/>
              <a:gd name="connsiteX51" fmla="*/ 701331 w 1605470"/>
              <a:gd name="connsiteY51" fmla="*/ 5159961 h 6858000"/>
              <a:gd name="connsiteX52" fmla="*/ 708008 w 1605470"/>
              <a:gd name="connsiteY52" fmla="*/ 5144295 h 6858000"/>
              <a:gd name="connsiteX53" fmla="*/ 704941 w 1605470"/>
              <a:gd name="connsiteY53" fmla="*/ 5125185 h 6858000"/>
              <a:gd name="connsiteX54" fmla="*/ 711771 w 1605470"/>
              <a:gd name="connsiteY54" fmla="*/ 5121884 h 6858000"/>
              <a:gd name="connsiteX55" fmla="*/ 718807 w 1605470"/>
              <a:gd name="connsiteY55" fmla="*/ 5067850 h 6858000"/>
              <a:gd name="connsiteX56" fmla="*/ 721538 w 1605470"/>
              <a:gd name="connsiteY56" fmla="*/ 5060861 h 6858000"/>
              <a:gd name="connsiteX57" fmla="*/ 718242 w 1605470"/>
              <a:gd name="connsiteY57" fmla="*/ 5034192 h 6858000"/>
              <a:gd name="connsiteX58" fmla="*/ 719796 w 1605470"/>
              <a:gd name="connsiteY58" fmla="*/ 4993030 h 6858000"/>
              <a:gd name="connsiteX59" fmla="*/ 726705 w 1605470"/>
              <a:gd name="connsiteY59" fmla="*/ 4946844 h 6858000"/>
              <a:gd name="connsiteX60" fmla="*/ 722561 w 1605470"/>
              <a:gd name="connsiteY60" fmla="*/ 4932692 h 6858000"/>
              <a:gd name="connsiteX61" fmla="*/ 724935 w 1605470"/>
              <a:gd name="connsiteY61" fmla="*/ 4821504 h 6858000"/>
              <a:gd name="connsiteX62" fmla="*/ 732118 w 1605470"/>
              <a:gd name="connsiteY62" fmla="*/ 4801535 h 6858000"/>
              <a:gd name="connsiteX63" fmla="*/ 739787 w 1605470"/>
              <a:gd name="connsiteY63" fmla="*/ 4797794 h 6858000"/>
              <a:gd name="connsiteX64" fmla="*/ 741081 w 1605470"/>
              <a:gd name="connsiteY64" fmla="*/ 4784526 h 6858000"/>
              <a:gd name="connsiteX65" fmla="*/ 742865 w 1605470"/>
              <a:gd name="connsiteY65" fmla="*/ 4781211 h 6858000"/>
              <a:gd name="connsiteX66" fmla="*/ 751652 w 1605470"/>
              <a:gd name="connsiteY66" fmla="*/ 4761984 h 6858000"/>
              <a:gd name="connsiteX67" fmla="*/ 747700 w 1605470"/>
              <a:gd name="connsiteY67" fmla="*/ 4690749 h 6858000"/>
              <a:gd name="connsiteX68" fmla="*/ 743180 w 1605470"/>
              <a:gd name="connsiteY68" fmla="*/ 4584173 h 6858000"/>
              <a:gd name="connsiteX69" fmla="*/ 738263 w 1605470"/>
              <a:gd name="connsiteY69" fmla="*/ 4444346 h 6858000"/>
              <a:gd name="connsiteX70" fmla="*/ 734828 w 1605470"/>
              <a:gd name="connsiteY70" fmla="*/ 4375228 h 6858000"/>
              <a:gd name="connsiteX71" fmla="*/ 715481 w 1605470"/>
              <a:gd name="connsiteY71" fmla="*/ 4214165 h 6858000"/>
              <a:gd name="connsiteX72" fmla="*/ 719554 w 1605470"/>
              <a:gd name="connsiteY72" fmla="*/ 4090296 h 6858000"/>
              <a:gd name="connsiteX73" fmla="*/ 704810 w 1605470"/>
              <a:gd name="connsiteY73" fmla="*/ 4033999 h 6858000"/>
              <a:gd name="connsiteX74" fmla="*/ 705959 w 1605470"/>
              <a:gd name="connsiteY74" fmla="*/ 4031933 h 6858000"/>
              <a:gd name="connsiteX75" fmla="*/ 704535 w 1605470"/>
              <a:gd name="connsiteY75" fmla="*/ 4013953 h 6858000"/>
              <a:gd name="connsiteX76" fmla="*/ 700443 w 1605470"/>
              <a:gd name="connsiteY76" fmla="*/ 4010511 h 6858000"/>
              <a:gd name="connsiteX77" fmla="*/ 698282 w 1605470"/>
              <a:gd name="connsiteY77" fmla="*/ 3998331 h 6858000"/>
              <a:gd name="connsiteX78" fmla="*/ 690830 w 1605470"/>
              <a:gd name="connsiteY78" fmla="*/ 3974753 h 6858000"/>
              <a:gd name="connsiteX79" fmla="*/ 692428 w 1605470"/>
              <a:gd name="connsiteY79" fmla="*/ 3969950 h 6858000"/>
              <a:gd name="connsiteX80" fmla="*/ 685850 w 1605470"/>
              <a:gd name="connsiteY80" fmla="*/ 3933779 h 6858000"/>
              <a:gd name="connsiteX81" fmla="*/ 687181 w 1605470"/>
              <a:gd name="connsiteY81" fmla="*/ 3933093 h 6858000"/>
              <a:gd name="connsiteX82" fmla="*/ 691535 w 1605470"/>
              <a:gd name="connsiteY82" fmla="*/ 3922082 h 6858000"/>
              <a:gd name="connsiteX83" fmla="*/ 696613 w 1605470"/>
              <a:gd name="connsiteY83" fmla="*/ 3901461 h 6858000"/>
              <a:gd name="connsiteX84" fmla="*/ 719207 w 1605470"/>
              <a:gd name="connsiteY84" fmla="*/ 3813873 h 6858000"/>
              <a:gd name="connsiteX85" fmla="*/ 718632 w 1605470"/>
              <a:gd name="connsiteY85" fmla="*/ 3806161 h 6858000"/>
              <a:gd name="connsiteX86" fmla="*/ 718939 w 1605470"/>
              <a:gd name="connsiteY86" fmla="*/ 3805957 h 6858000"/>
              <a:gd name="connsiteX87" fmla="*/ 718966 w 1605470"/>
              <a:gd name="connsiteY87" fmla="*/ 3797724 h 6858000"/>
              <a:gd name="connsiteX88" fmla="*/ 717581 w 1605470"/>
              <a:gd name="connsiteY88" fmla="*/ 3792098 h 6858000"/>
              <a:gd name="connsiteX89" fmla="*/ 716465 w 1605470"/>
              <a:gd name="connsiteY89" fmla="*/ 3777135 h 6858000"/>
              <a:gd name="connsiteX90" fmla="*/ 718198 w 1605470"/>
              <a:gd name="connsiteY90" fmla="*/ 3771656 h 6858000"/>
              <a:gd name="connsiteX91" fmla="*/ 721941 w 1605470"/>
              <a:gd name="connsiteY91" fmla="*/ 3769007 h 6858000"/>
              <a:gd name="connsiteX92" fmla="*/ 721407 w 1605470"/>
              <a:gd name="connsiteY92" fmla="*/ 3767709 h 6858000"/>
              <a:gd name="connsiteX93" fmla="*/ 730103 w 1605470"/>
              <a:gd name="connsiteY93" fmla="*/ 3738082 h 6858000"/>
              <a:gd name="connsiteX94" fmla="*/ 737449 w 1605470"/>
              <a:gd name="connsiteY94" fmla="*/ 3673397 h 6858000"/>
              <a:gd name="connsiteX95" fmla="*/ 736745 w 1605470"/>
              <a:gd name="connsiteY95" fmla="*/ 3637109 h 6858000"/>
              <a:gd name="connsiteX96" fmla="*/ 740188 w 1605470"/>
              <a:gd name="connsiteY96" fmla="*/ 3536883 h 6858000"/>
              <a:gd name="connsiteX97" fmla="*/ 747726 w 1605470"/>
              <a:gd name="connsiteY97" fmla="*/ 3435652 h 6858000"/>
              <a:gd name="connsiteX98" fmla="*/ 774383 w 1605470"/>
              <a:gd name="connsiteY98" fmla="*/ 3381564 h 6858000"/>
              <a:gd name="connsiteX99" fmla="*/ 774870 w 1605470"/>
              <a:gd name="connsiteY99" fmla="*/ 3375761 h 6858000"/>
              <a:gd name="connsiteX100" fmla="*/ 770510 w 1605470"/>
              <a:gd name="connsiteY100" fmla="*/ 3361844 h 6858000"/>
              <a:gd name="connsiteX101" fmla="*/ 767933 w 1605470"/>
              <a:gd name="connsiteY101" fmla="*/ 3356929 h 6858000"/>
              <a:gd name="connsiteX102" fmla="*/ 766158 w 1605470"/>
              <a:gd name="connsiteY102" fmla="*/ 3349058 h 6858000"/>
              <a:gd name="connsiteX103" fmla="*/ 766414 w 1605470"/>
              <a:gd name="connsiteY103" fmla="*/ 3348763 h 6858000"/>
              <a:gd name="connsiteX104" fmla="*/ 764166 w 1605470"/>
              <a:gd name="connsiteY104" fmla="*/ 3341588 h 6858000"/>
              <a:gd name="connsiteX105" fmla="*/ 749397 w 1605470"/>
              <a:gd name="connsiteY105" fmla="*/ 3307769 h 6858000"/>
              <a:gd name="connsiteX106" fmla="*/ 766960 w 1605470"/>
              <a:gd name="connsiteY106" fmla="*/ 3250522 h 6858000"/>
              <a:gd name="connsiteX107" fmla="*/ 767385 w 1605470"/>
              <a:gd name="connsiteY107" fmla="*/ 3229163 h 6858000"/>
              <a:gd name="connsiteX108" fmla="*/ 769208 w 1605470"/>
              <a:gd name="connsiteY108" fmla="*/ 3217217 h 6858000"/>
              <a:gd name="connsiteX109" fmla="*/ 770350 w 1605470"/>
              <a:gd name="connsiteY109" fmla="*/ 3216125 h 6858000"/>
              <a:gd name="connsiteX110" fmla="*/ 756043 w 1605470"/>
              <a:gd name="connsiteY110" fmla="*/ 3183755 h 6858000"/>
              <a:gd name="connsiteX111" fmla="*/ 756544 w 1605470"/>
              <a:gd name="connsiteY111" fmla="*/ 3178642 h 6858000"/>
              <a:gd name="connsiteX112" fmla="*/ 744144 w 1605470"/>
              <a:gd name="connsiteY112" fmla="*/ 3158586 h 6858000"/>
              <a:gd name="connsiteX113" fmla="*/ 739378 w 1605470"/>
              <a:gd name="connsiteY113" fmla="*/ 3147669 h 6858000"/>
              <a:gd name="connsiteX114" fmla="*/ 734648 w 1605470"/>
              <a:gd name="connsiteY114" fmla="*/ 3145733 h 6858000"/>
              <a:gd name="connsiteX115" fmla="*/ 729329 w 1605470"/>
              <a:gd name="connsiteY115" fmla="*/ 3129034 h 6858000"/>
              <a:gd name="connsiteX116" fmla="*/ 729994 w 1605470"/>
              <a:gd name="connsiteY116" fmla="*/ 3126682 h 6858000"/>
              <a:gd name="connsiteX117" fmla="*/ 720862 w 1605470"/>
              <a:gd name="connsiteY117" fmla="*/ 3114519 h 6858000"/>
              <a:gd name="connsiteX118" fmla="*/ 707471 w 1605470"/>
              <a:gd name="connsiteY118" fmla="*/ 3106272 h 6858000"/>
              <a:gd name="connsiteX119" fmla="*/ 680201 w 1605470"/>
              <a:gd name="connsiteY119" fmla="*/ 2958185 h 6858000"/>
              <a:gd name="connsiteX120" fmla="*/ 622815 w 1605470"/>
              <a:gd name="connsiteY120" fmla="*/ 2762989 h 6858000"/>
              <a:gd name="connsiteX121" fmla="*/ 571733 w 1605470"/>
              <a:gd name="connsiteY121" fmla="*/ 2554718 h 6858000"/>
              <a:gd name="connsiteX122" fmla="*/ 551827 w 1605470"/>
              <a:gd name="connsiteY122" fmla="*/ 2485734 h 6858000"/>
              <a:gd name="connsiteX123" fmla="*/ 542550 w 1605470"/>
              <a:gd name="connsiteY123" fmla="*/ 2447068 h 6858000"/>
              <a:gd name="connsiteX124" fmla="*/ 529511 w 1605470"/>
              <a:gd name="connsiteY124" fmla="*/ 2425819 h 6858000"/>
              <a:gd name="connsiteX125" fmla="*/ 528878 w 1605470"/>
              <a:gd name="connsiteY125" fmla="*/ 2408971 h 6858000"/>
              <a:gd name="connsiteX126" fmla="*/ 535510 w 1605470"/>
              <a:gd name="connsiteY126" fmla="*/ 2402874 h 6858000"/>
              <a:gd name="connsiteX127" fmla="*/ 538122 w 1605470"/>
              <a:gd name="connsiteY127" fmla="*/ 2381443 h 6858000"/>
              <a:gd name="connsiteX128" fmla="*/ 514451 w 1605470"/>
              <a:gd name="connsiteY128" fmla="*/ 2261920 h 6858000"/>
              <a:gd name="connsiteX129" fmla="*/ 486968 w 1605470"/>
              <a:gd name="connsiteY129" fmla="*/ 2182937 h 6858000"/>
              <a:gd name="connsiteX130" fmla="*/ 488555 w 1605470"/>
              <a:gd name="connsiteY130" fmla="*/ 2155135 h 6858000"/>
              <a:gd name="connsiteX131" fmla="*/ 486013 w 1605470"/>
              <a:gd name="connsiteY131" fmla="*/ 2118008 h 6858000"/>
              <a:gd name="connsiteX132" fmla="*/ 487006 w 1605470"/>
              <a:gd name="connsiteY132" fmla="*/ 2050531 h 6858000"/>
              <a:gd name="connsiteX133" fmla="*/ 478812 w 1605470"/>
              <a:gd name="connsiteY133" fmla="*/ 1963269 h 6858000"/>
              <a:gd name="connsiteX134" fmla="*/ 459990 w 1605470"/>
              <a:gd name="connsiteY134" fmla="*/ 1906352 h 6858000"/>
              <a:gd name="connsiteX135" fmla="*/ 436547 w 1605470"/>
              <a:gd name="connsiteY135" fmla="*/ 1861531 h 6858000"/>
              <a:gd name="connsiteX136" fmla="*/ 390346 w 1605470"/>
              <a:gd name="connsiteY136" fmla="*/ 1732919 h 6858000"/>
              <a:gd name="connsiteX137" fmla="*/ 362657 w 1605470"/>
              <a:gd name="connsiteY137" fmla="*/ 1663540 h 6858000"/>
              <a:gd name="connsiteX138" fmla="*/ 361783 w 1605470"/>
              <a:gd name="connsiteY138" fmla="*/ 1615777 h 6858000"/>
              <a:gd name="connsiteX139" fmla="*/ 342578 w 1605470"/>
              <a:gd name="connsiteY139" fmla="*/ 1563678 h 6858000"/>
              <a:gd name="connsiteX140" fmla="*/ 355658 w 1605470"/>
              <a:gd name="connsiteY140" fmla="*/ 1519474 h 6858000"/>
              <a:gd name="connsiteX141" fmla="*/ 348400 w 1605470"/>
              <a:gd name="connsiteY141" fmla="*/ 1477995 h 6858000"/>
              <a:gd name="connsiteX142" fmla="*/ 334485 w 1605470"/>
              <a:gd name="connsiteY142" fmla="*/ 1373769 h 6858000"/>
              <a:gd name="connsiteX143" fmla="*/ 342792 w 1605470"/>
              <a:gd name="connsiteY143" fmla="*/ 1307086 h 6858000"/>
              <a:gd name="connsiteX144" fmla="*/ 343980 w 1605470"/>
              <a:gd name="connsiteY144" fmla="*/ 1189033 h 6858000"/>
              <a:gd name="connsiteX145" fmla="*/ 348665 w 1605470"/>
              <a:gd name="connsiteY145" fmla="*/ 1168288 h 6858000"/>
              <a:gd name="connsiteX146" fmla="*/ 340947 w 1605470"/>
              <a:gd name="connsiteY146" fmla="*/ 1142577 h 6858000"/>
              <a:gd name="connsiteX147" fmla="*/ 330253 w 1605470"/>
              <a:gd name="connsiteY147" fmla="*/ 1088484 h 6858000"/>
              <a:gd name="connsiteX148" fmla="*/ 318989 w 1605470"/>
              <a:gd name="connsiteY148" fmla="*/ 1016103 h 6858000"/>
              <a:gd name="connsiteX149" fmla="*/ 320445 w 1605470"/>
              <a:gd name="connsiteY149" fmla="*/ 932283 h 6858000"/>
              <a:gd name="connsiteX150" fmla="*/ 322681 w 1605470"/>
              <a:gd name="connsiteY150" fmla="*/ 915925 h 6858000"/>
              <a:gd name="connsiteX151" fmla="*/ 315310 w 1605470"/>
              <a:gd name="connsiteY151" fmla="*/ 896999 h 6858000"/>
              <a:gd name="connsiteX152" fmla="*/ 284718 w 1605470"/>
              <a:gd name="connsiteY152" fmla="*/ 821517 h 6858000"/>
              <a:gd name="connsiteX153" fmla="*/ 263668 w 1605470"/>
              <a:gd name="connsiteY153" fmla="*/ 751353 h 6858000"/>
              <a:gd name="connsiteX154" fmla="*/ 263226 w 1605470"/>
              <a:gd name="connsiteY154" fmla="*/ 721230 h 6858000"/>
              <a:gd name="connsiteX155" fmla="*/ 248897 w 1605470"/>
              <a:gd name="connsiteY155" fmla="*/ 681659 h 6858000"/>
              <a:gd name="connsiteX156" fmla="*/ 234316 w 1605470"/>
              <a:gd name="connsiteY156" fmla="*/ 635218 h 6858000"/>
              <a:gd name="connsiteX157" fmla="*/ 239327 w 1605470"/>
              <a:gd name="connsiteY157" fmla="*/ 613763 h 6858000"/>
              <a:gd name="connsiteX158" fmla="*/ 225269 w 1605470"/>
              <a:gd name="connsiteY158" fmla="*/ 598582 h 6858000"/>
              <a:gd name="connsiteX159" fmla="*/ 224950 w 1605470"/>
              <a:gd name="connsiteY159" fmla="*/ 576846 h 6858000"/>
              <a:gd name="connsiteX160" fmla="*/ 204576 w 1605470"/>
              <a:gd name="connsiteY160" fmla="*/ 530055 h 6858000"/>
              <a:gd name="connsiteX161" fmla="*/ 219064 w 1605470"/>
              <a:gd name="connsiteY161" fmla="*/ 469651 h 6858000"/>
              <a:gd name="connsiteX162" fmla="*/ 195012 w 1605470"/>
              <a:gd name="connsiteY162" fmla="*/ 448559 h 6858000"/>
              <a:gd name="connsiteX163" fmla="*/ 201434 w 1605470"/>
              <a:gd name="connsiteY163" fmla="*/ 441529 h 6858000"/>
              <a:gd name="connsiteX164" fmla="*/ 200655 w 1605470"/>
              <a:gd name="connsiteY164" fmla="*/ 428927 h 6858000"/>
              <a:gd name="connsiteX165" fmla="*/ 190059 w 1605470"/>
              <a:gd name="connsiteY165" fmla="*/ 430161 h 6858000"/>
              <a:gd name="connsiteX166" fmla="*/ 167079 w 1605470"/>
              <a:gd name="connsiteY166" fmla="*/ 367211 h 6858000"/>
              <a:gd name="connsiteX167" fmla="*/ 124571 w 1605470"/>
              <a:gd name="connsiteY167" fmla="*/ 302178 h 6858000"/>
              <a:gd name="connsiteX168" fmla="*/ 103243 w 1605470"/>
              <a:gd name="connsiteY168" fmla="*/ 211375 h 6858000"/>
              <a:gd name="connsiteX169" fmla="*/ 94571 w 1605470"/>
              <a:gd name="connsiteY169" fmla="*/ 184179 h 6858000"/>
              <a:gd name="connsiteX170" fmla="*/ 13437 w 1605470"/>
              <a:gd name="connsiteY170" fmla="*/ 19287 h 6858000"/>
              <a:gd name="connsiteX171" fmla="*/ 0 w 1605470"/>
              <a:gd name="connsiteY171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3992 w 1605470"/>
              <a:gd name="connsiteY37" fmla="*/ 5619557 h 6858000"/>
              <a:gd name="connsiteX38" fmla="*/ 531653 w 1605470"/>
              <a:gd name="connsiteY38" fmla="*/ 5604904 h 6858000"/>
              <a:gd name="connsiteX39" fmla="*/ 539863 w 1605470"/>
              <a:gd name="connsiteY39" fmla="*/ 5604298 h 6858000"/>
              <a:gd name="connsiteX40" fmla="*/ 552319 w 1605470"/>
              <a:gd name="connsiteY40" fmla="*/ 5587997 h 6858000"/>
              <a:gd name="connsiteX41" fmla="*/ 591557 w 1605470"/>
              <a:gd name="connsiteY41" fmla="*/ 5476393 h 6858000"/>
              <a:gd name="connsiteX42" fmla="*/ 622750 w 1605470"/>
              <a:gd name="connsiteY42" fmla="*/ 5396260 h 6858000"/>
              <a:gd name="connsiteX43" fmla="*/ 638731 w 1605470"/>
              <a:gd name="connsiteY43" fmla="*/ 5330009 h 6858000"/>
              <a:gd name="connsiteX44" fmla="*/ 672224 w 1605470"/>
              <a:gd name="connsiteY44" fmla="*/ 5273739 h 6858000"/>
              <a:gd name="connsiteX45" fmla="*/ 681823 w 1605470"/>
              <a:gd name="connsiteY45" fmla="*/ 5241779 h 6858000"/>
              <a:gd name="connsiteX46" fmla="*/ 693049 w 1605470"/>
              <a:gd name="connsiteY46" fmla="*/ 5225268 h 6858000"/>
              <a:gd name="connsiteX47" fmla="*/ 694069 w 1605470"/>
              <a:gd name="connsiteY47" fmla="*/ 5217684 h 6858000"/>
              <a:gd name="connsiteX48" fmla="*/ 701410 w 1605470"/>
              <a:gd name="connsiteY48" fmla="*/ 5193377 h 6858000"/>
              <a:gd name="connsiteX49" fmla="*/ 704713 w 1605470"/>
              <a:gd name="connsiteY49" fmla="*/ 5179288 h 6858000"/>
              <a:gd name="connsiteX50" fmla="*/ 705697 w 1605470"/>
              <a:gd name="connsiteY50" fmla="*/ 5173621 h 6858000"/>
              <a:gd name="connsiteX51" fmla="*/ 701331 w 1605470"/>
              <a:gd name="connsiteY51" fmla="*/ 5159961 h 6858000"/>
              <a:gd name="connsiteX52" fmla="*/ 708008 w 1605470"/>
              <a:gd name="connsiteY52" fmla="*/ 5144295 h 6858000"/>
              <a:gd name="connsiteX53" fmla="*/ 704941 w 1605470"/>
              <a:gd name="connsiteY53" fmla="*/ 5125185 h 6858000"/>
              <a:gd name="connsiteX54" fmla="*/ 711771 w 1605470"/>
              <a:gd name="connsiteY54" fmla="*/ 5121884 h 6858000"/>
              <a:gd name="connsiteX55" fmla="*/ 718807 w 1605470"/>
              <a:gd name="connsiteY55" fmla="*/ 5067850 h 6858000"/>
              <a:gd name="connsiteX56" fmla="*/ 721538 w 1605470"/>
              <a:gd name="connsiteY56" fmla="*/ 5060861 h 6858000"/>
              <a:gd name="connsiteX57" fmla="*/ 718242 w 1605470"/>
              <a:gd name="connsiteY57" fmla="*/ 5034192 h 6858000"/>
              <a:gd name="connsiteX58" fmla="*/ 719796 w 1605470"/>
              <a:gd name="connsiteY58" fmla="*/ 4993030 h 6858000"/>
              <a:gd name="connsiteX59" fmla="*/ 726705 w 1605470"/>
              <a:gd name="connsiteY59" fmla="*/ 4946844 h 6858000"/>
              <a:gd name="connsiteX60" fmla="*/ 722561 w 1605470"/>
              <a:gd name="connsiteY60" fmla="*/ 4932692 h 6858000"/>
              <a:gd name="connsiteX61" fmla="*/ 724935 w 1605470"/>
              <a:gd name="connsiteY61" fmla="*/ 4821504 h 6858000"/>
              <a:gd name="connsiteX62" fmla="*/ 732118 w 1605470"/>
              <a:gd name="connsiteY62" fmla="*/ 4801535 h 6858000"/>
              <a:gd name="connsiteX63" fmla="*/ 739787 w 1605470"/>
              <a:gd name="connsiteY63" fmla="*/ 4797794 h 6858000"/>
              <a:gd name="connsiteX64" fmla="*/ 741081 w 1605470"/>
              <a:gd name="connsiteY64" fmla="*/ 4784526 h 6858000"/>
              <a:gd name="connsiteX65" fmla="*/ 742865 w 1605470"/>
              <a:gd name="connsiteY65" fmla="*/ 4781211 h 6858000"/>
              <a:gd name="connsiteX66" fmla="*/ 751652 w 1605470"/>
              <a:gd name="connsiteY66" fmla="*/ 4761984 h 6858000"/>
              <a:gd name="connsiteX67" fmla="*/ 747700 w 1605470"/>
              <a:gd name="connsiteY67" fmla="*/ 4690749 h 6858000"/>
              <a:gd name="connsiteX68" fmla="*/ 743180 w 1605470"/>
              <a:gd name="connsiteY68" fmla="*/ 4584173 h 6858000"/>
              <a:gd name="connsiteX69" fmla="*/ 738263 w 1605470"/>
              <a:gd name="connsiteY69" fmla="*/ 4444346 h 6858000"/>
              <a:gd name="connsiteX70" fmla="*/ 734828 w 1605470"/>
              <a:gd name="connsiteY70" fmla="*/ 4375228 h 6858000"/>
              <a:gd name="connsiteX71" fmla="*/ 715481 w 1605470"/>
              <a:gd name="connsiteY71" fmla="*/ 4214165 h 6858000"/>
              <a:gd name="connsiteX72" fmla="*/ 719554 w 1605470"/>
              <a:gd name="connsiteY72" fmla="*/ 4090296 h 6858000"/>
              <a:gd name="connsiteX73" fmla="*/ 704810 w 1605470"/>
              <a:gd name="connsiteY73" fmla="*/ 4033999 h 6858000"/>
              <a:gd name="connsiteX74" fmla="*/ 705959 w 1605470"/>
              <a:gd name="connsiteY74" fmla="*/ 4031933 h 6858000"/>
              <a:gd name="connsiteX75" fmla="*/ 704535 w 1605470"/>
              <a:gd name="connsiteY75" fmla="*/ 4013953 h 6858000"/>
              <a:gd name="connsiteX76" fmla="*/ 700443 w 1605470"/>
              <a:gd name="connsiteY76" fmla="*/ 4010511 h 6858000"/>
              <a:gd name="connsiteX77" fmla="*/ 698282 w 1605470"/>
              <a:gd name="connsiteY77" fmla="*/ 3998331 h 6858000"/>
              <a:gd name="connsiteX78" fmla="*/ 690830 w 1605470"/>
              <a:gd name="connsiteY78" fmla="*/ 3974753 h 6858000"/>
              <a:gd name="connsiteX79" fmla="*/ 692428 w 1605470"/>
              <a:gd name="connsiteY79" fmla="*/ 3969950 h 6858000"/>
              <a:gd name="connsiteX80" fmla="*/ 685850 w 1605470"/>
              <a:gd name="connsiteY80" fmla="*/ 3933779 h 6858000"/>
              <a:gd name="connsiteX81" fmla="*/ 687181 w 1605470"/>
              <a:gd name="connsiteY81" fmla="*/ 3933093 h 6858000"/>
              <a:gd name="connsiteX82" fmla="*/ 691535 w 1605470"/>
              <a:gd name="connsiteY82" fmla="*/ 3922082 h 6858000"/>
              <a:gd name="connsiteX83" fmla="*/ 696613 w 1605470"/>
              <a:gd name="connsiteY83" fmla="*/ 3901461 h 6858000"/>
              <a:gd name="connsiteX84" fmla="*/ 719207 w 1605470"/>
              <a:gd name="connsiteY84" fmla="*/ 3813873 h 6858000"/>
              <a:gd name="connsiteX85" fmla="*/ 718632 w 1605470"/>
              <a:gd name="connsiteY85" fmla="*/ 3806161 h 6858000"/>
              <a:gd name="connsiteX86" fmla="*/ 718939 w 1605470"/>
              <a:gd name="connsiteY86" fmla="*/ 3805957 h 6858000"/>
              <a:gd name="connsiteX87" fmla="*/ 718966 w 1605470"/>
              <a:gd name="connsiteY87" fmla="*/ 3797724 h 6858000"/>
              <a:gd name="connsiteX88" fmla="*/ 717581 w 1605470"/>
              <a:gd name="connsiteY88" fmla="*/ 3792098 h 6858000"/>
              <a:gd name="connsiteX89" fmla="*/ 716465 w 1605470"/>
              <a:gd name="connsiteY89" fmla="*/ 3777135 h 6858000"/>
              <a:gd name="connsiteX90" fmla="*/ 718198 w 1605470"/>
              <a:gd name="connsiteY90" fmla="*/ 3771656 h 6858000"/>
              <a:gd name="connsiteX91" fmla="*/ 721941 w 1605470"/>
              <a:gd name="connsiteY91" fmla="*/ 3769007 h 6858000"/>
              <a:gd name="connsiteX92" fmla="*/ 721407 w 1605470"/>
              <a:gd name="connsiteY92" fmla="*/ 3767709 h 6858000"/>
              <a:gd name="connsiteX93" fmla="*/ 730103 w 1605470"/>
              <a:gd name="connsiteY93" fmla="*/ 3738082 h 6858000"/>
              <a:gd name="connsiteX94" fmla="*/ 737449 w 1605470"/>
              <a:gd name="connsiteY94" fmla="*/ 3673397 h 6858000"/>
              <a:gd name="connsiteX95" fmla="*/ 736745 w 1605470"/>
              <a:gd name="connsiteY95" fmla="*/ 3637109 h 6858000"/>
              <a:gd name="connsiteX96" fmla="*/ 740188 w 1605470"/>
              <a:gd name="connsiteY96" fmla="*/ 3536883 h 6858000"/>
              <a:gd name="connsiteX97" fmla="*/ 747726 w 1605470"/>
              <a:gd name="connsiteY97" fmla="*/ 3435652 h 6858000"/>
              <a:gd name="connsiteX98" fmla="*/ 774383 w 1605470"/>
              <a:gd name="connsiteY98" fmla="*/ 3381564 h 6858000"/>
              <a:gd name="connsiteX99" fmla="*/ 774870 w 1605470"/>
              <a:gd name="connsiteY99" fmla="*/ 3375761 h 6858000"/>
              <a:gd name="connsiteX100" fmla="*/ 770510 w 1605470"/>
              <a:gd name="connsiteY100" fmla="*/ 3361844 h 6858000"/>
              <a:gd name="connsiteX101" fmla="*/ 767933 w 1605470"/>
              <a:gd name="connsiteY101" fmla="*/ 3356929 h 6858000"/>
              <a:gd name="connsiteX102" fmla="*/ 766158 w 1605470"/>
              <a:gd name="connsiteY102" fmla="*/ 3349058 h 6858000"/>
              <a:gd name="connsiteX103" fmla="*/ 766414 w 1605470"/>
              <a:gd name="connsiteY103" fmla="*/ 3348763 h 6858000"/>
              <a:gd name="connsiteX104" fmla="*/ 764166 w 1605470"/>
              <a:gd name="connsiteY104" fmla="*/ 3341588 h 6858000"/>
              <a:gd name="connsiteX105" fmla="*/ 749397 w 1605470"/>
              <a:gd name="connsiteY105" fmla="*/ 3307769 h 6858000"/>
              <a:gd name="connsiteX106" fmla="*/ 766960 w 1605470"/>
              <a:gd name="connsiteY106" fmla="*/ 3250522 h 6858000"/>
              <a:gd name="connsiteX107" fmla="*/ 767385 w 1605470"/>
              <a:gd name="connsiteY107" fmla="*/ 3229163 h 6858000"/>
              <a:gd name="connsiteX108" fmla="*/ 769208 w 1605470"/>
              <a:gd name="connsiteY108" fmla="*/ 3217217 h 6858000"/>
              <a:gd name="connsiteX109" fmla="*/ 770350 w 1605470"/>
              <a:gd name="connsiteY109" fmla="*/ 3216125 h 6858000"/>
              <a:gd name="connsiteX110" fmla="*/ 756043 w 1605470"/>
              <a:gd name="connsiteY110" fmla="*/ 3183755 h 6858000"/>
              <a:gd name="connsiteX111" fmla="*/ 756544 w 1605470"/>
              <a:gd name="connsiteY111" fmla="*/ 3178642 h 6858000"/>
              <a:gd name="connsiteX112" fmla="*/ 744144 w 1605470"/>
              <a:gd name="connsiteY112" fmla="*/ 3158586 h 6858000"/>
              <a:gd name="connsiteX113" fmla="*/ 739378 w 1605470"/>
              <a:gd name="connsiteY113" fmla="*/ 3147669 h 6858000"/>
              <a:gd name="connsiteX114" fmla="*/ 734648 w 1605470"/>
              <a:gd name="connsiteY114" fmla="*/ 3145733 h 6858000"/>
              <a:gd name="connsiteX115" fmla="*/ 729329 w 1605470"/>
              <a:gd name="connsiteY115" fmla="*/ 3129034 h 6858000"/>
              <a:gd name="connsiteX116" fmla="*/ 729994 w 1605470"/>
              <a:gd name="connsiteY116" fmla="*/ 3126682 h 6858000"/>
              <a:gd name="connsiteX117" fmla="*/ 720862 w 1605470"/>
              <a:gd name="connsiteY117" fmla="*/ 3114519 h 6858000"/>
              <a:gd name="connsiteX118" fmla="*/ 707471 w 1605470"/>
              <a:gd name="connsiteY118" fmla="*/ 3106272 h 6858000"/>
              <a:gd name="connsiteX119" fmla="*/ 680201 w 1605470"/>
              <a:gd name="connsiteY119" fmla="*/ 2958185 h 6858000"/>
              <a:gd name="connsiteX120" fmla="*/ 622815 w 1605470"/>
              <a:gd name="connsiteY120" fmla="*/ 2762989 h 6858000"/>
              <a:gd name="connsiteX121" fmla="*/ 571733 w 1605470"/>
              <a:gd name="connsiteY121" fmla="*/ 2554718 h 6858000"/>
              <a:gd name="connsiteX122" fmla="*/ 551827 w 1605470"/>
              <a:gd name="connsiteY122" fmla="*/ 2485734 h 6858000"/>
              <a:gd name="connsiteX123" fmla="*/ 542550 w 1605470"/>
              <a:gd name="connsiteY123" fmla="*/ 2447068 h 6858000"/>
              <a:gd name="connsiteX124" fmla="*/ 529511 w 1605470"/>
              <a:gd name="connsiteY124" fmla="*/ 2425819 h 6858000"/>
              <a:gd name="connsiteX125" fmla="*/ 528878 w 1605470"/>
              <a:gd name="connsiteY125" fmla="*/ 2408971 h 6858000"/>
              <a:gd name="connsiteX126" fmla="*/ 535510 w 1605470"/>
              <a:gd name="connsiteY126" fmla="*/ 2402874 h 6858000"/>
              <a:gd name="connsiteX127" fmla="*/ 538122 w 1605470"/>
              <a:gd name="connsiteY127" fmla="*/ 2381443 h 6858000"/>
              <a:gd name="connsiteX128" fmla="*/ 514451 w 1605470"/>
              <a:gd name="connsiteY128" fmla="*/ 2261920 h 6858000"/>
              <a:gd name="connsiteX129" fmla="*/ 504338 w 1605470"/>
              <a:gd name="connsiteY129" fmla="*/ 2195378 h 6858000"/>
              <a:gd name="connsiteX130" fmla="*/ 488555 w 1605470"/>
              <a:gd name="connsiteY130" fmla="*/ 2155135 h 6858000"/>
              <a:gd name="connsiteX131" fmla="*/ 486013 w 1605470"/>
              <a:gd name="connsiteY131" fmla="*/ 2118008 h 6858000"/>
              <a:gd name="connsiteX132" fmla="*/ 487006 w 1605470"/>
              <a:gd name="connsiteY132" fmla="*/ 2050531 h 6858000"/>
              <a:gd name="connsiteX133" fmla="*/ 478812 w 1605470"/>
              <a:gd name="connsiteY133" fmla="*/ 1963269 h 6858000"/>
              <a:gd name="connsiteX134" fmla="*/ 459990 w 1605470"/>
              <a:gd name="connsiteY134" fmla="*/ 1906352 h 6858000"/>
              <a:gd name="connsiteX135" fmla="*/ 436547 w 1605470"/>
              <a:gd name="connsiteY135" fmla="*/ 1861531 h 6858000"/>
              <a:gd name="connsiteX136" fmla="*/ 390346 w 1605470"/>
              <a:gd name="connsiteY136" fmla="*/ 1732919 h 6858000"/>
              <a:gd name="connsiteX137" fmla="*/ 362657 w 1605470"/>
              <a:gd name="connsiteY137" fmla="*/ 1663540 h 6858000"/>
              <a:gd name="connsiteX138" fmla="*/ 361783 w 1605470"/>
              <a:gd name="connsiteY138" fmla="*/ 1615777 h 6858000"/>
              <a:gd name="connsiteX139" fmla="*/ 342578 w 1605470"/>
              <a:gd name="connsiteY139" fmla="*/ 1563678 h 6858000"/>
              <a:gd name="connsiteX140" fmla="*/ 355658 w 1605470"/>
              <a:gd name="connsiteY140" fmla="*/ 1519474 h 6858000"/>
              <a:gd name="connsiteX141" fmla="*/ 348400 w 1605470"/>
              <a:gd name="connsiteY141" fmla="*/ 1477995 h 6858000"/>
              <a:gd name="connsiteX142" fmla="*/ 334485 w 1605470"/>
              <a:gd name="connsiteY142" fmla="*/ 1373769 h 6858000"/>
              <a:gd name="connsiteX143" fmla="*/ 342792 w 1605470"/>
              <a:gd name="connsiteY143" fmla="*/ 1307086 h 6858000"/>
              <a:gd name="connsiteX144" fmla="*/ 343980 w 1605470"/>
              <a:gd name="connsiteY144" fmla="*/ 1189033 h 6858000"/>
              <a:gd name="connsiteX145" fmla="*/ 348665 w 1605470"/>
              <a:gd name="connsiteY145" fmla="*/ 1168288 h 6858000"/>
              <a:gd name="connsiteX146" fmla="*/ 340947 w 1605470"/>
              <a:gd name="connsiteY146" fmla="*/ 1142577 h 6858000"/>
              <a:gd name="connsiteX147" fmla="*/ 330253 w 1605470"/>
              <a:gd name="connsiteY147" fmla="*/ 1088484 h 6858000"/>
              <a:gd name="connsiteX148" fmla="*/ 318989 w 1605470"/>
              <a:gd name="connsiteY148" fmla="*/ 1016103 h 6858000"/>
              <a:gd name="connsiteX149" fmla="*/ 320445 w 1605470"/>
              <a:gd name="connsiteY149" fmla="*/ 932283 h 6858000"/>
              <a:gd name="connsiteX150" fmla="*/ 322681 w 1605470"/>
              <a:gd name="connsiteY150" fmla="*/ 915925 h 6858000"/>
              <a:gd name="connsiteX151" fmla="*/ 315310 w 1605470"/>
              <a:gd name="connsiteY151" fmla="*/ 896999 h 6858000"/>
              <a:gd name="connsiteX152" fmla="*/ 284718 w 1605470"/>
              <a:gd name="connsiteY152" fmla="*/ 821517 h 6858000"/>
              <a:gd name="connsiteX153" fmla="*/ 263668 w 1605470"/>
              <a:gd name="connsiteY153" fmla="*/ 751353 h 6858000"/>
              <a:gd name="connsiteX154" fmla="*/ 263226 w 1605470"/>
              <a:gd name="connsiteY154" fmla="*/ 721230 h 6858000"/>
              <a:gd name="connsiteX155" fmla="*/ 248897 w 1605470"/>
              <a:gd name="connsiteY155" fmla="*/ 681659 h 6858000"/>
              <a:gd name="connsiteX156" fmla="*/ 234316 w 1605470"/>
              <a:gd name="connsiteY156" fmla="*/ 635218 h 6858000"/>
              <a:gd name="connsiteX157" fmla="*/ 239327 w 1605470"/>
              <a:gd name="connsiteY157" fmla="*/ 613763 h 6858000"/>
              <a:gd name="connsiteX158" fmla="*/ 225269 w 1605470"/>
              <a:gd name="connsiteY158" fmla="*/ 598582 h 6858000"/>
              <a:gd name="connsiteX159" fmla="*/ 224950 w 1605470"/>
              <a:gd name="connsiteY159" fmla="*/ 576846 h 6858000"/>
              <a:gd name="connsiteX160" fmla="*/ 204576 w 1605470"/>
              <a:gd name="connsiteY160" fmla="*/ 530055 h 6858000"/>
              <a:gd name="connsiteX161" fmla="*/ 219064 w 1605470"/>
              <a:gd name="connsiteY161" fmla="*/ 469651 h 6858000"/>
              <a:gd name="connsiteX162" fmla="*/ 195012 w 1605470"/>
              <a:gd name="connsiteY162" fmla="*/ 448559 h 6858000"/>
              <a:gd name="connsiteX163" fmla="*/ 201434 w 1605470"/>
              <a:gd name="connsiteY163" fmla="*/ 441529 h 6858000"/>
              <a:gd name="connsiteX164" fmla="*/ 200655 w 1605470"/>
              <a:gd name="connsiteY164" fmla="*/ 428927 h 6858000"/>
              <a:gd name="connsiteX165" fmla="*/ 190059 w 1605470"/>
              <a:gd name="connsiteY165" fmla="*/ 430161 h 6858000"/>
              <a:gd name="connsiteX166" fmla="*/ 167079 w 1605470"/>
              <a:gd name="connsiteY166" fmla="*/ 367211 h 6858000"/>
              <a:gd name="connsiteX167" fmla="*/ 124571 w 1605470"/>
              <a:gd name="connsiteY167" fmla="*/ 302178 h 6858000"/>
              <a:gd name="connsiteX168" fmla="*/ 103243 w 1605470"/>
              <a:gd name="connsiteY168" fmla="*/ 211375 h 6858000"/>
              <a:gd name="connsiteX169" fmla="*/ 94571 w 1605470"/>
              <a:gd name="connsiteY169" fmla="*/ 184179 h 6858000"/>
              <a:gd name="connsiteX170" fmla="*/ 13437 w 1605470"/>
              <a:gd name="connsiteY170" fmla="*/ 19287 h 6858000"/>
              <a:gd name="connsiteX171" fmla="*/ 0 w 1605470"/>
              <a:gd name="connsiteY171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3992 w 1605470"/>
              <a:gd name="connsiteY37" fmla="*/ 5619557 h 6858000"/>
              <a:gd name="connsiteX38" fmla="*/ 531653 w 1605470"/>
              <a:gd name="connsiteY38" fmla="*/ 5604904 h 6858000"/>
              <a:gd name="connsiteX39" fmla="*/ 539863 w 1605470"/>
              <a:gd name="connsiteY39" fmla="*/ 5604298 h 6858000"/>
              <a:gd name="connsiteX40" fmla="*/ 552319 w 1605470"/>
              <a:gd name="connsiteY40" fmla="*/ 5587997 h 6858000"/>
              <a:gd name="connsiteX41" fmla="*/ 591557 w 1605470"/>
              <a:gd name="connsiteY41" fmla="*/ 5476393 h 6858000"/>
              <a:gd name="connsiteX42" fmla="*/ 622750 w 1605470"/>
              <a:gd name="connsiteY42" fmla="*/ 5396260 h 6858000"/>
              <a:gd name="connsiteX43" fmla="*/ 638731 w 1605470"/>
              <a:gd name="connsiteY43" fmla="*/ 5330009 h 6858000"/>
              <a:gd name="connsiteX44" fmla="*/ 672224 w 1605470"/>
              <a:gd name="connsiteY44" fmla="*/ 5273739 h 6858000"/>
              <a:gd name="connsiteX45" fmla="*/ 681823 w 1605470"/>
              <a:gd name="connsiteY45" fmla="*/ 5241779 h 6858000"/>
              <a:gd name="connsiteX46" fmla="*/ 693049 w 1605470"/>
              <a:gd name="connsiteY46" fmla="*/ 5225268 h 6858000"/>
              <a:gd name="connsiteX47" fmla="*/ 694069 w 1605470"/>
              <a:gd name="connsiteY47" fmla="*/ 5217684 h 6858000"/>
              <a:gd name="connsiteX48" fmla="*/ 701410 w 1605470"/>
              <a:gd name="connsiteY48" fmla="*/ 5193377 h 6858000"/>
              <a:gd name="connsiteX49" fmla="*/ 704713 w 1605470"/>
              <a:gd name="connsiteY49" fmla="*/ 5179288 h 6858000"/>
              <a:gd name="connsiteX50" fmla="*/ 705697 w 1605470"/>
              <a:gd name="connsiteY50" fmla="*/ 5173621 h 6858000"/>
              <a:gd name="connsiteX51" fmla="*/ 701331 w 1605470"/>
              <a:gd name="connsiteY51" fmla="*/ 5159961 h 6858000"/>
              <a:gd name="connsiteX52" fmla="*/ 708008 w 1605470"/>
              <a:gd name="connsiteY52" fmla="*/ 5144295 h 6858000"/>
              <a:gd name="connsiteX53" fmla="*/ 704941 w 1605470"/>
              <a:gd name="connsiteY53" fmla="*/ 5125185 h 6858000"/>
              <a:gd name="connsiteX54" fmla="*/ 711771 w 1605470"/>
              <a:gd name="connsiteY54" fmla="*/ 5121884 h 6858000"/>
              <a:gd name="connsiteX55" fmla="*/ 718807 w 1605470"/>
              <a:gd name="connsiteY55" fmla="*/ 5067850 h 6858000"/>
              <a:gd name="connsiteX56" fmla="*/ 721538 w 1605470"/>
              <a:gd name="connsiteY56" fmla="*/ 5060861 h 6858000"/>
              <a:gd name="connsiteX57" fmla="*/ 718242 w 1605470"/>
              <a:gd name="connsiteY57" fmla="*/ 5034192 h 6858000"/>
              <a:gd name="connsiteX58" fmla="*/ 719796 w 1605470"/>
              <a:gd name="connsiteY58" fmla="*/ 4993030 h 6858000"/>
              <a:gd name="connsiteX59" fmla="*/ 726705 w 1605470"/>
              <a:gd name="connsiteY59" fmla="*/ 4946844 h 6858000"/>
              <a:gd name="connsiteX60" fmla="*/ 722561 w 1605470"/>
              <a:gd name="connsiteY60" fmla="*/ 4932692 h 6858000"/>
              <a:gd name="connsiteX61" fmla="*/ 737964 w 1605470"/>
              <a:gd name="connsiteY61" fmla="*/ 4858827 h 6858000"/>
              <a:gd name="connsiteX62" fmla="*/ 732118 w 1605470"/>
              <a:gd name="connsiteY62" fmla="*/ 4801535 h 6858000"/>
              <a:gd name="connsiteX63" fmla="*/ 739787 w 1605470"/>
              <a:gd name="connsiteY63" fmla="*/ 4797794 h 6858000"/>
              <a:gd name="connsiteX64" fmla="*/ 741081 w 1605470"/>
              <a:gd name="connsiteY64" fmla="*/ 4784526 h 6858000"/>
              <a:gd name="connsiteX65" fmla="*/ 742865 w 1605470"/>
              <a:gd name="connsiteY65" fmla="*/ 4781211 h 6858000"/>
              <a:gd name="connsiteX66" fmla="*/ 751652 w 1605470"/>
              <a:gd name="connsiteY66" fmla="*/ 4761984 h 6858000"/>
              <a:gd name="connsiteX67" fmla="*/ 747700 w 1605470"/>
              <a:gd name="connsiteY67" fmla="*/ 4690749 h 6858000"/>
              <a:gd name="connsiteX68" fmla="*/ 743180 w 1605470"/>
              <a:gd name="connsiteY68" fmla="*/ 4584173 h 6858000"/>
              <a:gd name="connsiteX69" fmla="*/ 738263 w 1605470"/>
              <a:gd name="connsiteY69" fmla="*/ 4444346 h 6858000"/>
              <a:gd name="connsiteX70" fmla="*/ 734828 w 1605470"/>
              <a:gd name="connsiteY70" fmla="*/ 4375228 h 6858000"/>
              <a:gd name="connsiteX71" fmla="*/ 715481 w 1605470"/>
              <a:gd name="connsiteY71" fmla="*/ 4214165 h 6858000"/>
              <a:gd name="connsiteX72" fmla="*/ 719554 w 1605470"/>
              <a:gd name="connsiteY72" fmla="*/ 4090296 h 6858000"/>
              <a:gd name="connsiteX73" fmla="*/ 704810 w 1605470"/>
              <a:gd name="connsiteY73" fmla="*/ 4033999 h 6858000"/>
              <a:gd name="connsiteX74" fmla="*/ 705959 w 1605470"/>
              <a:gd name="connsiteY74" fmla="*/ 4031933 h 6858000"/>
              <a:gd name="connsiteX75" fmla="*/ 704535 w 1605470"/>
              <a:gd name="connsiteY75" fmla="*/ 4013953 h 6858000"/>
              <a:gd name="connsiteX76" fmla="*/ 700443 w 1605470"/>
              <a:gd name="connsiteY76" fmla="*/ 4010511 h 6858000"/>
              <a:gd name="connsiteX77" fmla="*/ 698282 w 1605470"/>
              <a:gd name="connsiteY77" fmla="*/ 3998331 h 6858000"/>
              <a:gd name="connsiteX78" fmla="*/ 690830 w 1605470"/>
              <a:gd name="connsiteY78" fmla="*/ 3974753 h 6858000"/>
              <a:gd name="connsiteX79" fmla="*/ 692428 w 1605470"/>
              <a:gd name="connsiteY79" fmla="*/ 3969950 h 6858000"/>
              <a:gd name="connsiteX80" fmla="*/ 685850 w 1605470"/>
              <a:gd name="connsiteY80" fmla="*/ 3933779 h 6858000"/>
              <a:gd name="connsiteX81" fmla="*/ 687181 w 1605470"/>
              <a:gd name="connsiteY81" fmla="*/ 3933093 h 6858000"/>
              <a:gd name="connsiteX82" fmla="*/ 691535 w 1605470"/>
              <a:gd name="connsiteY82" fmla="*/ 3922082 h 6858000"/>
              <a:gd name="connsiteX83" fmla="*/ 696613 w 1605470"/>
              <a:gd name="connsiteY83" fmla="*/ 3901461 h 6858000"/>
              <a:gd name="connsiteX84" fmla="*/ 719207 w 1605470"/>
              <a:gd name="connsiteY84" fmla="*/ 3813873 h 6858000"/>
              <a:gd name="connsiteX85" fmla="*/ 718632 w 1605470"/>
              <a:gd name="connsiteY85" fmla="*/ 3806161 h 6858000"/>
              <a:gd name="connsiteX86" fmla="*/ 718939 w 1605470"/>
              <a:gd name="connsiteY86" fmla="*/ 3805957 h 6858000"/>
              <a:gd name="connsiteX87" fmla="*/ 718966 w 1605470"/>
              <a:gd name="connsiteY87" fmla="*/ 3797724 h 6858000"/>
              <a:gd name="connsiteX88" fmla="*/ 717581 w 1605470"/>
              <a:gd name="connsiteY88" fmla="*/ 3792098 h 6858000"/>
              <a:gd name="connsiteX89" fmla="*/ 716465 w 1605470"/>
              <a:gd name="connsiteY89" fmla="*/ 3777135 h 6858000"/>
              <a:gd name="connsiteX90" fmla="*/ 718198 w 1605470"/>
              <a:gd name="connsiteY90" fmla="*/ 3771656 h 6858000"/>
              <a:gd name="connsiteX91" fmla="*/ 721941 w 1605470"/>
              <a:gd name="connsiteY91" fmla="*/ 3769007 h 6858000"/>
              <a:gd name="connsiteX92" fmla="*/ 721407 w 1605470"/>
              <a:gd name="connsiteY92" fmla="*/ 3767709 h 6858000"/>
              <a:gd name="connsiteX93" fmla="*/ 730103 w 1605470"/>
              <a:gd name="connsiteY93" fmla="*/ 3738082 h 6858000"/>
              <a:gd name="connsiteX94" fmla="*/ 737449 w 1605470"/>
              <a:gd name="connsiteY94" fmla="*/ 3673397 h 6858000"/>
              <a:gd name="connsiteX95" fmla="*/ 736745 w 1605470"/>
              <a:gd name="connsiteY95" fmla="*/ 3637109 h 6858000"/>
              <a:gd name="connsiteX96" fmla="*/ 740188 w 1605470"/>
              <a:gd name="connsiteY96" fmla="*/ 3536883 h 6858000"/>
              <a:gd name="connsiteX97" fmla="*/ 747726 w 1605470"/>
              <a:gd name="connsiteY97" fmla="*/ 3435652 h 6858000"/>
              <a:gd name="connsiteX98" fmla="*/ 774383 w 1605470"/>
              <a:gd name="connsiteY98" fmla="*/ 3381564 h 6858000"/>
              <a:gd name="connsiteX99" fmla="*/ 774870 w 1605470"/>
              <a:gd name="connsiteY99" fmla="*/ 3375761 h 6858000"/>
              <a:gd name="connsiteX100" fmla="*/ 770510 w 1605470"/>
              <a:gd name="connsiteY100" fmla="*/ 3361844 h 6858000"/>
              <a:gd name="connsiteX101" fmla="*/ 767933 w 1605470"/>
              <a:gd name="connsiteY101" fmla="*/ 3356929 h 6858000"/>
              <a:gd name="connsiteX102" fmla="*/ 766158 w 1605470"/>
              <a:gd name="connsiteY102" fmla="*/ 3349058 h 6858000"/>
              <a:gd name="connsiteX103" fmla="*/ 766414 w 1605470"/>
              <a:gd name="connsiteY103" fmla="*/ 3348763 h 6858000"/>
              <a:gd name="connsiteX104" fmla="*/ 764166 w 1605470"/>
              <a:gd name="connsiteY104" fmla="*/ 3341588 h 6858000"/>
              <a:gd name="connsiteX105" fmla="*/ 749397 w 1605470"/>
              <a:gd name="connsiteY105" fmla="*/ 3307769 h 6858000"/>
              <a:gd name="connsiteX106" fmla="*/ 766960 w 1605470"/>
              <a:gd name="connsiteY106" fmla="*/ 3250522 h 6858000"/>
              <a:gd name="connsiteX107" fmla="*/ 767385 w 1605470"/>
              <a:gd name="connsiteY107" fmla="*/ 3229163 h 6858000"/>
              <a:gd name="connsiteX108" fmla="*/ 769208 w 1605470"/>
              <a:gd name="connsiteY108" fmla="*/ 3217217 h 6858000"/>
              <a:gd name="connsiteX109" fmla="*/ 770350 w 1605470"/>
              <a:gd name="connsiteY109" fmla="*/ 3216125 h 6858000"/>
              <a:gd name="connsiteX110" fmla="*/ 756043 w 1605470"/>
              <a:gd name="connsiteY110" fmla="*/ 3183755 h 6858000"/>
              <a:gd name="connsiteX111" fmla="*/ 756544 w 1605470"/>
              <a:gd name="connsiteY111" fmla="*/ 3178642 h 6858000"/>
              <a:gd name="connsiteX112" fmla="*/ 744144 w 1605470"/>
              <a:gd name="connsiteY112" fmla="*/ 3158586 h 6858000"/>
              <a:gd name="connsiteX113" fmla="*/ 739378 w 1605470"/>
              <a:gd name="connsiteY113" fmla="*/ 3147669 h 6858000"/>
              <a:gd name="connsiteX114" fmla="*/ 734648 w 1605470"/>
              <a:gd name="connsiteY114" fmla="*/ 3145733 h 6858000"/>
              <a:gd name="connsiteX115" fmla="*/ 729329 w 1605470"/>
              <a:gd name="connsiteY115" fmla="*/ 3129034 h 6858000"/>
              <a:gd name="connsiteX116" fmla="*/ 729994 w 1605470"/>
              <a:gd name="connsiteY116" fmla="*/ 3126682 h 6858000"/>
              <a:gd name="connsiteX117" fmla="*/ 720862 w 1605470"/>
              <a:gd name="connsiteY117" fmla="*/ 3114519 h 6858000"/>
              <a:gd name="connsiteX118" fmla="*/ 707471 w 1605470"/>
              <a:gd name="connsiteY118" fmla="*/ 3106272 h 6858000"/>
              <a:gd name="connsiteX119" fmla="*/ 680201 w 1605470"/>
              <a:gd name="connsiteY119" fmla="*/ 2958185 h 6858000"/>
              <a:gd name="connsiteX120" fmla="*/ 622815 w 1605470"/>
              <a:gd name="connsiteY120" fmla="*/ 2762989 h 6858000"/>
              <a:gd name="connsiteX121" fmla="*/ 571733 w 1605470"/>
              <a:gd name="connsiteY121" fmla="*/ 2554718 h 6858000"/>
              <a:gd name="connsiteX122" fmla="*/ 551827 w 1605470"/>
              <a:gd name="connsiteY122" fmla="*/ 2485734 h 6858000"/>
              <a:gd name="connsiteX123" fmla="*/ 542550 w 1605470"/>
              <a:gd name="connsiteY123" fmla="*/ 2447068 h 6858000"/>
              <a:gd name="connsiteX124" fmla="*/ 529511 w 1605470"/>
              <a:gd name="connsiteY124" fmla="*/ 2425819 h 6858000"/>
              <a:gd name="connsiteX125" fmla="*/ 528878 w 1605470"/>
              <a:gd name="connsiteY125" fmla="*/ 2408971 h 6858000"/>
              <a:gd name="connsiteX126" fmla="*/ 535510 w 1605470"/>
              <a:gd name="connsiteY126" fmla="*/ 2402874 h 6858000"/>
              <a:gd name="connsiteX127" fmla="*/ 538122 w 1605470"/>
              <a:gd name="connsiteY127" fmla="*/ 2381443 h 6858000"/>
              <a:gd name="connsiteX128" fmla="*/ 514451 w 1605470"/>
              <a:gd name="connsiteY128" fmla="*/ 2261920 h 6858000"/>
              <a:gd name="connsiteX129" fmla="*/ 504338 w 1605470"/>
              <a:gd name="connsiteY129" fmla="*/ 2195378 h 6858000"/>
              <a:gd name="connsiteX130" fmla="*/ 488555 w 1605470"/>
              <a:gd name="connsiteY130" fmla="*/ 2155135 h 6858000"/>
              <a:gd name="connsiteX131" fmla="*/ 486013 w 1605470"/>
              <a:gd name="connsiteY131" fmla="*/ 2118008 h 6858000"/>
              <a:gd name="connsiteX132" fmla="*/ 487006 w 1605470"/>
              <a:gd name="connsiteY132" fmla="*/ 2050531 h 6858000"/>
              <a:gd name="connsiteX133" fmla="*/ 478812 w 1605470"/>
              <a:gd name="connsiteY133" fmla="*/ 1963269 h 6858000"/>
              <a:gd name="connsiteX134" fmla="*/ 459990 w 1605470"/>
              <a:gd name="connsiteY134" fmla="*/ 1906352 h 6858000"/>
              <a:gd name="connsiteX135" fmla="*/ 436547 w 1605470"/>
              <a:gd name="connsiteY135" fmla="*/ 1861531 h 6858000"/>
              <a:gd name="connsiteX136" fmla="*/ 390346 w 1605470"/>
              <a:gd name="connsiteY136" fmla="*/ 1732919 h 6858000"/>
              <a:gd name="connsiteX137" fmla="*/ 362657 w 1605470"/>
              <a:gd name="connsiteY137" fmla="*/ 1663540 h 6858000"/>
              <a:gd name="connsiteX138" fmla="*/ 361783 w 1605470"/>
              <a:gd name="connsiteY138" fmla="*/ 1615777 h 6858000"/>
              <a:gd name="connsiteX139" fmla="*/ 342578 w 1605470"/>
              <a:gd name="connsiteY139" fmla="*/ 1563678 h 6858000"/>
              <a:gd name="connsiteX140" fmla="*/ 355658 w 1605470"/>
              <a:gd name="connsiteY140" fmla="*/ 1519474 h 6858000"/>
              <a:gd name="connsiteX141" fmla="*/ 348400 w 1605470"/>
              <a:gd name="connsiteY141" fmla="*/ 1477995 h 6858000"/>
              <a:gd name="connsiteX142" fmla="*/ 334485 w 1605470"/>
              <a:gd name="connsiteY142" fmla="*/ 1373769 h 6858000"/>
              <a:gd name="connsiteX143" fmla="*/ 342792 w 1605470"/>
              <a:gd name="connsiteY143" fmla="*/ 1307086 h 6858000"/>
              <a:gd name="connsiteX144" fmla="*/ 343980 w 1605470"/>
              <a:gd name="connsiteY144" fmla="*/ 1189033 h 6858000"/>
              <a:gd name="connsiteX145" fmla="*/ 348665 w 1605470"/>
              <a:gd name="connsiteY145" fmla="*/ 1168288 h 6858000"/>
              <a:gd name="connsiteX146" fmla="*/ 340947 w 1605470"/>
              <a:gd name="connsiteY146" fmla="*/ 1142577 h 6858000"/>
              <a:gd name="connsiteX147" fmla="*/ 330253 w 1605470"/>
              <a:gd name="connsiteY147" fmla="*/ 1088484 h 6858000"/>
              <a:gd name="connsiteX148" fmla="*/ 318989 w 1605470"/>
              <a:gd name="connsiteY148" fmla="*/ 1016103 h 6858000"/>
              <a:gd name="connsiteX149" fmla="*/ 320445 w 1605470"/>
              <a:gd name="connsiteY149" fmla="*/ 932283 h 6858000"/>
              <a:gd name="connsiteX150" fmla="*/ 322681 w 1605470"/>
              <a:gd name="connsiteY150" fmla="*/ 915925 h 6858000"/>
              <a:gd name="connsiteX151" fmla="*/ 315310 w 1605470"/>
              <a:gd name="connsiteY151" fmla="*/ 896999 h 6858000"/>
              <a:gd name="connsiteX152" fmla="*/ 284718 w 1605470"/>
              <a:gd name="connsiteY152" fmla="*/ 821517 h 6858000"/>
              <a:gd name="connsiteX153" fmla="*/ 263668 w 1605470"/>
              <a:gd name="connsiteY153" fmla="*/ 751353 h 6858000"/>
              <a:gd name="connsiteX154" fmla="*/ 263226 w 1605470"/>
              <a:gd name="connsiteY154" fmla="*/ 721230 h 6858000"/>
              <a:gd name="connsiteX155" fmla="*/ 248897 w 1605470"/>
              <a:gd name="connsiteY155" fmla="*/ 681659 h 6858000"/>
              <a:gd name="connsiteX156" fmla="*/ 234316 w 1605470"/>
              <a:gd name="connsiteY156" fmla="*/ 635218 h 6858000"/>
              <a:gd name="connsiteX157" fmla="*/ 239327 w 1605470"/>
              <a:gd name="connsiteY157" fmla="*/ 613763 h 6858000"/>
              <a:gd name="connsiteX158" fmla="*/ 225269 w 1605470"/>
              <a:gd name="connsiteY158" fmla="*/ 598582 h 6858000"/>
              <a:gd name="connsiteX159" fmla="*/ 224950 w 1605470"/>
              <a:gd name="connsiteY159" fmla="*/ 576846 h 6858000"/>
              <a:gd name="connsiteX160" fmla="*/ 204576 w 1605470"/>
              <a:gd name="connsiteY160" fmla="*/ 530055 h 6858000"/>
              <a:gd name="connsiteX161" fmla="*/ 219064 w 1605470"/>
              <a:gd name="connsiteY161" fmla="*/ 469651 h 6858000"/>
              <a:gd name="connsiteX162" fmla="*/ 195012 w 1605470"/>
              <a:gd name="connsiteY162" fmla="*/ 448559 h 6858000"/>
              <a:gd name="connsiteX163" fmla="*/ 201434 w 1605470"/>
              <a:gd name="connsiteY163" fmla="*/ 441529 h 6858000"/>
              <a:gd name="connsiteX164" fmla="*/ 200655 w 1605470"/>
              <a:gd name="connsiteY164" fmla="*/ 428927 h 6858000"/>
              <a:gd name="connsiteX165" fmla="*/ 190059 w 1605470"/>
              <a:gd name="connsiteY165" fmla="*/ 430161 h 6858000"/>
              <a:gd name="connsiteX166" fmla="*/ 167079 w 1605470"/>
              <a:gd name="connsiteY166" fmla="*/ 367211 h 6858000"/>
              <a:gd name="connsiteX167" fmla="*/ 124571 w 1605470"/>
              <a:gd name="connsiteY167" fmla="*/ 302178 h 6858000"/>
              <a:gd name="connsiteX168" fmla="*/ 103243 w 1605470"/>
              <a:gd name="connsiteY168" fmla="*/ 211375 h 6858000"/>
              <a:gd name="connsiteX169" fmla="*/ 94571 w 1605470"/>
              <a:gd name="connsiteY169" fmla="*/ 184179 h 6858000"/>
              <a:gd name="connsiteX170" fmla="*/ 13437 w 1605470"/>
              <a:gd name="connsiteY170" fmla="*/ 19287 h 6858000"/>
              <a:gd name="connsiteX171" fmla="*/ 0 w 1605470"/>
              <a:gd name="connsiteY171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3992 w 1605470"/>
              <a:gd name="connsiteY37" fmla="*/ 5619557 h 6858000"/>
              <a:gd name="connsiteX38" fmla="*/ 531653 w 1605470"/>
              <a:gd name="connsiteY38" fmla="*/ 5604904 h 6858000"/>
              <a:gd name="connsiteX39" fmla="*/ 544206 w 1605470"/>
              <a:gd name="connsiteY39" fmla="*/ 5641620 h 6858000"/>
              <a:gd name="connsiteX40" fmla="*/ 552319 w 1605470"/>
              <a:gd name="connsiteY40" fmla="*/ 5587997 h 6858000"/>
              <a:gd name="connsiteX41" fmla="*/ 591557 w 1605470"/>
              <a:gd name="connsiteY41" fmla="*/ 5476393 h 6858000"/>
              <a:gd name="connsiteX42" fmla="*/ 622750 w 1605470"/>
              <a:gd name="connsiteY42" fmla="*/ 5396260 h 6858000"/>
              <a:gd name="connsiteX43" fmla="*/ 638731 w 1605470"/>
              <a:gd name="connsiteY43" fmla="*/ 5330009 h 6858000"/>
              <a:gd name="connsiteX44" fmla="*/ 672224 w 1605470"/>
              <a:gd name="connsiteY44" fmla="*/ 5273739 h 6858000"/>
              <a:gd name="connsiteX45" fmla="*/ 681823 w 1605470"/>
              <a:gd name="connsiteY45" fmla="*/ 5241779 h 6858000"/>
              <a:gd name="connsiteX46" fmla="*/ 693049 w 1605470"/>
              <a:gd name="connsiteY46" fmla="*/ 5225268 h 6858000"/>
              <a:gd name="connsiteX47" fmla="*/ 694069 w 1605470"/>
              <a:gd name="connsiteY47" fmla="*/ 5217684 h 6858000"/>
              <a:gd name="connsiteX48" fmla="*/ 701410 w 1605470"/>
              <a:gd name="connsiteY48" fmla="*/ 5193377 h 6858000"/>
              <a:gd name="connsiteX49" fmla="*/ 704713 w 1605470"/>
              <a:gd name="connsiteY49" fmla="*/ 5179288 h 6858000"/>
              <a:gd name="connsiteX50" fmla="*/ 705697 w 1605470"/>
              <a:gd name="connsiteY50" fmla="*/ 5173621 h 6858000"/>
              <a:gd name="connsiteX51" fmla="*/ 701331 w 1605470"/>
              <a:gd name="connsiteY51" fmla="*/ 5159961 h 6858000"/>
              <a:gd name="connsiteX52" fmla="*/ 708008 w 1605470"/>
              <a:gd name="connsiteY52" fmla="*/ 5144295 h 6858000"/>
              <a:gd name="connsiteX53" fmla="*/ 704941 w 1605470"/>
              <a:gd name="connsiteY53" fmla="*/ 5125185 h 6858000"/>
              <a:gd name="connsiteX54" fmla="*/ 711771 w 1605470"/>
              <a:gd name="connsiteY54" fmla="*/ 5121884 h 6858000"/>
              <a:gd name="connsiteX55" fmla="*/ 718807 w 1605470"/>
              <a:gd name="connsiteY55" fmla="*/ 5067850 h 6858000"/>
              <a:gd name="connsiteX56" fmla="*/ 721538 w 1605470"/>
              <a:gd name="connsiteY56" fmla="*/ 5060861 h 6858000"/>
              <a:gd name="connsiteX57" fmla="*/ 718242 w 1605470"/>
              <a:gd name="connsiteY57" fmla="*/ 5034192 h 6858000"/>
              <a:gd name="connsiteX58" fmla="*/ 719796 w 1605470"/>
              <a:gd name="connsiteY58" fmla="*/ 4993030 h 6858000"/>
              <a:gd name="connsiteX59" fmla="*/ 726705 w 1605470"/>
              <a:gd name="connsiteY59" fmla="*/ 4946844 h 6858000"/>
              <a:gd name="connsiteX60" fmla="*/ 722561 w 1605470"/>
              <a:gd name="connsiteY60" fmla="*/ 4932692 h 6858000"/>
              <a:gd name="connsiteX61" fmla="*/ 737964 w 1605470"/>
              <a:gd name="connsiteY61" fmla="*/ 4858827 h 6858000"/>
              <a:gd name="connsiteX62" fmla="*/ 732118 w 1605470"/>
              <a:gd name="connsiteY62" fmla="*/ 4801535 h 6858000"/>
              <a:gd name="connsiteX63" fmla="*/ 739787 w 1605470"/>
              <a:gd name="connsiteY63" fmla="*/ 4797794 h 6858000"/>
              <a:gd name="connsiteX64" fmla="*/ 741081 w 1605470"/>
              <a:gd name="connsiteY64" fmla="*/ 4784526 h 6858000"/>
              <a:gd name="connsiteX65" fmla="*/ 742865 w 1605470"/>
              <a:gd name="connsiteY65" fmla="*/ 4781211 h 6858000"/>
              <a:gd name="connsiteX66" fmla="*/ 751652 w 1605470"/>
              <a:gd name="connsiteY66" fmla="*/ 4761984 h 6858000"/>
              <a:gd name="connsiteX67" fmla="*/ 747700 w 1605470"/>
              <a:gd name="connsiteY67" fmla="*/ 4690749 h 6858000"/>
              <a:gd name="connsiteX68" fmla="*/ 743180 w 1605470"/>
              <a:gd name="connsiteY68" fmla="*/ 4584173 h 6858000"/>
              <a:gd name="connsiteX69" fmla="*/ 738263 w 1605470"/>
              <a:gd name="connsiteY69" fmla="*/ 4444346 h 6858000"/>
              <a:gd name="connsiteX70" fmla="*/ 734828 w 1605470"/>
              <a:gd name="connsiteY70" fmla="*/ 4375228 h 6858000"/>
              <a:gd name="connsiteX71" fmla="*/ 715481 w 1605470"/>
              <a:gd name="connsiteY71" fmla="*/ 4214165 h 6858000"/>
              <a:gd name="connsiteX72" fmla="*/ 719554 w 1605470"/>
              <a:gd name="connsiteY72" fmla="*/ 4090296 h 6858000"/>
              <a:gd name="connsiteX73" fmla="*/ 704810 w 1605470"/>
              <a:gd name="connsiteY73" fmla="*/ 4033999 h 6858000"/>
              <a:gd name="connsiteX74" fmla="*/ 705959 w 1605470"/>
              <a:gd name="connsiteY74" fmla="*/ 4031933 h 6858000"/>
              <a:gd name="connsiteX75" fmla="*/ 704535 w 1605470"/>
              <a:gd name="connsiteY75" fmla="*/ 4013953 h 6858000"/>
              <a:gd name="connsiteX76" fmla="*/ 700443 w 1605470"/>
              <a:gd name="connsiteY76" fmla="*/ 4010511 h 6858000"/>
              <a:gd name="connsiteX77" fmla="*/ 698282 w 1605470"/>
              <a:gd name="connsiteY77" fmla="*/ 3998331 h 6858000"/>
              <a:gd name="connsiteX78" fmla="*/ 690830 w 1605470"/>
              <a:gd name="connsiteY78" fmla="*/ 3974753 h 6858000"/>
              <a:gd name="connsiteX79" fmla="*/ 692428 w 1605470"/>
              <a:gd name="connsiteY79" fmla="*/ 3969950 h 6858000"/>
              <a:gd name="connsiteX80" fmla="*/ 685850 w 1605470"/>
              <a:gd name="connsiteY80" fmla="*/ 3933779 h 6858000"/>
              <a:gd name="connsiteX81" fmla="*/ 687181 w 1605470"/>
              <a:gd name="connsiteY81" fmla="*/ 3933093 h 6858000"/>
              <a:gd name="connsiteX82" fmla="*/ 691535 w 1605470"/>
              <a:gd name="connsiteY82" fmla="*/ 3922082 h 6858000"/>
              <a:gd name="connsiteX83" fmla="*/ 696613 w 1605470"/>
              <a:gd name="connsiteY83" fmla="*/ 3901461 h 6858000"/>
              <a:gd name="connsiteX84" fmla="*/ 719207 w 1605470"/>
              <a:gd name="connsiteY84" fmla="*/ 3813873 h 6858000"/>
              <a:gd name="connsiteX85" fmla="*/ 718632 w 1605470"/>
              <a:gd name="connsiteY85" fmla="*/ 3806161 h 6858000"/>
              <a:gd name="connsiteX86" fmla="*/ 718939 w 1605470"/>
              <a:gd name="connsiteY86" fmla="*/ 3805957 h 6858000"/>
              <a:gd name="connsiteX87" fmla="*/ 718966 w 1605470"/>
              <a:gd name="connsiteY87" fmla="*/ 3797724 h 6858000"/>
              <a:gd name="connsiteX88" fmla="*/ 717581 w 1605470"/>
              <a:gd name="connsiteY88" fmla="*/ 3792098 h 6858000"/>
              <a:gd name="connsiteX89" fmla="*/ 716465 w 1605470"/>
              <a:gd name="connsiteY89" fmla="*/ 3777135 h 6858000"/>
              <a:gd name="connsiteX90" fmla="*/ 718198 w 1605470"/>
              <a:gd name="connsiteY90" fmla="*/ 3771656 h 6858000"/>
              <a:gd name="connsiteX91" fmla="*/ 721941 w 1605470"/>
              <a:gd name="connsiteY91" fmla="*/ 3769007 h 6858000"/>
              <a:gd name="connsiteX92" fmla="*/ 721407 w 1605470"/>
              <a:gd name="connsiteY92" fmla="*/ 3767709 h 6858000"/>
              <a:gd name="connsiteX93" fmla="*/ 730103 w 1605470"/>
              <a:gd name="connsiteY93" fmla="*/ 3738082 h 6858000"/>
              <a:gd name="connsiteX94" fmla="*/ 737449 w 1605470"/>
              <a:gd name="connsiteY94" fmla="*/ 3673397 h 6858000"/>
              <a:gd name="connsiteX95" fmla="*/ 736745 w 1605470"/>
              <a:gd name="connsiteY95" fmla="*/ 3637109 h 6858000"/>
              <a:gd name="connsiteX96" fmla="*/ 740188 w 1605470"/>
              <a:gd name="connsiteY96" fmla="*/ 3536883 h 6858000"/>
              <a:gd name="connsiteX97" fmla="*/ 747726 w 1605470"/>
              <a:gd name="connsiteY97" fmla="*/ 3435652 h 6858000"/>
              <a:gd name="connsiteX98" fmla="*/ 774383 w 1605470"/>
              <a:gd name="connsiteY98" fmla="*/ 3381564 h 6858000"/>
              <a:gd name="connsiteX99" fmla="*/ 774870 w 1605470"/>
              <a:gd name="connsiteY99" fmla="*/ 3375761 h 6858000"/>
              <a:gd name="connsiteX100" fmla="*/ 770510 w 1605470"/>
              <a:gd name="connsiteY100" fmla="*/ 3361844 h 6858000"/>
              <a:gd name="connsiteX101" fmla="*/ 767933 w 1605470"/>
              <a:gd name="connsiteY101" fmla="*/ 3356929 h 6858000"/>
              <a:gd name="connsiteX102" fmla="*/ 766158 w 1605470"/>
              <a:gd name="connsiteY102" fmla="*/ 3349058 h 6858000"/>
              <a:gd name="connsiteX103" fmla="*/ 766414 w 1605470"/>
              <a:gd name="connsiteY103" fmla="*/ 3348763 h 6858000"/>
              <a:gd name="connsiteX104" fmla="*/ 764166 w 1605470"/>
              <a:gd name="connsiteY104" fmla="*/ 3341588 h 6858000"/>
              <a:gd name="connsiteX105" fmla="*/ 749397 w 1605470"/>
              <a:gd name="connsiteY105" fmla="*/ 3307769 h 6858000"/>
              <a:gd name="connsiteX106" fmla="*/ 766960 w 1605470"/>
              <a:gd name="connsiteY106" fmla="*/ 3250522 h 6858000"/>
              <a:gd name="connsiteX107" fmla="*/ 767385 w 1605470"/>
              <a:gd name="connsiteY107" fmla="*/ 3229163 h 6858000"/>
              <a:gd name="connsiteX108" fmla="*/ 769208 w 1605470"/>
              <a:gd name="connsiteY108" fmla="*/ 3217217 h 6858000"/>
              <a:gd name="connsiteX109" fmla="*/ 770350 w 1605470"/>
              <a:gd name="connsiteY109" fmla="*/ 3216125 h 6858000"/>
              <a:gd name="connsiteX110" fmla="*/ 756043 w 1605470"/>
              <a:gd name="connsiteY110" fmla="*/ 3183755 h 6858000"/>
              <a:gd name="connsiteX111" fmla="*/ 756544 w 1605470"/>
              <a:gd name="connsiteY111" fmla="*/ 3178642 h 6858000"/>
              <a:gd name="connsiteX112" fmla="*/ 744144 w 1605470"/>
              <a:gd name="connsiteY112" fmla="*/ 3158586 h 6858000"/>
              <a:gd name="connsiteX113" fmla="*/ 739378 w 1605470"/>
              <a:gd name="connsiteY113" fmla="*/ 3147669 h 6858000"/>
              <a:gd name="connsiteX114" fmla="*/ 734648 w 1605470"/>
              <a:gd name="connsiteY114" fmla="*/ 3145733 h 6858000"/>
              <a:gd name="connsiteX115" fmla="*/ 729329 w 1605470"/>
              <a:gd name="connsiteY115" fmla="*/ 3129034 h 6858000"/>
              <a:gd name="connsiteX116" fmla="*/ 729994 w 1605470"/>
              <a:gd name="connsiteY116" fmla="*/ 3126682 h 6858000"/>
              <a:gd name="connsiteX117" fmla="*/ 720862 w 1605470"/>
              <a:gd name="connsiteY117" fmla="*/ 3114519 h 6858000"/>
              <a:gd name="connsiteX118" fmla="*/ 707471 w 1605470"/>
              <a:gd name="connsiteY118" fmla="*/ 3106272 h 6858000"/>
              <a:gd name="connsiteX119" fmla="*/ 680201 w 1605470"/>
              <a:gd name="connsiteY119" fmla="*/ 2958185 h 6858000"/>
              <a:gd name="connsiteX120" fmla="*/ 622815 w 1605470"/>
              <a:gd name="connsiteY120" fmla="*/ 2762989 h 6858000"/>
              <a:gd name="connsiteX121" fmla="*/ 571733 w 1605470"/>
              <a:gd name="connsiteY121" fmla="*/ 2554718 h 6858000"/>
              <a:gd name="connsiteX122" fmla="*/ 551827 w 1605470"/>
              <a:gd name="connsiteY122" fmla="*/ 2485734 h 6858000"/>
              <a:gd name="connsiteX123" fmla="*/ 542550 w 1605470"/>
              <a:gd name="connsiteY123" fmla="*/ 2447068 h 6858000"/>
              <a:gd name="connsiteX124" fmla="*/ 529511 w 1605470"/>
              <a:gd name="connsiteY124" fmla="*/ 2425819 h 6858000"/>
              <a:gd name="connsiteX125" fmla="*/ 528878 w 1605470"/>
              <a:gd name="connsiteY125" fmla="*/ 2408971 h 6858000"/>
              <a:gd name="connsiteX126" fmla="*/ 535510 w 1605470"/>
              <a:gd name="connsiteY126" fmla="*/ 2402874 h 6858000"/>
              <a:gd name="connsiteX127" fmla="*/ 538122 w 1605470"/>
              <a:gd name="connsiteY127" fmla="*/ 2381443 h 6858000"/>
              <a:gd name="connsiteX128" fmla="*/ 514451 w 1605470"/>
              <a:gd name="connsiteY128" fmla="*/ 2261920 h 6858000"/>
              <a:gd name="connsiteX129" fmla="*/ 504338 w 1605470"/>
              <a:gd name="connsiteY129" fmla="*/ 2195378 h 6858000"/>
              <a:gd name="connsiteX130" fmla="*/ 488555 w 1605470"/>
              <a:gd name="connsiteY130" fmla="*/ 2155135 h 6858000"/>
              <a:gd name="connsiteX131" fmla="*/ 486013 w 1605470"/>
              <a:gd name="connsiteY131" fmla="*/ 2118008 h 6858000"/>
              <a:gd name="connsiteX132" fmla="*/ 487006 w 1605470"/>
              <a:gd name="connsiteY132" fmla="*/ 2050531 h 6858000"/>
              <a:gd name="connsiteX133" fmla="*/ 478812 w 1605470"/>
              <a:gd name="connsiteY133" fmla="*/ 1963269 h 6858000"/>
              <a:gd name="connsiteX134" fmla="*/ 459990 w 1605470"/>
              <a:gd name="connsiteY134" fmla="*/ 1906352 h 6858000"/>
              <a:gd name="connsiteX135" fmla="*/ 436547 w 1605470"/>
              <a:gd name="connsiteY135" fmla="*/ 1861531 h 6858000"/>
              <a:gd name="connsiteX136" fmla="*/ 390346 w 1605470"/>
              <a:gd name="connsiteY136" fmla="*/ 1732919 h 6858000"/>
              <a:gd name="connsiteX137" fmla="*/ 362657 w 1605470"/>
              <a:gd name="connsiteY137" fmla="*/ 1663540 h 6858000"/>
              <a:gd name="connsiteX138" fmla="*/ 361783 w 1605470"/>
              <a:gd name="connsiteY138" fmla="*/ 1615777 h 6858000"/>
              <a:gd name="connsiteX139" fmla="*/ 342578 w 1605470"/>
              <a:gd name="connsiteY139" fmla="*/ 1563678 h 6858000"/>
              <a:gd name="connsiteX140" fmla="*/ 355658 w 1605470"/>
              <a:gd name="connsiteY140" fmla="*/ 1519474 h 6858000"/>
              <a:gd name="connsiteX141" fmla="*/ 348400 w 1605470"/>
              <a:gd name="connsiteY141" fmla="*/ 1477995 h 6858000"/>
              <a:gd name="connsiteX142" fmla="*/ 334485 w 1605470"/>
              <a:gd name="connsiteY142" fmla="*/ 1373769 h 6858000"/>
              <a:gd name="connsiteX143" fmla="*/ 342792 w 1605470"/>
              <a:gd name="connsiteY143" fmla="*/ 1307086 h 6858000"/>
              <a:gd name="connsiteX144" fmla="*/ 343980 w 1605470"/>
              <a:gd name="connsiteY144" fmla="*/ 1189033 h 6858000"/>
              <a:gd name="connsiteX145" fmla="*/ 348665 w 1605470"/>
              <a:gd name="connsiteY145" fmla="*/ 1168288 h 6858000"/>
              <a:gd name="connsiteX146" fmla="*/ 340947 w 1605470"/>
              <a:gd name="connsiteY146" fmla="*/ 1142577 h 6858000"/>
              <a:gd name="connsiteX147" fmla="*/ 330253 w 1605470"/>
              <a:gd name="connsiteY147" fmla="*/ 1088484 h 6858000"/>
              <a:gd name="connsiteX148" fmla="*/ 318989 w 1605470"/>
              <a:gd name="connsiteY148" fmla="*/ 1016103 h 6858000"/>
              <a:gd name="connsiteX149" fmla="*/ 320445 w 1605470"/>
              <a:gd name="connsiteY149" fmla="*/ 932283 h 6858000"/>
              <a:gd name="connsiteX150" fmla="*/ 322681 w 1605470"/>
              <a:gd name="connsiteY150" fmla="*/ 915925 h 6858000"/>
              <a:gd name="connsiteX151" fmla="*/ 315310 w 1605470"/>
              <a:gd name="connsiteY151" fmla="*/ 896999 h 6858000"/>
              <a:gd name="connsiteX152" fmla="*/ 284718 w 1605470"/>
              <a:gd name="connsiteY152" fmla="*/ 821517 h 6858000"/>
              <a:gd name="connsiteX153" fmla="*/ 263668 w 1605470"/>
              <a:gd name="connsiteY153" fmla="*/ 751353 h 6858000"/>
              <a:gd name="connsiteX154" fmla="*/ 263226 w 1605470"/>
              <a:gd name="connsiteY154" fmla="*/ 721230 h 6858000"/>
              <a:gd name="connsiteX155" fmla="*/ 248897 w 1605470"/>
              <a:gd name="connsiteY155" fmla="*/ 681659 h 6858000"/>
              <a:gd name="connsiteX156" fmla="*/ 234316 w 1605470"/>
              <a:gd name="connsiteY156" fmla="*/ 635218 h 6858000"/>
              <a:gd name="connsiteX157" fmla="*/ 239327 w 1605470"/>
              <a:gd name="connsiteY157" fmla="*/ 613763 h 6858000"/>
              <a:gd name="connsiteX158" fmla="*/ 225269 w 1605470"/>
              <a:gd name="connsiteY158" fmla="*/ 598582 h 6858000"/>
              <a:gd name="connsiteX159" fmla="*/ 224950 w 1605470"/>
              <a:gd name="connsiteY159" fmla="*/ 576846 h 6858000"/>
              <a:gd name="connsiteX160" fmla="*/ 204576 w 1605470"/>
              <a:gd name="connsiteY160" fmla="*/ 530055 h 6858000"/>
              <a:gd name="connsiteX161" fmla="*/ 219064 w 1605470"/>
              <a:gd name="connsiteY161" fmla="*/ 469651 h 6858000"/>
              <a:gd name="connsiteX162" fmla="*/ 195012 w 1605470"/>
              <a:gd name="connsiteY162" fmla="*/ 448559 h 6858000"/>
              <a:gd name="connsiteX163" fmla="*/ 201434 w 1605470"/>
              <a:gd name="connsiteY163" fmla="*/ 441529 h 6858000"/>
              <a:gd name="connsiteX164" fmla="*/ 200655 w 1605470"/>
              <a:gd name="connsiteY164" fmla="*/ 428927 h 6858000"/>
              <a:gd name="connsiteX165" fmla="*/ 190059 w 1605470"/>
              <a:gd name="connsiteY165" fmla="*/ 430161 h 6858000"/>
              <a:gd name="connsiteX166" fmla="*/ 167079 w 1605470"/>
              <a:gd name="connsiteY166" fmla="*/ 367211 h 6858000"/>
              <a:gd name="connsiteX167" fmla="*/ 124571 w 1605470"/>
              <a:gd name="connsiteY167" fmla="*/ 302178 h 6858000"/>
              <a:gd name="connsiteX168" fmla="*/ 103243 w 1605470"/>
              <a:gd name="connsiteY168" fmla="*/ 211375 h 6858000"/>
              <a:gd name="connsiteX169" fmla="*/ 94571 w 1605470"/>
              <a:gd name="connsiteY169" fmla="*/ 184179 h 6858000"/>
              <a:gd name="connsiteX170" fmla="*/ 13437 w 1605470"/>
              <a:gd name="connsiteY170" fmla="*/ 19287 h 6858000"/>
              <a:gd name="connsiteX171" fmla="*/ 0 w 1605470"/>
              <a:gd name="connsiteY171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3992 w 1605470"/>
              <a:gd name="connsiteY37" fmla="*/ 5619557 h 6858000"/>
              <a:gd name="connsiteX38" fmla="*/ 531653 w 1605470"/>
              <a:gd name="connsiteY38" fmla="*/ 5604904 h 6858000"/>
              <a:gd name="connsiteX39" fmla="*/ 544206 w 1605470"/>
              <a:gd name="connsiteY39" fmla="*/ 5641620 h 6858000"/>
              <a:gd name="connsiteX40" fmla="*/ 591557 w 1605470"/>
              <a:gd name="connsiteY40" fmla="*/ 5476393 h 6858000"/>
              <a:gd name="connsiteX41" fmla="*/ 622750 w 1605470"/>
              <a:gd name="connsiteY41" fmla="*/ 5396260 h 6858000"/>
              <a:gd name="connsiteX42" fmla="*/ 638731 w 1605470"/>
              <a:gd name="connsiteY42" fmla="*/ 5330009 h 6858000"/>
              <a:gd name="connsiteX43" fmla="*/ 672224 w 1605470"/>
              <a:gd name="connsiteY43" fmla="*/ 5273739 h 6858000"/>
              <a:gd name="connsiteX44" fmla="*/ 681823 w 1605470"/>
              <a:gd name="connsiteY44" fmla="*/ 5241779 h 6858000"/>
              <a:gd name="connsiteX45" fmla="*/ 693049 w 1605470"/>
              <a:gd name="connsiteY45" fmla="*/ 5225268 h 6858000"/>
              <a:gd name="connsiteX46" fmla="*/ 694069 w 1605470"/>
              <a:gd name="connsiteY46" fmla="*/ 5217684 h 6858000"/>
              <a:gd name="connsiteX47" fmla="*/ 701410 w 1605470"/>
              <a:gd name="connsiteY47" fmla="*/ 5193377 h 6858000"/>
              <a:gd name="connsiteX48" fmla="*/ 704713 w 1605470"/>
              <a:gd name="connsiteY48" fmla="*/ 5179288 h 6858000"/>
              <a:gd name="connsiteX49" fmla="*/ 705697 w 1605470"/>
              <a:gd name="connsiteY49" fmla="*/ 5173621 h 6858000"/>
              <a:gd name="connsiteX50" fmla="*/ 701331 w 1605470"/>
              <a:gd name="connsiteY50" fmla="*/ 5159961 h 6858000"/>
              <a:gd name="connsiteX51" fmla="*/ 708008 w 1605470"/>
              <a:gd name="connsiteY51" fmla="*/ 5144295 h 6858000"/>
              <a:gd name="connsiteX52" fmla="*/ 704941 w 1605470"/>
              <a:gd name="connsiteY52" fmla="*/ 5125185 h 6858000"/>
              <a:gd name="connsiteX53" fmla="*/ 711771 w 1605470"/>
              <a:gd name="connsiteY53" fmla="*/ 5121884 h 6858000"/>
              <a:gd name="connsiteX54" fmla="*/ 718807 w 1605470"/>
              <a:gd name="connsiteY54" fmla="*/ 5067850 h 6858000"/>
              <a:gd name="connsiteX55" fmla="*/ 721538 w 1605470"/>
              <a:gd name="connsiteY55" fmla="*/ 5060861 h 6858000"/>
              <a:gd name="connsiteX56" fmla="*/ 718242 w 1605470"/>
              <a:gd name="connsiteY56" fmla="*/ 5034192 h 6858000"/>
              <a:gd name="connsiteX57" fmla="*/ 719796 w 1605470"/>
              <a:gd name="connsiteY57" fmla="*/ 4993030 h 6858000"/>
              <a:gd name="connsiteX58" fmla="*/ 726705 w 1605470"/>
              <a:gd name="connsiteY58" fmla="*/ 4946844 h 6858000"/>
              <a:gd name="connsiteX59" fmla="*/ 722561 w 1605470"/>
              <a:gd name="connsiteY59" fmla="*/ 4932692 h 6858000"/>
              <a:gd name="connsiteX60" fmla="*/ 737964 w 1605470"/>
              <a:gd name="connsiteY60" fmla="*/ 4858827 h 6858000"/>
              <a:gd name="connsiteX61" fmla="*/ 732118 w 1605470"/>
              <a:gd name="connsiteY61" fmla="*/ 4801535 h 6858000"/>
              <a:gd name="connsiteX62" fmla="*/ 739787 w 1605470"/>
              <a:gd name="connsiteY62" fmla="*/ 4797794 h 6858000"/>
              <a:gd name="connsiteX63" fmla="*/ 741081 w 1605470"/>
              <a:gd name="connsiteY63" fmla="*/ 4784526 h 6858000"/>
              <a:gd name="connsiteX64" fmla="*/ 742865 w 1605470"/>
              <a:gd name="connsiteY64" fmla="*/ 4781211 h 6858000"/>
              <a:gd name="connsiteX65" fmla="*/ 751652 w 1605470"/>
              <a:gd name="connsiteY65" fmla="*/ 4761984 h 6858000"/>
              <a:gd name="connsiteX66" fmla="*/ 747700 w 1605470"/>
              <a:gd name="connsiteY66" fmla="*/ 4690749 h 6858000"/>
              <a:gd name="connsiteX67" fmla="*/ 743180 w 1605470"/>
              <a:gd name="connsiteY67" fmla="*/ 4584173 h 6858000"/>
              <a:gd name="connsiteX68" fmla="*/ 738263 w 1605470"/>
              <a:gd name="connsiteY68" fmla="*/ 4444346 h 6858000"/>
              <a:gd name="connsiteX69" fmla="*/ 734828 w 1605470"/>
              <a:gd name="connsiteY69" fmla="*/ 4375228 h 6858000"/>
              <a:gd name="connsiteX70" fmla="*/ 715481 w 1605470"/>
              <a:gd name="connsiteY70" fmla="*/ 4214165 h 6858000"/>
              <a:gd name="connsiteX71" fmla="*/ 719554 w 1605470"/>
              <a:gd name="connsiteY71" fmla="*/ 4090296 h 6858000"/>
              <a:gd name="connsiteX72" fmla="*/ 704810 w 1605470"/>
              <a:gd name="connsiteY72" fmla="*/ 4033999 h 6858000"/>
              <a:gd name="connsiteX73" fmla="*/ 705959 w 1605470"/>
              <a:gd name="connsiteY73" fmla="*/ 4031933 h 6858000"/>
              <a:gd name="connsiteX74" fmla="*/ 704535 w 1605470"/>
              <a:gd name="connsiteY74" fmla="*/ 4013953 h 6858000"/>
              <a:gd name="connsiteX75" fmla="*/ 700443 w 1605470"/>
              <a:gd name="connsiteY75" fmla="*/ 4010511 h 6858000"/>
              <a:gd name="connsiteX76" fmla="*/ 698282 w 1605470"/>
              <a:gd name="connsiteY76" fmla="*/ 3998331 h 6858000"/>
              <a:gd name="connsiteX77" fmla="*/ 690830 w 1605470"/>
              <a:gd name="connsiteY77" fmla="*/ 3974753 h 6858000"/>
              <a:gd name="connsiteX78" fmla="*/ 692428 w 1605470"/>
              <a:gd name="connsiteY78" fmla="*/ 3969950 h 6858000"/>
              <a:gd name="connsiteX79" fmla="*/ 685850 w 1605470"/>
              <a:gd name="connsiteY79" fmla="*/ 3933779 h 6858000"/>
              <a:gd name="connsiteX80" fmla="*/ 687181 w 1605470"/>
              <a:gd name="connsiteY80" fmla="*/ 3933093 h 6858000"/>
              <a:gd name="connsiteX81" fmla="*/ 691535 w 1605470"/>
              <a:gd name="connsiteY81" fmla="*/ 3922082 h 6858000"/>
              <a:gd name="connsiteX82" fmla="*/ 696613 w 1605470"/>
              <a:gd name="connsiteY82" fmla="*/ 3901461 h 6858000"/>
              <a:gd name="connsiteX83" fmla="*/ 719207 w 1605470"/>
              <a:gd name="connsiteY83" fmla="*/ 3813873 h 6858000"/>
              <a:gd name="connsiteX84" fmla="*/ 718632 w 1605470"/>
              <a:gd name="connsiteY84" fmla="*/ 3806161 h 6858000"/>
              <a:gd name="connsiteX85" fmla="*/ 718939 w 1605470"/>
              <a:gd name="connsiteY85" fmla="*/ 3805957 h 6858000"/>
              <a:gd name="connsiteX86" fmla="*/ 718966 w 1605470"/>
              <a:gd name="connsiteY86" fmla="*/ 3797724 h 6858000"/>
              <a:gd name="connsiteX87" fmla="*/ 717581 w 1605470"/>
              <a:gd name="connsiteY87" fmla="*/ 3792098 h 6858000"/>
              <a:gd name="connsiteX88" fmla="*/ 716465 w 1605470"/>
              <a:gd name="connsiteY88" fmla="*/ 3777135 h 6858000"/>
              <a:gd name="connsiteX89" fmla="*/ 718198 w 1605470"/>
              <a:gd name="connsiteY89" fmla="*/ 3771656 h 6858000"/>
              <a:gd name="connsiteX90" fmla="*/ 721941 w 1605470"/>
              <a:gd name="connsiteY90" fmla="*/ 3769007 h 6858000"/>
              <a:gd name="connsiteX91" fmla="*/ 721407 w 1605470"/>
              <a:gd name="connsiteY91" fmla="*/ 3767709 h 6858000"/>
              <a:gd name="connsiteX92" fmla="*/ 730103 w 1605470"/>
              <a:gd name="connsiteY92" fmla="*/ 3738082 h 6858000"/>
              <a:gd name="connsiteX93" fmla="*/ 737449 w 1605470"/>
              <a:gd name="connsiteY93" fmla="*/ 3673397 h 6858000"/>
              <a:gd name="connsiteX94" fmla="*/ 736745 w 1605470"/>
              <a:gd name="connsiteY94" fmla="*/ 3637109 h 6858000"/>
              <a:gd name="connsiteX95" fmla="*/ 740188 w 1605470"/>
              <a:gd name="connsiteY95" fmla="*/ 3536883 h 6858000"/>
              <a:gd name="connsiteX96" fmla="*/ 747726 w 1605470"/>
              <a:gd name="connsiteY96" fmla="*/ 3435652 h 6858000"/>
              <a:gd name="connsiteX97" fmla="*/ 774383 w 1605470"/>
              <a:gd name="connsiteY97" fmla="*/ 3381564 h 6858000"/>
              <a:gd name="connsiteX98" fmla="*/ 774870 w 1605470"/>
              <a:gd name="connsiteY98" fmla="*/ 3375761 h 6858000"/>
              <a:gd name="connsiteX99" fmla="*/ 770510 w 1605470"/>
              <a:gd name="connsiteY99" fmla="*/ 3361844 h 6858000"/>
              <a:gd name="connsiteX100" fmla="*/ 767933 w 1605470"/>
              <a:gd name="connsiteY100" fmla="*/ 3356929 h 6858000"/>
              <a:gd name="connsiteX101" fmla="*/ 766158 w 1605470"/>
              <a:gd name="connsiteY101" fmla="*/ 3349058 h 6858000"/>
              <a:gd name="connsiteX102" fmla="*/ 766414 w 1605470"/>
              <a:gd name="connsiteY102" fmla="*/ 3348763 h 6858000"/>
              <a:gd name="connsiteX103" fmla="*/ 764166 w 1605470"/>
              <a:gd name="connsiteY103" fmla="*/ 3341588 h 6858000"/>
              <a:gd name="connsiteX104" fmla="*/ 749397 w 1605470"/>
              <a:gd name="connsiteY104" fmla="*/ 3307769 h 6858000"/>
              <a:gd name="connsiteX105" fmla="*/ 766960 w 1605470"/>
              <a:gd name="connsiteY105" fmla="*/ 3250522 h 6858000"/>
              <a:gd name="connsiteX106" fmla="*/ 767385 w 1605470"/>
              <a:gd name="connsiteY106" fmla="*/ 3229163 h 6858000"/>
              <a:gd name="connsiteX107" fmla="*/ 769208 w 1605470"/>
              <a:gd name="connsiteY107" fmla="*/ 3217217 h 6858000"/>
              <a:gd name="connsiteX108" fmla="*/ 770350 w 1605470"/>
              <a:gd name="connsiteY108" fmla="*/ 3216125 h 6858000"/>
              <a:gd name="connsiteX109" fmla="*/ 756043 w 1605470"/>
              <a:gd name="connsiteY109" fmla="*/ 3183755 h 6858000"/>
              <a:gd name="connsiteX110" fmla="*/ 756544 w 1605470"/>
              <a:gd name="connsiteY110" fmla="*/ 3178642 h 6858000"/>
              <a:gd name="connsiteX111" fmla="*/ 744144 w 1605470"/>
              <a:gd name="connsiteY111" fmla="*/ 3158586 h 6858000"/>
              <a:gd name="connsiteX112" fmla="*/ 739378 w 1605470"/>
              <a:gd name="connsiteY112" fmla="*/ 3147669 h 6858000"/>
              <a:gd name="connsiteX113" fmla="*/ 734648 w 1605470"/>
              <a:gd name="connsiteY113" fmla="*/ 3145733 h 6858000"/>
              <a:gd name="connsiteX114" fmla="*/ 729329 w 1605470"/>
              <a:gd name="connsiteY114" fmla="*/ 3129034 h 6858000"/>
              <a:gd name="connsiteX115" fmla="*/ 729994 w 1605470"/>
              <a:gd name="connsiteY115" fmla="*/ 3126682 h 6858000"/>
              <a:gd name="connsiteX116" fmla="*/ 720862 w 1605470"/>
              <a:gd name="connsiteY116" fmla="*/ 3114519 h 6858000"/>
              <a:gd name="connsiteX117" fmla="*/ 707471 w 1605470"/>
              <a:gd name="connsiteY117" fmla="*/ 3106272 h 6858000"/>
              <a:gd name="connsiteX118" fmla="*/ 680201 w 1605470"/>
              <a:gd name="connsiteY118" fmla="*/ 2958185 h 6858000"/>
              <a:gd name="connsiteX119" fmla="*/ 622815 w 1605470"/>
              <a:gd name="connsiteY119" fmla="*/ 2762989 h 6858000"/>
              <a:gd name="connsiteX120" fmla="*/ 571733 w 1605470"/>
              <a:gd name="connsiteY120" fmla="*/ 2554718 h 6858000"/>
              <a:gd name="connsiteX121" fmla="*/ 551827 w 1605470"/>
              <a:gd name="connsiteY121" fmla="*/ 2485734 h 6858000"/>
              <a:gd name="connsiteX122" fmla="*/ 542550 w 1605470"/>
              <a:gd name="connsiteY122" fmla="*/ 2447068 h 6858000"/>
              <a:gd name="connsiteX123" fmla="*/ 529511 w 1605470"/>
              <a:gd name="connsiteY123" fmla="*/ 2425819 h 6858000"/>
              <a:gd name="connsiteX124" fmla="*/ 528878 w 1605470"/>
              <a:gd name="connsiteY124" fmla="*/ 2408971 h 6858000"/>
              <a:gd name="connsiteX125" fmla="*/ 535510 w 1605470"/>
              <a:gd name="connsiteY125" fmla="*/ 2402874 h 6858000"/>
              <a:gd name="connsiteX126" fmla="*/ 538122 w 1605470"/>
              <a:gd name="connsiteY126" fmla="*/ 2381443 h 6858000"/>
              <a:gd name="connsiteX127" fmla="*/ 514451 w 1605470"/>
              <a:gd name="connsiteY127" fmla="*/ 2261920 h 6858000"/>
              <a:gd name="connsiteX128" fmla="*/ 504338 w 1605470"/>
              <a:gd name="connsiteY128" fmla="*/ 2195378 h 6858000"/>
              <a:gd name="connsiteX129" fmla="*/ 488555 w 1605470"/>
              <a:gd name="connsiteY129" fmla="*/ 2155135 h 6858000"/>
              <a:gd name="connsiteX130" fmla="*/ 486013 w 1605470"/>
              <a:gd name="connsiteY130" fmla="*/ 2118008 h 6858000"/>
              <a:gd name="connsiteX131" fmla="*/ 487006 w 1605470"/>
              <a:gd name="connsiteY131" fmla="*/ 2050531 h 6858000"/>
              <a:gd name="connsiteX132" fmla="*/ 478812 w 1605470"/>
              <a:gd name="connsiteY132" fmla="*/ 1963269 h 6858000"/>
              <a:gd name="connsiteX133" fmla="*/ 459990 w 1605470"/>
              <a:gd name="connsiteY133" fmla="*/ 1906352 h 6858000"/>
              <a:gd name="connsiteX134" fmla="*/ 436547 w 1605470"/>
              <a:gd name="connsiteY134" fmla="*/ 1861531 h 6858000"/>
              <a:gd name="connsiteX135" fmla="*/ 390346 w 1605470"/>
              <a:gd name="connsiteY135" fmla="*/ 1732919 h 6858000"/>
              <a:gd name="connsiteX136" fmla="*/ 362657 w 1605470"/>
              <a:gd name="connsiteY136" fmla="*/ 1663540 h 6858000"/>
              <a:gd name="connsiteX137" fmla="*/ 361783 w 1605470"/>
              <a:gd name="connsiteY137" fmla="*/ 1615777 h 6858000"/>
              <a:gd name="connsiteX138" fmla="*/ 342578 w 1605470"/>
              <a:gd name="connsiteY138" fmla="*/ 1563678 h 6858000"/>
              <a:gd name="connsiteX139" fmla="*/ 355658 w 1605470"/>
              <a:gd name="connsiteY139" fmla="*/ 1519474 h 6858000"/>
              <a:gd name="connsiteX140" fmla="*/ 348400 w 1605470"/>
              <a:gd name="connsiteY140" fmla="*/ 1477995 h 6858000"/>
              <a:gd name="connsiteX141" fmla="*/ 334485 w 1605470"/>
              <a:gd name="connsiteY141" fmla="*/ 1373769 h 6858000"/>
              <a:gd name="connsiteX142" fmla="*/ 342792 w 1605470"/>
              <a:gd name="connsiteY142" fmla="*/ 1307086 h 6858000"/>
              <a:gd name="connsiteX143" fmla="*/ 343980 w 1605470"/>
              <a:gd name="connsiteY143" fmla="*/ 1189033 h 6858000"/>
              <a:gd name="connsiteX144" fmla="*/ 348665 w 1605470"/>
              <a:gd name="connsiteY144" fmla="*/ 1168288 h 6858000"/>
              <a:gd name="connsiteX145" fmla="*/ 340947 w 1605470"/>
              <a:gd name="connsiteY145" fmla="*/ 1142577 h 6858000"/>
              <a:gd name="connsiteX146" fmla="*/ 330253 w 1605470"/>
              <a:gd name="connsiteY146" fmla="*/ 1088484 h 6858000"/>
              <a:gd name="connsiteX147" fmla="*/ 318989 w 1605470"/>
              <a:gd name="connsiteY147" fmla="*/ 1016103 h 6858000"/>
              <a:gd name="connsiteX148" fmla="*/ 320445 w 1605470"/>
              <a:gd name="connsiteY148" fmla="*/ 932283 h 6858000"/>
              <a:gd name="connsiteX149" fmla="*/ 322681 w 1605470"/>
              <a:gd name="connsiteY149" fmla="*/ 915925 h 6858000"/>
              <a:gd name="connsiteX150" fmla="*/ 315310 w 1605470"/>
              <a:gd name="connsiteY150" fmla="*/ 896999 h 6858000"/>
              <a:gd name="connsiteX151" fmla="*/ 284718 w 1605470"/>
              <a:gd name="connsiteY151" fmla="*/ 821517 h 6858000"/>
              <a:gd name="connsiteX152" fmla="*/ 263668 w 1605470"/>
              <a:gd name="connsiteY152" fmla="*/ 751353 h 6858000"/>
              <a:gd name="connsiteX153" fmla="*/ 263226 w 1605470"/>
              <a:gd name="connsiteY153" fmla="*/ 721230 h 6858000"/>
              <a:gd name="connsiteX154" fmla="*/ 248897 w 1605470"/>
              <a:gd name="connsiteY154" fmla="*/ 681659 h 6858000"/>
              <a:gd name="connsiteX155" fmla="*/ 234316 w 1605470"/>
              <a:gd name="connsiteY155" fmla="*/ 635218 h 6858000"/>
              <a:gd name="connsiteX156" fmla="*/ 239327 w 1605470"/>
              <a:gd name="connsiteY156" fmla="*/ 613763 h 6858000"/>
              <a:gd name="connsiteX157" fmla="*/ 225269 w 1605470"/>
              <a:gd name="connsiteY157" fmla="*/ 598582 h 6858000"/>
              <a:gd name="connsiteX158" fmla="*/ 224950 w 1605470"/>
              <a:gd name="connsiteY158" fmla="*/ 576846 h 6858000"/>
              <a:gd name="connsiteX159" fmla="*/ 204576 w 1605470"/>
              <a:gd name="connsiteY159" fmla="*/ 530055 h 6858000"/>
              <a:gd name="connsiteX160" fmla="*/ 219064 w 1605470"/>
              <a:gd name="connsiteY160" fmla="*/ 469651 h 6858000"/>
              <a:gd name="connsiteX161" fmla="*/ 195012 w 1605470"/>
              <a:gd name="connsiteY161" fmla="*/ 448559 h 6858000"/>
              <a:gd name="connsiteX162" fmla="*/ 201434 w 1605470"/>
              <a:gd name="connsiteY162" fmla="*/ 441529 h 6858000"/>
              <a:gd name="connsiteX163" fmla="*/ 200655 w 1605470"/>
              <a:gd name="connsiteY163" fmla="*/ 428927 h 6858000"/>
              <a:gd name="connsiteX164" fmla="*/ 190059 w 1605470"/>
              <a:gd name="connsiteY164" fmla="*/ 430161 h 6858000"/>
              <a:gd name="connsiteX165" fmla="*/ 167079 w 1605470"/>
              <a:gd name="connsiteY165" fmla="*/ 367211 h 6858000"/>
              <a:gd name="connsiteX166" fmla="*/ 124571 w 1605470"/>
              <a:gd name="connsiteY166" fmla="*/ 302178 h 6858000"/>
              <a:gd name="connsiteX167" fmla="*/ 103243 w 1605470"/>
              <a:gd name="connsiteY167" fmla="*/ 211375 h 6858000"/>
              <a:gd name="connsiteX168" fmla="*/ 94571 w 1605470"/>
              <a:gd name="connsiteY168" fmla="*/ 184179 h 6858000"/>
              <a:gd name="connsiteX169" fmla="*/ 13437 w 1605470"/>
              <a:gd name="connsiteY169" fmla="*/ 19287 h 6858000"/>
              <a:gd name="connsiteX170" fmla="*/ 0 w 1605470"/>
              <a:gd name="connsiteY170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3992 w 1605470"/>
              <a:gd name="connsiteY37" fmla="*/ 5619557 h 6858000"/>
              <a:gd name="connsiteX38" fmla="*/ 531653 w 1605470"/>
              <a:gd name="connsiteY38" fmla="*/ 5604904 h 6858000"/>
              <a:gd name="connsiteX39" fmla="*/ 591557 w 1605470"/>
              <a:gd name="connsiteY39" fmla="*/ 5476393 h 6858000"/>
              <a:gd name="connsiteX40" fmla="*/ 622750 w 1605470"/>
              <a:gd name="connsiteY40" fmla="*/ 5396260 h 6858000"/>
              <a:gd name="connsiteX41" fmla="*/ 638731 w 1605470"/>
              <a:gd name="connsiteY41" fmla="*/ 5330009 h 6858000"/>
              <a:gd name="connsiteX42" fmla="*/ 672224 w 1605470"/>
              <a:gd name="connsiteY42" fmla="*/ 5273739 h 6858000"/>
              <a:gd name="connsiteX43" fmla="*/ 681823 w 1605470"/>
              <a:gd name="connsiteY43" fmla="*/ 5241779 h 6858000"/>
              <a:gd name="connsiteX44" fmla="*/ 693049 w 1605470"/>
              <a:gd name="connsiteY44" fmla="*/ 5225268 h 6858000"/>
              <a:gd name="connsiteX45" fmla="*/ 694069 w 1605470"/>
              <a:gd name="connsiteY45" fmla="*/ 5217684 h 6858000"/>
              <a:gd name="connsiteX46" fmla="*/ 701410 w 1605470"/>
              <a:gd name="connsiteY46" fmla="*/ 5193377 h 6858000"/>
              <a:gd name="connsiteX47" fmla="*/ 704713 w 1605470"/>
              <a:gd name="connsiteY47" fmla="*/ 5179288 h 6858000"/>
              <a:gd name="connsiteX48" fmla="*/ 705697 w 1605470"/>
              <a:gd name="connsiteY48" fmla="*/ 5173621 h 6858000"/>
              <a:gd name="connsiteX49" fmla="*/ 701331 w 1605470"/>
              <a:gd name="connsiteY49" fmla="*/ 5159961 h 6858000"/>
              <a:gd name="connsiteX50" fmla="*/ 708008 w 1605470"/>
              <a:gd name="connsiteY50" fmla="*/ 5144295 h 6858000"/>
              <a:gd name="connsiteX51" fmla="*/ 704941 w 1605470"/>
              <a:gd name="connsiteY51" fmla="*/ 5125185 h 6858000"/>
              <a:gd name="connsiteX52" fmla="*/ 711771 w 1605470"/>
              <a:gd name="connsiteY52" fmla="*/ 5121884 h 6858000"/>
              <a:gd name="connsiteX53" fmla="*/ 718807 w 1605470"/>
              <a:gd name="connsiteY53" fmla="*/ 5067850 h 6858000"/>
              <a:gd name="connsiteX54" fmla="*/ 721538 w 1605470"/>
              <a:gd name="connsiteY54" fmla="*/ 5060861 h 6858000"/>
              <a:gd name="connsiteX55" fmla="*/ 718242 w 1605470"/>
              <a:gd name="connsiteY55" fmla="*/ 5034192 h 6858000"/>
              <a:gd name="connsiteX56" fmla="*/ 719796 w 1605470"/>
              <a:gd name="connsiteY56" fmla="*/ 4993030 h 6858000"/>
              <a:gd name="connsiteX57" fmla="*/ 726705 w 1605470"/>
              <a:gd name="connsiteY57" fmla="*/ 4946844 h 6858000"/>
              <a:gd name="connsiteX58" fmla="*/ 722561 w 1605470"/>
              <a:gd name="connsiteY58" fmla="*/ 4932692 h 6858000"/>
              <a:gd name="connsiteX59" fmla="*/ 737964 w 1605470"/>
              <a:gd name="connsiteY59" fmla="*/ 4858827 h 6858000"/>
              <a:gd name="connsiteX60" fmla="*/ 732118 w 1605470"/>
              <a:gd name="connsiteY60" fmla="*/ 4801535 h 6858000"/>
              <a:gd name="connsiteX61" fmla="*/ 739787 w 1605470"/>
              <a:gd name="connsiteY61" fmla="*/ 4797794 h 6858000"/>
              <a:gd name="connsiteX62" fmla="*/ 741081 w 1605470"/>
              <a:gd name="connsiteY62" fmla="*/ 4784526 h 6858000"/>
              <a:gd name="connsiteX63" fmla="*/ 742865 w 1605470"/>
              <a:gd name="connsiteY63" fmla="*/ 4781211 h 6858000"/>
              <a:gd name="connsiteX64" fmla="*/ 751652 w 1605470"/>
              <a:gd name="connsiteY64" fmla="*/ 4761984 h 6858000"/>
              <a:gd name="connsiteX65" fmla="*/ 747700 w 1605470"/>
              <a:gd name="connsiteY65" fmla="*/ 4690749 h 6858000"/>
              <a:gd name="connsiteX66" fmla="*/ 743180 w 1605470"/>
              <a:gd name="connsiteY66" fmla="*/ 4584173 h 6858000"/>
              <a:gd name="connsiteX67" fmla="*/ 738263 w 1605470"/>
              <a:gd name="connsiteY67" fmla="*/ 4444346 h 6858000"/>
              <a:gd name="connsiteX68" fmla="*/ 734828 w 1605470"/>
              <a:gd name="connsiteY68" fmla="*/ 4375228 h 6858000"/>
              <a:gd name="connsiteX69" fmla="*/ 715481 w 1605470"/>
              <a:gd name="connsiteY69" fmla="*/ 4214165 h 6858000"/>
              <a:gd name="connsiteX70" fmla="*/ 719554 w 1605470"/>
              <a:gd name="connsiteY70" fmla="*/ 4090296 h 6858000"/>
              <a:gd name="connsiteX71" fmla="*/ 704810 w 1605470"/>
              <a:gd name="connsiteY71" fmla="*/ 4033999 h 6858000"/>
              <a:gd name="connsiteX72" fmla="*/ 705959 w 1605470"/>
              <a:gd name="connsiteY72" fmla="*/ 4031933 h 6858000"/>
              <a:gd name="connsiteX73" fmla="*/ 704535 w 1605470"/>
              <a:gd name="connsiteY73" fmla="*/ 4013953 h 6858000"/>
              <a:gd name="connsiteX74" fmla="*/ 700443 w 1605470"/>
              <a:gd name="connsiteY74" fmla="*/ 4010511 h 6858000"/>
              <a:gd name="connsiteX75" fmla="*/ 698282 w 1605470"/>
              <a:gd name="connsiteY75" fmla="*/ 3998331 h 6858000"/>
              <a:gd name="connsiteX76" fmla="*/ 690830 w 1605470"/>
              <a:gd name="connsiteY76" fmla="*/ 3974753 h 6858000"/>
              <a:gd name="connsiteX77" fmla="*/ 692428 w 1605470"/>
              <a:gd name="connsiteY77" fmla="*/ 3969950 h 6858000"/>
              <a:gd name="connsiteX78" fmla="*/ 685850 w 1605470"/>
              <a:gd name="connsiteY78" fmla="*/ 3933779 h 6858000"/>
              <a:gd name="connsiteX79" fmla="*/ 687181 w 1605470"/>
              <a:gd name="connsiteY79" fmla="*/ 3933093 h 6858000"/>
              <a:gd name="connsiteX80" fmla="*/ 691535 w 1605470"/>
              <a:gd name="connsiteY80" fmla="*/ 3922082 h 6858000"/>
              <a:gd name="connsiteX81" fmla="*/ 696613 w 1605470"/>
              <a:gd name="connsiteY81" fmla="*/ 3901461 h 6858000"/>
              <a:gd name="connsiteX82" fmla="*/ 719207 w 1605470"/>
              <a:gd name="connsiteY82" fmla="*/ 3813873 h 6858000"/>
              <a:gd name="connsiteX83" fmla="*/ 718632 w 1605470"/>
              <a:gd name="connsiteY83" fmla="*/ 3806161 h 6858000"/>
              <a:gd name="connsiteX84" fmla="*/ 718939 w 1605470"/>
              <a:gd name="connsiteY84" fmla="*/ 3805957 h 6858000"/>
              <a:gd name="connsiteX85" fmla="*/ 718966 w 1605470"/>
              <a:gd name="connsiteY85" fmla="*/ 3797724 h 6858000"/>
              <a:gd name="connsiteX86" fmla="*/ 717581 w 1605470"/>
              <a:gd name="connsiteY86" fmla="*/ 3792098 h 6858000"/>
              <a:gd name="connsiteX87" fmla="*/ 716465 w 1605470"/>
              <a:gd name="connsiteY87" fmla="*/ 3777135 h 6858000"/>
              <a:gd name="connsiteX88" fmla="*/ 718198 w 1605470"/>
              <a:gd name="connsiteY88" fmla="*/ 3771656 h 6858000"/>
              <a:gd name="connsiteX89" fmla="*/ 721941 w 1605470"/>
              <a:gd name="connsiteY89" fmla="*/ 3769007 h 6858000"/>
              <a:gd name="connsiteX90" fmla="*/ 721407 w 1605470"/>
              <a:gd name="connsiteY90" fmla="*/ 3767709 h 6858000"/>
              <a:gd name="connsiteX91" fmla="*/ 730103 w 1605470"/>
              <a:gd name="connsiteY91" fmla="*/ 3738082 h 6858000"/>
              <a:gd name="connsiteX92" fmla="*/ 737449 w 1605470"/>
              <a:gd name="connsiteY92" fmla="*/ 3673397 h 6858000"/>
              <a:gd name="connsiteX93" fmla="*/ 736745 w 1605470"/>
              <a:gd name="connsiteY93" fmla="*/ 3637109 h 6858000"/>
              <a:gd name="connsiteX94" fmla="*/ 740188 w 1605470"/>
              <a:gd name="connsiteY94" fmla="*/ 3536883 h 6858000"/>
              <a:gd name="connsiteX95" fmla="*/ 747726 w 1605470"/>
              <a:gd name="connsiteY95" fmla="*/ 3435652 h 6858000"/>
              <a:gd name="connsiteX96" fmla="*/ 774383 w 1605470"/>
              <a:gd name="connsiteY96" fmla="*/ 3381564 h 6858000"/>
              <a:gd name="connsiteX97" fmla="*/ 774870 w 1605470"/>
              <a:gd name="connsiteY97" fmla="*/ 3375761 h 6858000"/>
              <a:gd name="connsiteX98" fmla="*/ 770510 w 1605470"/>
              <a:gd name="connsiteY98" fmla="*/ 3361844 h 6858000"/>
              <a:gd name="connsiteX99" fmla="*/ 767933 w 1605470"/>
              <a:gd name="connsiteY99" fmla="*/ 3356929 h 6858000"/>
              <a:gd name="connsiteX100" fmla="*/ 766158 w 1605470"/>
              <a:gd name="connsiteY100" fmla="*/ 3349058 h 6858000"/>
              <a:gd name="connsiteX101" fmla="*/ 766414 w 1605470"/>
              <a:gd name="connsiteY101" fmla="*/ 3348763 h 6858000"/>
              <a:gd name="connsiteX102" fmla="*/ 764166 w 1605470"/>
              <a:gd name="connsiteY102" fmla="*/ 3341588 h 6858000"/>
              <a:gd name="connsiteX103" fmla="*/ 749397 w 1605470"/>
              <a:gd name="connsiteY103" fmla="*/ 3307769 h 6858000"/>
              <a:gd name="connsiteX104" fmla="*/ 766960 w 1605470"/>
              <a:gd name="connsiteY104" fmla="*/ 3250522 h 6858000"/>
              <a:gd name="connsiteX105" fmla="*/ 767385 w 1605470"/>
              <a:gd name="connsiteY105" fmla="*/ 3229163 h 6858000"/>
              <a:gd name="connsiteX106" fmla="*/ 769208 w 1605470"/>
              <a:gd name="connsiteY106" fmla="*/ 3217217 h 6858000"/>
              <a:gd name="connsiteX107" fmla="*/ 770350 w 1605470"/>
              <a:gd name="connsiteY107" fmla="*/ 3216125 h 6858000"/>
              <a:gd name="connsiteX108" fmla="*/ 756043 w 1605470"/>
              <a:gd name="connsiteY108" fmla="*/ 3183755 h 6858000"/>
              <a:gd name="connsiteX109" fmla="*/ 756544 w 1605470"/>
              <a:gd name="connsiteY109" fmla="*/ 3178642 h 6858000"/>
              <a:gd name="connsiteX110" fmla="*/ 744144 w 1605470"/>
              <a:gd name="connsiteY110" fmla="*/ 3158586 h 6858000"/>
              <a:gd name="connsiteX111" fmla="*/ 739378 w 1605470"/>
              <a:gd name="connsiteY111" fmla="*/ 3147669 h 6858000"/>
              <a:gd name="connsiteX112" fmla="*/ 734648 w 1605470"/>
              <a:gd name="connsiteY112" fmla="*/ 3145733 h 6858000"/>
              <a:gd name="connsiteX113" fmla="*/ 729329 w 1605470"/>
              <a:gd name="connsiteY113" fmla="*/ 3129034 h 6858000"/>
              <a:gd name="connsiteX114" fmla="*/ 729994 w 1605470"/>
              <a:gd name="connsiteY114" fmla="*/ 3126682 h 6858000"/>
              <a:gd name="connsiteX115" fmla="*/ 720862 w 1605470"/>
              <a:gd name="connsiteY115" fmla="*/ 3114519 h 6858000"/>
              <a:gd name="connsiteX116" fmla="*/ 707471 w 1605470"/>
              <a:gd name="connsiteY116" fmla="*/ 3106272 h 6858000"/>
              <a:gd name="connsiteX117" fmla="*/ 680201 w 1605470"/>
              <a:gd name="connsiteY117" fmla="*/ 2958185 h 6858000"/>
              <a:gd name="connsiteX118" fmla="*/ 622815 w 1605470"/>
              <a:gd name="connsiteY118" fmla="*/ 2762989 h 6858000"/>
              <a:gd name="connsiteX119" fmla="*/ 571733 w 1605470"/>
              <a:gd name="connsiteY119" fmla="*/ 2554718 h 6858000"/>
              <a:gd name="connsiteX120" fmla="*/ 551827 w 1605470"/>
              <a:gd name="connsiteY120" fmla="*/ 2485734 h 6858000"/>
              <a:gd name="connsiteX121" fmla="*/ 542550 w 1605470"/>
              <a:gd name="connsiteY121" fmla="*/ 2447068 h 6858000"/>
              <a:gd name="connsiteX122" fmla="*/ 529511 w 1605470"/>
              <a:gd name="connsiteY122" fmla="*/ 2425819 h 6858000"/>
              <a:gd name="connsiteX123" fmla="*/ 528878 w 1605470"/>
              <a:gd name="connsiteY123" fmla="*/ 2408971 h 6858000"/>
              <a:gd name="connsiteX124" fmla="*/ 535510 w 1605470"/>
              <a:gd name="connsiteY124" fmla="*/ 2402874 h 6858000"/>
              <a:gd name="connsiteX125" fmla="*/ 538122 w 1605470"/>
              <a:gd name="connsiteY125" fmla="*/ 2381443 h 6858000"/>
              <a:gd name="connsiteX126" fmla="*/ 514451 w 1605470"/>
              <a:gd name="connsiteY126" fmla="*/ 2261920 h 6858000"/>
              <a:gd name="connsiteX127" fmla="*/ 504338 w 1605470"/>
              <a:gd name="connsiteY127" fmla="*/ 2195378 h 6858000"/>
              <a:gd name="connsiteX128" fmla="*/ 488555 w 1605470"/>
              <a:gd name="connsiteY128" fmla="*/ 2155135 h 6858000"/>
              <a:gd name="connsiteX129" fmla="*/ 486013 w 1605470"/>
              <a:gd name="connsiteY129" fmla="*/ 2118008 h 6858000"/>
              <a:gd name="connsiteX130" fmla="*/ 487006 w 1605470"/>
              <a:gd name="connsiteY130" fmla="*/ 2050531 h 6858000"/>
              <a:gd name="connsiteX131" fmla="*/ 478812 w 1605470"/>
              <a:gd name="connsiteY131" fmla="*/ 1963269 h 6858000"/>
              <a:gd name="connsiteX132" fmla="*/ 459990 w 1605470"/>
              <a:gd name="connsiteY132" fmla="*/ 1906352 h 6858000"/>
              <a:gd name="connsiteX133" fmla="*/ 436547 w 1605470"/>
              <a:gd name="connsiteY133" fmla="*/ 1861531 h 6858000"/>
              <a:gd name="connsiteX134" fmla="*/ 390346 w 1605470"/>
              <a:gd name="connsiteY134" fmla="*/ 1732919 h 6858000"/>
              <a:gd name="connsiteX135" fmla="*/ 362657 w 1605470"/>
              <a:gd name="connsiteY135" fmla="*/ 1663540 h 6858000"/>
              <a:gd name="connsiteX136" fmla="*/ 361783 w 1605470"/>
              <a:gd name="connsiteY136" fmla="*/ 1615777 h 6858000"/>
              <a:gd name="connsiteX137" fmla="*/ 342578 w 1605470"/>
              <a:gd name="connsiteY137" fmla="*/ 1563678 h 6858000"/>
              <a:gd name="connsiteX138" fmla="*/ 355658 w 1605470"/>
              <a:gd name="connsiteY138" fmla="*/ 1519474 h 6858000"/>
              <a:gd name="connsiteX139" fmla="*/ 348400 w 1605470"/>
              <a:gd name="connsiteY139" fmla="*/ 1477995 h 6858000"/>
              <a:gd name="connsiteX140" fmla="*/ 334485 w 1605470"/>
              <a:gd name="connsiteY140" fmla="*/ 1373769 h 6858000"/>
              <a:gd name="connsiteX141" fmla="*/ 342792 w 1605470"/>
              <a:gd name="connsiteY141" fmla="*/ 1307086 h 6858000"/>
              <a:gd name="connsiteX142" fmla="*/ 343980 w 1605470"/>
              <a:gd name="connsiteY142" fmla="*/ 1189033 h 6858000"/>
              <a:gd name="connsiteX143" fmla="*/ 348665 w 1605470"/>
              <a:gd name="connsiteY143" fmla="*/ 1168288 h 6858000"/>
              <a:gd name="connsiteX144" fmla="*/ 340947 w 1605470"/>
              <a:gd name="connsiteY144" fmla="*/ 1142577 h 6858000"/>
              <a:gd name="connsiteX145" fmla="*/ 330253 w 1605470"/>
              <a:gd name="connsiteY145" fmla="*/ 1088484 h 6858000"/>
              <a:gd name="connsiteX146" fmla="*/ 318989 w 1605470"/>
              <a:gd name="connsiteY146" fmla="*/ 1016103 h 6858000"/>
              <a:gd name="connsiteX147" fmla="*/ 320445 w 1605470"/>
              <a:gd name="connsiteY147" fmla="*/ 932283 h 6858000"/>
              <a:gd name="connsiteX148" fmla="*/ 322681 w 1605470"/>
              <a:gd name="connsiteY148" fmla="*/ 915925 h 6858000"/>
              <a:gd name="connsiteX149" fmla="*/ 315310 w 1605470"/>
              <a:gd name="connsiteY149" fmla="*/ 896999 h 6858000"/>
              <a:gd name="connsiteX150" fmla="*/ 284718 w 1605470"/>
              <a:gd name="connsiteY150" fmla="*/ 821517 h 6858000"/>
              <a:gd name="connsiteX151" fmla="*/ 263668 w 1605470"/>
              <a:gd name="connsiteY151" fmla="*/ 751353 h 6858000"/>
              <a:gd name="connsiteX152" fmla="*/ 263226 w 1605470"/>
              <a:gd name="connsiteY152" fmla="*/ 721230 h 6858000"/>
              <a:gd name="connsiteX153" fmla="*/ 248897 w 1605470"/>
              <a:gd name="connsiteY153" fmla="*/ 681659 h 6858000"/>
              <a:gd name="connsiteX154" fmla="*/ 234316 w 1605470"/>
              <a:gd name="connsiteY154" fmla="*/ 635218 h 6858000"/>
              <a:gd name="connsiteX155" fmla="*/ 239327 w 1605470"/>
              <a:gd name="connsiteY155" fmla="*/ 613763 h 6858000"/>
              <a:gd name="connsiteX156" fmla="*/ 225269 w 1605470"/>
              <a:gd name="connsiteY156" fmla="*/ 598582 h 6858000"/>
              <a:gd name="connsiteX157" fmla="*/ 224950 w 1605470"/>
              <a:gd name="connsiteY157" fmla="*/ 576846 h 6858000"/>
              <a:gd name="connsiteX158" fmla="*/ 204576 w 1605470"/>
              <a:gd name="connsiteY158" fmla="*/ 530055 h 6858000"/>
              <a:gd name="connsiteX159" fmla="*/ 219064 w 1605470"/>
              <a:gd name="connsiteY159" fmla="*/ 469651 h 6858000"/>
              <a:gd name="connsiteX160" fmla="*/ 195012 w 1605470"/>
              <a:gd name="connsiteY160" fmla="*/ 448559 h 6858000"/>
              <a:gd name="connsiteX161" fmla="*/ 201434 w 1605470"/>
              <a:gd name="connsiteY161" fmla="*/ 441529 h 6858000"/>
              <a:gd name="connsiteX162" fmla="*/ 200655 w 1605470"/>
              <a:gd name="connsiteY162" fmla="*/ 428927 h 6858000"/>
              <a:gd name="connsiteX163" fmla="*/ 190059 w 1605470"/>
              <a:gd name="connsiteY163" fmla="*/ 430161 h 6858000"/>
              <a:gd name="connsiteX164" fmla="*/ 167079 w 1605470"/>
              <a:gd name="connsiteY164" fmla="*/ 367211 h 6858000"/>
              <a:gd name="connsiteX165" fmla="*/ 124571 w 1605470"/>
              <a:gd name="connsiteY165" fmla="*/ 302178 h 6858000"/>
              <a:gd name="connsiteX166" fmla="*/ 103243 w 1605470"/>
              <a:gd name="connsiteY166" fmla="*/ 211375 h 6858000"/>
              <a:gd name="connsiteX167" fmla="*/ 94571 w 1605470"/>
              <a:gd name="connsiteY167" fmla="*/ 184179 h 6858000"/>
              <a:gd name="connsiteX168" fmla="*/ 13437 w 1605470"/>
              <a:gd name="connsiteY168" fmla="*/ 19287 h 6858000"/>
              <a:gd name="connsiteX169" fmla="*/ 0 w 1605470"/>
              <a:gd name="connsiteY169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3992 w 1605470"/>
              <a:gd name="connsiteY37" fmla="*/ 5619557 h 6858000"/>
              <a:gd name="connsiteX38" fmla="*/ 562052 w 1605470"/>
              <a:gd name="connsiteY38" fmla="*/ 5563435 h 6858000"/>
              <a:gd name="connsiteX39" fmla="*/ 591557 w 1605470"/>
              <a:gd name="connsiteY39" fmla="*/ 5476393 h 6858000"/>
              <a:gd name="connsiteX40" fmla="*/ 622750 w 1605470"/>
              <a:gd name="connsiteY40" fmla="*/ 5396260 h 6858000"/>
              <a:gd name="connsiteX41" fmla="*/ 638731 w 1605470"/>
              <a:gd name="connsiteY41" fmla="*/ 5330009 h 6858000"/>
              <a:gd name="connsiteX42" fmla="*/ 672224 w 1605470"/>
              <a:gd name="connsiteY42" fmla="*/ 5273739 h 6858000"/>
              <a:gd name="connsiteX43" fmla="*/ 681823 w 1605470"/>
              <a:gd name="connsiteY43" fmla="*/ 5241779 h 6858000"/>
              <a:gd name="connsiteX44" fmla="*/ 693049 w 1605470"/>
              <a:gd name="connsiteY44" fmla="*/ 5225268 h 6858000"/>
              <a:gd name="connsiteX45" fmla="*/ 694069 w 1605470"/>
              <a:gd name="connsiteY45" fmla="*/ 5217684 h 6858000"/>
              <a:gd name="connsiteX46" fmla="*/ 701410 w 1605470"/>
              <a:gd name="connsiteY46" fmla="*/ 5193377 h 6858000"/>
              <a:gd name="connsiteX47" fmla="*/ 704713 w 1605470"/>
              <a:gd name="connsiteY47" fmla="*/ 5179288 h 6858000"/>
              <a:gd name="connsiteX48" fmla="*/ 705697 w 1605470"/>
              <a:gd name="connsiteY48" fmla="*/ 5173621 h 6858000"/>
              <a:gd name="connsiteX49" fmla="*/ 701331 w 1605470"/>
              <a:gd name="connsiteY49" fmla="*/ 5159961 h 6858000"/>
              <a:gd name="connsiteX50" fmla="*/ 708008 w 1605470"/>
              <a:gd name="connsiteY50" fmla="*/ 5144295 h 6858000"/>
              <a:gd name="connsiteX51" fmla="*/ 704941 w 1605470"/>
              <a:gd name="connsiteY51" fmla="*/ 5125185 h 6858000"/>
              <a:gd name="connsiteX52" fmla="*/ 711771 w 1605470"/>
              <a:gd name="connsiteY52" fmla="*/ 5121884 h 6858000"/>
              <a:gd name="connsiteX53" fmla="*/ 718807 w 1605470"/>
              <a:gd name="connsiteY53" fmla="*/ 5067850 h 6858000"/>
              <a:gd name="connsiteX54" fmla="*/ 721538 w 1605470"/>
              <a:gd name="connsiteY54" fmla="*/ 5060861 h 6858000"/>
              <a:gd name="connsiteX55" fmla="*/ 718242 w 1605470"/>
              <a:gd name="connsiteY55" fmla="*/ 5034192 h 6858000"/>
              <a:gd name="connsiteX56" fmla="*/ 719796 w 1605470"/>
              <a:gd name="connsiteY56" fmla="*/ 4993030 h 6858000"/>
              <a:gd name="connsiteX57" fmla="*/ 726705 w 1605470"/>
              <a:gd name="connsiteY57" fmla="*/ 4946844 h 6858000"/>
              <a:gd name="connsiteX58" fmla="*/ 722561 w 1605470"/>
              <a:gd name="connsiteY58" fmla="*/ 4932692 h 6858000"/>
              <a:gd name="connsiteX59" fmla="*/ 737964 w 1605470"/>
              <a:gd name="connsiteY59" fmla="*/ 4858827 h 6858000"/>
              <a:gd name="connsiteX60" fmla="*/ 732118 w 1605470"/>
              <a:gd name="connsiteY60" fmla="*/ 4801535 h 6858000"/>
              <a:gd name="connsiteX61" fmla="*/ 739787 w 1605470"/>
              <a:gd name="connsiteY61" fmla="*/ 4797794 h 6858000"/>
              <a:gd name="connsiteX62" fmla="*/ 741081 w 1605470"/>
              <a:gd name="connsiteY62" fmla="*/ 4784526 h 6858000"/>
              <a:gd name="connsiteX63" fmla="*/ 742865 w 1605470"/>
              <a:gd name="connsiteY63" fmla="*/ 4781211 h 6858000"/>
              <a:gd name="connsiteX64" fmla="*/ 751652 w 1605470"/>
              <a:gd name="connsiteY64" fmla="*/ 4761984 h 6858000"/>
              <a:gd name="connsiteX65" fmla="*/ 747700 w 1605470"/>
              <a:gd name="connsiteY65" fmla="*/ 4690749 h 6858000"/>
              <a:gd name="connsiteX66" fmla="*/ 743180 w 1605470"/>
              <a:gd name="connsiteY66" fmla="*/ 4584173 h 6858000"/>
              <a:gd name="connsiteX67" fmla="*/ 738263 w 1605470"/>
              <a:gd name="connsiteY67" fmla="*/ 4444346 h 6858000"/>
              <a:gd name="connsiteX68" fmla="*/ 734828 w 1605470"/>
              <a:gd name="connsiteY68" fmla="*/ 4375228 h 6858000"/>
              <a:gd name="connsiteX69" fmla="*/ 715481 w 1605470"/>
              <a:gd name="connsiteY69" fmla="*/ 4214165 h 6858000"/>
              <a:gd name="connsiteX70" fmla="*/ 719554 w 1605470"/>
              <a:gd name="connsiteY70" fmla="*/ 4090296 h 6858000"/>
              <a:gd name="connsiteX71" fmla="*/ 704810 w 1605470"/>
              <a:gd name="connsiteY71" fmla="*/ 4033999 h 6858000"/>
              <a:gd name="connsiteX72" fmla="*/ 705959 w 1605470"/>
              <a:gd name="connsiteY72" fmla="*/ 4031933 h 6858000"/>
              <a:gd name="connsiteX73" fmla="*/ 704535 w 1605470"/>
              <a:gd name="connsiteY73" fmla="*/ 4013953 h 6858000"/>
              <a:gd name="connsiteX74" fmla="*/ 700443 w 1605470"/>
              <a:gd name="connsiteY74" fmla="*/ 4010511 h 6858000"/>
              <a:gd name="connsiteX75" fmla="*/ 698282 w 1605470"/>
              <a:gd name="connsiteY75" fmla="*/ 3998331 h 6858000"/>
              <a:gd name="connsiteX76" fmla="*/ 690830 w 1605470"/>
              <a:gd name="connsiteY76" fmla="*/ 3974753 h 6858000"/>
              <a:gd name="connsiteX77" fmla="*/ 692428 w 1605470"/>
              <a:gd name="connsiteY77" fmla="*/ 3969950 h 6858000"/>
              <a:gd name="connsiteX78" fmla="*/ 685850 w 1605470"/>
              <a:gd name="connsiteY78" fmla="*/ 3933779 h 6858000"/>
              <a:gd name="connsiteX79" fmla="*/ 687181 w 1605470"/>
              <a:gd name="connsiteY79" fmla="*/ 3933093 h 6858000"/>
              <a:gd name="connsiteX80" fmla="*/ 691535 w 1605470"/>
              <a:gd name="connsiteY80" fmla="*/ 3922082 h 6858000"/>
              <a:gd name="connsiteX81" fmla="*/ 696613 w 1605470"/>
              <a:gd name="connsiteY81" fmla="*/ 3901461 h 6858000"/>
              <a:gd name="connsiteX82" fmla="*/ 719207 w 1605470"/>
              <a:gd name="connsiteY82" fmla="*/ 3813873 h 6858000"/>
              <a:gd name="connsiteX83" fmla="*/ 718632 w 1605470"/>
              <a:gd name="connsiteY83" fmla="*/ 3806161 h 6858000"/>
              <a:gd name="connsiteX84" fmla="*/ 718939 w 1605470"/>
              <a:gd name="connsiteY84" fmla="*/ 3805957 h 6858000"/>
              <a:gd name="connsiteX85" fmla="*/ 718966 w 1605470"/>
              <a:gd name="connsiteY85" fmla="*/ 3797724 h 6858000"/>
              <a:gd name="connsiteX86" fmla="*/ 717581 w 1605470"/>
              <a:gd name="connsiteY86" fmla="*/ 3792098 h 6858000"/>
              <a:gd name="connsiteX87" fmla="*/ 716465 w 1605470"/>
              <a:gd name="connsiteY87" fmla="*/ 3777135 h 6858000"/>
              <a:gd name="connsiteX88" fmla="*/ 718198 w 1605470"/>
              <a:gd name="connsiteY88" fmla="*/ 3771656 h 6858000"/>
              <a:gd name="connsiteX89" fmla="*/ 721941 w 1605470"/>
              <a:gd name="connsiteY89" fmla="*/ 3769007 h 6858000"/>
              <a:gd name="connsiteX90" fmla="*/ 721407 w 1605470"/>
              <a:gd name="connsiteY90" fmla="*/ 3767709 h 6858000"/>
              <a:gd name="connsiteX91" fmla="*/ 730103 w 1605470"/>
              <a:gd name="connsiteY91" fmla="*/ 3738082 h 6858000"/>
              <a:gd name="connsiteX92" fmla="*/ 737449 w 1605470"/>
              <a:gd name="connsiteY92" fmla="*/ 3673397 h 6858000"/>
              <a:gd name="connsiteX93" fmla="*/ 736745 w 1605470"/>
              <a:gd name="connsiteY93" fmla="*/ 3637109 h 6858000"/>
              <a:gd name="connsiteX94" fmla="*/ 740188 w 1605470"/>
              <a:gd name="connsiteY94" fmla="*/ 3536883 h 6858000"/>
              <a:gd name="connsiteX95" fmla="*/ 747726 w 1605470"/>
              <a:gd name="connsiteY95" fmla="*/ 3435652 h 6858000"/>
              <a:gd name="connsiteX96" fmla="*/ 774383 w 1605470"/>
              <a:gd name="connsiteY96" fmla="*/ 3381564 h 6858000"/>
              <a:gd name="connsiteX97" fmla="*/ 774870 w 1605470"/>
              <a:gd name="connsiteY97" fmla="*/ 3375761 h 6858000"/>
              <a:gd name="connsiteX98" fmla="*/ 770510 w 1605470"/>
              <a:gd name="connsiteY98" fmla="*/ 3361844 h 6858000"/>
              <a:gd name="connsiteX99" fmla="*/ 767933 w 1605470"/>
              <a:gd name="connsiteY99" fmla="*/ 3356929 h 6858000"/>
              <a:gd name="connsiteX100" fmla="*/ 766158 w 1605470"/>
              <a:gd name="connsiteY100" fmla="*/ 3349058 h 6858000"/>
              <a:gd name="connsiteX101" fmla="*/ 766414 w 1605470"/>
              <a:gd name="connsiteY101" fmla="*/ 3348763 h 6858000"/>
              <a:gd name="connsiteX102" fmla="*/ 764166 w 1605470"/>
              <a:gd name="connsiteY102" fmla="*/ 3341588 h 6858000"/>
              <a:gd name="connsiteX103" fmla="*/ 749397 w 1605470"/>
              <a:gd name="connsiteY103" fmla="*/ 3307769 h 6858000"/>
              <a:gd name="connsiteX104" fmla="*/ 766960 w 1605470"/>
              <a:gd name="connsiteY104" fmla="*/ 3250522 h 6858000"/>
              <a:gd name="connsiteX105" fmla="*/ 767385 w 1605470"/>
              <a:gd name="connsiteY105" fmla="*/ 3229163 h 6858000"/>
              <a:gd name="connsiteX106" fmla="*/ 769208 w 1605470"/>
              <a:gd name="connsiteY106" fmla="*/ 3217217 h 6858000"/>
              <a:gd name="connsiteX107" fmla="*/ 770350 w 1605470"/>
              <a:gd name="connsiteY107" fmla="*/ 3216125 h 6858000"/>
              <a:gd name="connsiteX108" fmla="*/ 756043 w 1605470"/>
              <a:gd name="connsiteY108" fmla="*/ 3183755 h 6858000"/>
              <a:gd name="connsiteX109" fmla="*/ 756544 w 1605470"/>
              <a:gd name="connsiteY109" fmla="*/ 3178642 h 6858000"/>
              <a:gd name="connsiteX110" fmla="*/ 744144 w 1605470"/>
              <a:gd name="connsiteY110" fmla="*/ 3158586 h 6858000"/>
              <a:gd name="connsiteX111" fmla="*/ 739378 w 1605470"/>
              <a:gd name="connsiteY111" fmla="*/ 3147669 h 6858000"/>
              <a:gd name="connsiteX112" fmla="*/ 734648 w 1605470"/>
              <a:gd name="connsiteY112" fmla="*/ 3145733 h 6858000"/>
              <a:gd name="connsiteX113" fmla="*/ 729329 w 1605470"/>
              <a:gd name="connsiteY113" fmla="*/ 3129034 h 6858000"/>
              <a:gd name="connsiteX114" fmla="*/ 729994 w 1605470"/>
              <a:gd name="connsiteY114" fmla="*/ 3126682 h 6858000"/>
              <a:gd name="connsiteX115" fmla="*/ 720862 w 1605470"/>
              <a:gd name="connsiteY115" fmla="*/ 3114519 h 6858000"/>
              <a:gd name="connsiteX116" fmla="*/ 707471 w 1605470"/>
              <a:gd name="connsiteY116" fmla="*/ 3106272 h 6858000"/>
              <a:gd name="connsiteX117" fmla="*/ 680201 w 1605470"/>
              <a:gd name="connsiteY117" fmla="*/ 2958185 h 6858000"/>
              <a:gd name="connsiteX118" fmla="*/ 622815 w 1605470"/>
              <a:gd name="connsiteY118" fmla="*/ 2762989 h 6858000"/>
              <a:gd name="connsiteX119" fmla="*/ 571733 w 1605470"/>
              <a:gd name="connsiteY119" fmla="*/ 2554718 h 6858000"/>
              <a:gd name="connsiteX120" fmla="*/ 551827 w 1605470"/>
              <a:gd name="connsiteY120" fmla="*/ 2485734 h 6858000"/>
              <a:gd name="connsiteX121" fmla="*/ 542550 w 1605470"/>
              <a:gd name="connsiteY121" fmla="*/ 2447068 h 6858000"/>
              <a:gd name="connsiteX122" fmla="*/ 529511 w 1605470"/>
              <a:gd name="connsiteY122" fmla="*/ 2425819 h 6858000"/>
              <a:gd name="connsiteX123" fmla="*/ 528878 w 1605470"/>
              <a:gd name="connsiteY123" fmla="*/ 2408971 h 6858000"/>
              <a:gd name="connsiteX124" fmla="*/ 535510 w 1605470"/>
              <a:gd name="connsiteY124" fmla="*/ 2402874 h 6858000"/>
              <a:gd name="connsiteX125" fmla="*/ 538122 w 1605470"/>
              <a:gd name="connsiteY125" fmla="*/ 2381443 h 6858000"/>
              <a:gd name="connsiteX126" fmla="*/ 514451 w 1605470"/>
              <a:gd name="connsiteY126" fmla="*/ 2261920 h 6858000"/>
              <a:gd name="connsiteX127" fmla="*/ 504338 w 1605470"/>
              <a:gd name="connsiteY127" fmla="*/ 2195378 h 6858000"/>
              <a:gd name="connsiteX128" fmla="*/ 488555 w 1605470"/>
              <a:gd name="connsiteY128" fmla="*/ 2155135 h 6858000"/>
              <a:gd name="connsiteX129" fmla="*/ 486013 w 1605470"/>
              <a:gd name="connsiteY129" fmla="*/ 2118008 h 6858000"/>
              <a:gd name="connsiteX130" fmla="*/ 487006 w 1605470"/>
              <a:gd name="connsiteY130" fmla="*/ 2050531 h 6858000"/>
              <a:gd name="connsiteX131" fmla="*/ 478812 w 1605470"/>
              <a:gd name="connsiteY131" fmla="*/ 1963269 h 6858000"/>
              <a:gd name="connsiteX132" fmla="*/ 459990 w 1605470"/>
              <a:gd name="connsiteY132" fmla="*/ 1906352 h 6858000"/>
              <a:gd name="connsiteX133" fmla="*/ 436547 w 1605470"/>
              <a:gd name="connsiteY133" fmla="*/ 1861531 h 6858000"/>
              <a:gd name="connsiteX134" fmla="*/ 390346 w 1605470"/>
              <a:gd name="connsiteY134" fmla="*/ 1732919 h 6858000"/>
              <a:gd name="connsiteX135" fmla="*/ 362657 w 1605470"/>
              <a:gd name="connsiteY135" fmla="*/ 1663540 h 6858000"/>
              <a:gd name="connsiteX136" fmla="*/ 361783 w 1605470"/>
              <a:gd name="connsiteY136" fmla="*/ 1615777 h 6858000"/>
              <a:gd name="connsiteX137" fmla="*/ 342578 w 1605470"/>
              <a:gd name="connsiteY137" fmla="*/ 1563678 h 6858000"/>
              <a:gd name="connsiteX138" fmla="*/ 355658 w 1605470"/>
              <a:gd name="connsiteY138" fmla="*/ 1519474 h 6858000"/>
              <a:gd name="connsiteX139" fmla="*/ 348400 w 1605470"/>
              <a:gd name="connsiteY139" fmla="*/ 1477995 h 6858000"/>
              <a:gd name="connsiteX140" fmla="*/ 334485 w 1605470"/>
              <a:gd name="connsiteY140" fmla="*/ 1373769 h 6858000"/>
              <a:gd name="connsiteX141" fmla="*/ 342792 w 1605470"/>
              <a:gd name="connsiteY141" fmla="*/ 1307086 h 6858000"/>
              <a:gd name="connsiteX142" fmla="*/ 343980 w 1605470"/>
              <a:gd name="connsiteY142" fmla="*/ 1189033 h 6858000"/>
              <a:gd name="connsiteX143" fmla="*/ 348665 w 1605470"/>
              <a:gd name="connsiteY143" fmla="*/ 1168288 h 6858000"/>
              <a:gd name="connsiteX144" fmla="*/ 340947 w 1605470"/>
              <a:gd name="connsiteY144" fmla="*/ 1142577 h 6858000"/>
              <a:gd name="connsiteX145" fmla="*/ 330253 w 1605470"/>
              <a:gd name="connsiteY145" fmla="*/ 1088484 h 6858000"/>
              <a:gd name="connsiteX146" fmla="*/ 318989 w 1605470"/>
              <a:gd name="connsiteY146" fmla="*/ 1016103 h 6858000"/>
              <a:gd name="connsiteX147" fmla="*/ 320445 w 1605470"/>
              <a:gd name="connsiteY147" fmla="*/ 932283 h 6858000"/>
              <a:gd name="connsiteX148" fmla="*/ 322681 w 1605470"/>
              <a:gd name="connsiteY148" fmla="*/ 915925 h 6858000"/>
              <a:gd name="connsiteX149" fmla="*/ 315310 w 1605470"/>
              <a:gd name="connsiteY149" fmla="*/ 896999 h 6858000"/>
              <a:gd name="connsiteX150" fmla="*/ 284718 w 1605470"/>
              <a:gd name="connsiteY150" fmla="*/ 821517 h 6858000"/>
              <a:gd name="connsiteX151" fmla="*/ 263668 w 1605470"/>
              <a:gd name="connsiteY151" fmla="*/ 751353 h 6858000"/>
              <a:gd name="connsiteX152" fmla="*/ 263226 w 1605470"/>
              <a:gd name="connsiteY152" fmla="*/ 721230 h 6858000"/>
              <a:gd name="connsiteX153" fmla="*/ 248897 w 1605470"/>
              <a:gd name="connsiteY153" fmla="*/ 681659 h 6858000"/>
              <a:gd name="connsiteX154" fmla="*/ 234316 w 1605470"/>
              <a:gd name="connsiteY154" fmla="*/ 635218 h 6858000"/>
              <a:gd name="connsiteX155" fmla="*/ 239327 w 1605470"/>
              <a:gd name="connsiteY155" fmla="*/ 613763 h 6858000"/>
              <a:gd name="connsiteX156" fmla="*/ 225269 w 1605470"/>
              <a:gd name="connsiteY156" fmla="*/ 598582 h 6858000"/>
              <a:gd name="connsiteX157" fmla="*/ 224950 w 1605470"/>
              <a:gd name="connsiteY157" fmla="*/ 576846 h 6858000"/>
              <a:gd name="connsiteX158" fmla="*/ 204576 w 1605470"/>
              <a:gd name="connsiteY158" fmla="*/ 530055 h 6858000"/>
              <a:gd name="connsiteX159" fmla="*/ 219064 w 1605470"/>
              <a:gd name="connsiteY159" fmla="*/ 469651 h 6858000"/>
              <a:gd name="connsiteX160" fmla="*/ 195012 w 1605470"/>
              <a:gd name="connsiteY160" fmla="*/ 448559 h 6858000"/>
              <a:gd name="connsiteX161" fmla="*/ 201434 w 1605470"/>
              <a:gd name="connsiteY161" fmla="*/ 441529 h 6858000"/>
              <a:gd name="connsiteX162" fmla="*/ 200655 w 1605470"/>
              <a:gd name="connsiteY162" fmla="*/ 428927 h 6858000"/>
              <a:gd name="connsiteX163" fmla="*/ 190059 w 1605470"/>
              <a:gd name="connsiteY163" fmla="*/ 430161 h 6858000"/>
              <a:gd name="connsiteX164" fmla="*/ 167079 w 1605470"/>
              <a:gd name="connsiteY164" fmla="*/ 367211 h 6858000"/>
              <a:gd name="connsiteX165" fmla="*/ 124571 w 1605470"/>
              <a:gd name="connsiteY165" fmla="*/ 302178 h 6858000"/>
              <a:gd name="connsiteX166" fmla="*/ 103243 w 1605470"/>
              <a:gd name="connsiteY166" fmla="*/ 211375 h 6858000"/>
              <a:gd name="connsiteX167" fmla="*/ 94571 w 1605470"/>
              <a:gd name="connsiteY167" fmla="*/ 184179 h 6858000"/>
              <a:gd name="connsiteX168" fmla="*/ 13437 w 1605470"/>
              <a:gd name="connsiteY168" fmla="*/ 19287 h 6858000"/>
              <a:gd name="connsiteX169" fmla="*/ 0 w 1605470"/>
              <a:gd name="connsiteY169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8335 w 1605470"/>
              <a:gd name="connsiteY37" fmla="*/ 5665173 h 6858000"/>
              <a:gd name="connsiteX38" fmla="*/ 562052 w 1605470"/>
              <a:gd name="connsiteY38" fmla="*/ 5563435 h 6858000"/>
              <a:gd name="connsiteX39" fmla="*/ 591557 w 1605470"/>
              <a:gd name="connsiteY39" fmla="*/ 5476393 h 6858000"/>
              <a:gd name="connsiteX40" fmla="*/ 622750 w 1605470"/>
              <a:gd name="connsiteY40" fmla="*/ 5396260 h 6858000"/>
              <a:gd name="connsiteX41" fmla="*/ 638731 w 1605470"/>
              <a:gd name="connsiteY41" fmla="*/ 5330009 h 6858000"/>
              <a:gd name="connsiteX42" fmla="*/ 672224 w 1605470"/>
              <a:gd name="connsiteY42" fmla="*/ 5273739 h 6858000"/>
              <a:gd name="connsiteX43" fmla="*/ 681823 w 1605470"/>
              <a:gd name="connsiteY43" fmla="*/ 5241779 h 6858000"/>
              <a:gd name="connsiteX44" fmla="*/ 693049 w 1605470"/>
              <a:gd name="connsiteY44" fmla="*/ 5225268 h 6858000"/>
              <a:gd name="connsiteX45" fmla="*/ 694069 w 1605470"/>
              <a:gd name="connsiteY45" fmla="*/ 5217684 h 6858000"/>
              <a:gd name="connsiteX46" fmla="*/ 701410 w 1605470"/>
              <a:gd name="connsiteY46" fmla="*/ 5193377 h 6858000"/>
              <a:gd name="connsiteX47" fmla="*/ 704713 w 1605470"/>
              <a:gd name="connsiteY47" fmla="*/ 5179288 h 6858000"/>
              <a:gd name="connsiteX48" fmla="*/ 705697 w 1605470"/>
              <a:gd name="connsiteY48" fmla="*/ 5173621 h 6858000"/>
              <a:gd name="connsiteX49" fmla="*/ 701331 w 1605470"/>
              <a:gd name="connsiteY49" fmla="*/ 5159961 h 6858000"/>
              <a:gd name="connsiteX50" fmla="*/ 708008 w 1605470"/>
              <a:gd name="connsiteY50" fmla="*/ 5144295 h 6858000"/>
              <a:gd name="connsiteX51" fmla="*/ 704941 w 1605470"/>
              <a:gd name="connsiteY51" fmla="*/ 5125185 h 6858000"/>
              <a:gd name="connsiteX52" fmla="*/ 711771 w 1605470"/>
              <a:gd name="connsiteY52" fmla="*/ 5121884 h 6858000"/>
              <a:gd name="connsiteX53" fmla="*/ 718807 w 1605470"/>
              <a:gd name="connsiteY53" fmla="*/ 5067850 h 6858000"/>
              <a:gd name="connsiteX54" fmla="*/ 721538 w 1605470"/>
              <a:gd name="connsiteY54" fmla="*/ 5060861 h 6858000"/>
              <a:gd name="connsiteX55" fmla="*/ 718242 w 1605470"/>
              <a:gd name="connsiteY55" fmla="*/ 5034192 h 6858000"/>
              <a:gd name="connsiteX56" fmla="*/ 719796 w 1605470"/>
              <a:gd name="connsiteY56" fmla="*/ 4993030 h 6858000"/>
              <a:gd name="connsiteX57" fmla="*/ 726705 w 1605470"/>
              <a:gd name="connsiteY57" fmla="*/ 4946844 h 6858000"/>
              <a:gd name="connsiteX58" fmla="*/ 722561 w 1605470"/>
              <a:gd name="connsiteY58" fmla="*/ 4932692 h 6858000"/>
              <a:gd name="connsiteX59" fmla="*/ 737964 w 1605470"/>
              <a:gd name="connsiteY59" fmla="*/ 4858827 h 6858000"/>
              <a:gd name="connsiteX60" fmla="*/ 732118 w 1605470"/>
              <a:gd name="connsiteY60" fmla="*/ 4801535 h 6858000"/>
              <a:gd name="connsiteX61" fmla="*/ 739787 w 1605470"/>
              <a:gd name="connsiteY61" fmla="*/ 4797794 h 6858000"/>
              <a:gd name="connsiteX62" fmla="*/ 741081 w 1605470"/>
              <a:gd name="connsiteY62" fmla="*/ 4784526 h 6858000"/>
              <a:gd name="connsiteX63" fmla="*/ 742865 w 1605470"/>
              <a:gd name="connsiteY63" fmla="*/ 4781211 h 6858000"/>
              <a:gd name="connsiteX64" fmla="*/ 751652 w 1605470"/>
              <a:gd name="connsiteY64" fmla="*/ 4761984 h 6858000"/>
              <a:gd name="connsiteX65" fmla="*/ 747700 w 1605470"/>
              <a:gd name="connsiteY65" fmla="*/ 4690749 h 6858000"/>
              <a:gd name="connsiteX66" fmla="*/ 743180 w 1605470"/>
              <a:gd name="connsiteY66" fmla="*/ 4584173 h 6858000"/>
              <a:gd name="connsiteX67" fmla="*/ 738263 w 1605470"/>
              <a:gd name="connsiteY67" fmla="*/ 4444346 h 6858000"/>
              <a:gd name="connsiteX68" fmla="*/ 734828 w 1605470"/>
              <a:gd name="connsiteY68" fmla="*/ 4375228 h 6858000"/>
              <a:gd name="connsiteX69" fmla="*/ 715481 w 1605470"/>
              <a:gd name="connsiteY69" fmla="*/ 4214165 h 6858000"/>
              <a:gd name="connsiteX70" fmla="*/ 719554 w 1605470"/>
              <a:gd name="connsiteY70" fmla="*/ 4090296 h 6858000"/>
              <a:gd name="connsiteX71" fmla="*/ 704810 w 1605470"/>
              <a:gd name="connsiteY71" fmla="*/ 4033999 h 6858000"/>
              <a:gd name="connsiteX72" fmla="*/ 705959 w 1605470"/>
              <a:gd name="connsiteY72" fmla="*/ 4031933 h 6858000"/>
              <a:gd name="connsiteX73" fmla="*/ 704535 w 1605470"/>
              <a:gd name="connsiteY73" fmla="*/ 4013953 h 6858000"/>
              <a:gd name="connsiteX74" fmla="*/ 700443 w 1605470"/>
              <a:gd name="connsiteY74" fmla="*/ 4010511 h 6858000"/>
              <a:gd name="connsiteX75" fmla="*/ 698282 w 1605470"/>
              <a:gd name="connsiteY75" fmla="*/ 3998331 h 6858000"/>
              <a:gd name="connsiteX76" fmla="*/ 690830 w 1605470"/>
              <a:gd name="connsiteY76" fmla="*/ 3974753 h 6858000"/>
              <a:gd name="connsiteX77" fmla="*/ 692428 w 1605470"/>
              <a:gd name="connsiteY77" fmla="*/ 3969950 h 6858000"/>
              <a:gd name="connsiteX78" fmla="*/ 685850 w 1605470"/>
              <a:gd name="connsiteY78" fmla="*/ 3933779 h 6858000"/>
              <a:gd name="connsiteX79" fmla="*/ 687181 w 1605470"/>
              <a:gd name="connsiteY79" fmla="*/ 3933093 h 6858000"/>
              <a:gd name="connsiteX80" fmla="*/ 691535 w 1605470"/>
              <a:gd name="connsiteY80" fmla="*/ 3922082 h 6858000"/>
              <a:gd name="connsiteX81" fmla="*/ 696613 w 1605470"/>
              <a:gd name="connsiteY81" fmla="*/ 3901461 h 6858000"/>
              <a:gd name="connsiteX82" fmla="*/ 719207 w 1605470"/>
              <a:gd name="connsiteY82" fmla="*/ 3813873 h 6858000"/>
              <a:gd name="connsiteX83" fmla="*/ 718632 w 1605470"/>
              <a:gd name="connsiteY83" fmla="*/ 3806161 h 6858000"/>
              <a:gd name="connsiteX84" fmla="*/ 718939 w 1605470"/>
              <a:gd name="connsiteY84" fmla="*/ 3805957 h 6858000"/>
              <a:gd name="connsiteX85" fmla="*/ 718966 w 1605470"/>
              <a:gd name="connsiteY85" fmla="*/ 3797724 h 6858000"/>
              <a:gd name="connsiteX86" fmla="*/ 717581 w 1605470"/>
              <a:gd name="connsiteY86" fmla="*/ 3792098 h 6858000"/>
              <a:gd name="connsiteX87" fmla="*/ 716465 w 1605470"/>
              <a:gd name="connsiteY87" fmla="*/ 3777135 h 6858000"/>
              <a:gd name="connsiteX88" fmla="*/ 718198 w 1605470"/>
              <a:gd name="connsiteY88" fmla="*/ 3771656 h 6858000"/>
              <a:gd name="connsiteX89" fmla="*/ 721941 w 1605470"/>
              <a:gd name="connsiteY89" fmla="*/ 3769007 h 6858000"/>
              <a:gd name="connsiteX90" fmla="*/ 721407 w 1605470"/>
              <a:gd name="connsiteY90" fmla="*/ 3767709 h 6858000"/>
              <a:gd name="connsiteX91" fmla="*/ 730103 w 1605470"/>
              <a:gd name="connsiteY91" fmla="*/ 3738082 h 6858000"/>
              <a:gd name="connsiteX92" fmla="*/ 737449 w 1605470"/>
              <a:gd name="connsiteY92" fmla="*/ 3673397 h 6858000"/>
              <a:gd name="connsiteX93" fmla="*/ 736745 w 1605470"/>
              <a:gd name="connsiteY93" fmla="*/ 3637109 h 6858000"/>
              <a:gd name="connsiteX94" fmla="*/ 740188 w 1605470"/>
              <a:gd name="connsiteY94" fmla="*/ 3536883 h 6858000"/>
              <a:gd name="connsiteX95" fmla="*/ 747726 w 1605470"/>
              <a:gd name="connsiteY95" fmla="*/ 3435652 h 6858000"/>
              <a:gd name="connsiteX96" fmla="*/ 774383 w 1605470"/>
              <a:gd name="connsiteY96" fmla="*/ 3381564 h 6858000"/>
              <a:gd name="connsiteX97" fmla="*/ 774870 w 1605470"/>
              <a:gd name="connsiteY97" fmla="*/ 3375761 h 6858000"/>
              <a:gd name="connsiteX98" fmla="*/ 770510 w 1605470"/>
              <a:gd name="connsiteY98" fmla="*/ 3361844 h 6858000"/>
              <a:gd name="connsiteX99" fmla="*/ 767933 w 1605470"/>
              <a:gd name="connsiteY99" fmla="*/ 3356929 h 6858000"/>
              <a:gd name="connsiteX100" fmla="*/ 766158 w 1605470"/>
              <a:gd name="connsiteY100" fmla="*/ 3349058 h 6858000"/>
              <a:gd name="connsiteX101" fmla="*/ 766414 w 1605470"/>
              <a:gd name="connsiteY101" fmla="*/ 3348763 h 6858000"/>
              <a:gd name="connsiteX102" fmla="*/ 764166 w 1605470"/>
              <a:gd name="connsiteY102" fmla="*/ 3341588 h 6858000"/>
              <a:gd name="connsiteX103" fmla="*/ 749397 w 1605470"/>
              <a:gd name="connsiteY103" fmla="*/ 3307769 h 6858000"/>
              <a:gd name="connsiteX104" fmla="*/ 766960 w 1605470"/>
              <a:gd name="connsiteY104" fmla="*/ 3250522 h 6858000"/>
              <a:gd name="connsiteX105" fmla="*/ 767385 w 1605470"/>
              <a:gd name="connsiteY105" fmla="*/ 3229163 h 6858000"/>
              <a:gd name="connsiteX106" fmla="*/ 769208 w 1605470"/>
              <a:gd name="connsiteY106" fmla="*/ 3217217 h 6858000"/>
              <a:gd name="connsiteX107" fmla="*/ 770350 w 1605470"/>
              <a:gd name="connsiteY107" fmla="*/ 3216125 h 6858000"/>
              <a:gd name="connsiteX108" fmla="*/ 756043 w 1605470"/>
              <a:gd name="connsiteY108" fmla="*/ 3183755 h 6858000"/>
              <a:gd name="connsiteX109" fmla="*/ 756544 w 1605470"/>
              <a:gd name="connsiteY109" fmla="*/ 3178642 h 6858000"/>
              <a:gd name="connsiteX110" fmla="*/ 744144 w 1605470"/>
              <a:gd name="connsiteY110" fmla="*/ 3158586 h 6858000"/>
              <a:gd name="connsiteX111" fmla="*/ 739378 w 1605470"/>
              <a:gd name="connsiteY111" fmla="*/ 3147669 h 6858000"/>
              <a:gd name="connsiteX112" fmla="*/ 734648 w 1605470"/>
              <a:gd name="connsiteY112" fmla="*/ 3145733 h 6858000"/>
              <a:gd name="connsiteX113" fmla="*/ 729329 w 1605470"/>
              <a:gd name="connsiteY113" fmla="*/ 3129034 h 6858000"/>
              <a:gd name="connsiteX114" fmla="*/ 729994 w 1605470"/>
              <a:gd name="connsiteY114" fmla="*/ 3126682 h 6858000"/>
              <a:gd name="connsiteX115" fmla="*/ 720862 w 1605470"/>
              <a:gd name="connsiteY115" fmla="*/ 3114519 h 6858000"/>
              <a:gd name="connsiteX116" fmla="*/ 707471 w 1605470"/>
              <a:gd name="connsiteY116" fmla="*/ 3106272 h 6858000"/>
              <a:gd name="connsiteX117" fmla="*/ 680201 w 1605470"/>
              <a:gd name="connsiteY117" fmla="*/ 2958185 h 6858000"/>
              <a:gd name="connsiteX118" fmla="*/ 622815 w 1605470"/>
              <a:gd name="connsiteY118" fmla="*/ 2762989 h 6858000"/>
              <a:gd name="connsiteX119" fmla="*/ 571733 w 1605470"/>
              <a:gd name="connsiteY119" fmla="*/ 2554718 h 6858000"/>
              <a:gd name="connsiteX120" fmla="*/ 551827 w 1605470"/>
              <a:gd name="connsiteY120" fmla="*/ 2485734 h 6858000"/>
              <a:gd name="connsiteX121" fmla="*/ 542550 w 1605470"/>
              <a:gd name="connsiteY121" fmla="*/ 2447068 h 6858000"/>
              <a:gd name="connsiteX122" fmla="*/ 529511 w 1605470"/>
              <a:gd name="connsiteY122" fmla="*/ 2425819 h 6858000"/>
              <a:gd name="connsiteX123" fmla="*/ 528878 w 1605470"/>
              <a:gd name="connsiteY123" fmla="*/ 2408971 h 6858000"/>
              <a:gd name="connsiteX124" fmla="*/ 535510 w 1605470"/>
              <a:gd name="connsiteY124" fmla="*/ 2402874 h 6858000"/>
              <a:gd name="connsiteX125" fmla="*/ 538122 w 1605470"/>
              <a:gd name="connsiteY125" fmla="*/ 2381443 h 6858000"/>
              <a:gd name="connsiteX126" fmla="*/ 514451 w 1605470"/>
              <a:gd name="connsiteY126" fmla="*/ 2261920 h 6858000"/>
              <a:gd name="connsiteX127" fmla="*/ 504338 w 1605470"/>
              <a:gd name="connsiteY127" fmla="*/ 2195378 h 6858000"/>
              <a:gd name="connsiteX128" fmla="*/ 488555 w 1605470"/>
              <a:gd name="connsiteY128" fmla="*/ 2155135 h 6858000"/>
              <a:gd name="connsiteX129" fmla="*/ 486013 w 1605470"/>
              <a:gd name="connsiteY129" fmla="*/ 2118008 h 6858000"/>
              <a:gd name="connsiteX130" fmla="*/ 487006 w 1605470"/>
              <a:gd name="connsiteY130" fmla="*/ 2050531 h 6858000"/>
              <a:gd name="connsiteX131" fmla="*/ 478812 w 1605470"/>
              <a:gd name="connsiteY131" fmla="*/ 1963269 h 6858000"/>
              <a:gd name="connsiteX132" fmla="*/ 459990 w 1605470"/>
              <a:gd name="connsiteY132" fmla="*/ 1906352 h 6858000"/>
              <a:gd name="connsiteX133" fmla="*/ 436547 w 1605470"/>
              <a:gd name="connsiteY133" fmla="*/ 1861531 h 6858000"/>
              <a:gd name="connsiteX134" fmla="*/ 390346 w 1605470"/>
              <a:gd name="connsiteY134" fmla="*/ 1732919 h 6858000"/>
              <a:gd name="connsiteX135" fmla="*/ 362657 w 1605470"/>
              <a:gd name="connsiteY135" fmla="*/ 1663540 h 6858000"/>
              <a:gd name="connsiteX136" fmla="*/ 361783 w 1605470"/>
              <a:gd name="connsiteY136" fmla="*/ 1615777 h 6858000"/>
              <a:gd name="connsiteX137" fmla="*/ 342578 w 1605470"/>
              <a:gd name="connsiteY137" fmla="*/ 1563678 h 6858000"/>
              <a:gd name="connsiteX138" fmla="*/ 355658 w 1605470"/>
              <a:gd name="connsiteY138" fmla="*/ 1519474 h 6858000"/>
              <a:gd name="connsiteX139" fmla="*/ 348400 w 1605470"/>
              <a:gd name="connsiteY139" fmla="*/ 1477995 h 6858000"/>
              <a:gd name="connsiteX140" fmla="*/ 334485 w 1605470"/>
              <a:gd name="connsiteY140" fmla="*/ 1373769 h 6858000"/>
              <a:gd name="connsiteX141" fmla="*/ 342792 w 1605470"/>
              <a:gd name="connsiteY141" fmla="*/ 1307086 h 6858000"/>
              <a:gd name="connsiteX142" fmla="*/ 343980 w 1605470"/>
              <a:gd name="connsiteY142" fmla="*/ 1189033 h 6858000"/>
              <a:gd name="connsiteX143" fmla="*/ 348665 w 1605470"/>
              <a:gd name="connsiteY143" fmla="*/ 1168288 h 6858000"/>
              <a:gd name="connsiteX144" fmla="*/ 340947 w 1605470"/>
              <a:gd name="connsiteY144" fmla="*/ 1142577 h 6858000"/>
              <a:gd name="connsiteX145" fmla="*/ 330253 w 1605470"/>
              <a:gd name="connsiteY145" fmla="*/ 1088484 h 6858000"/>
              <a:gd name="connsiteX146" fmla="*/ 318989 w 1605470"/>
              <a:gd name="connsiteY146" fmla="*/ 1016103 h 6858000"/>
              <a:gd name="connsiteX147" fmla="*/ 320445 w 1605470"/>
              <a:gd name="connsiteY147" fmla="*/ 932283 h 6858000"/>
              <a:gd name="connsiteX148" fmla="*/ 322681 w 1605470"/>
              <a:gd name="connsiteY148" fmla="*/ 915925 h 6858000"/>
              <a:gd name="connsiteX149" fmla="*/ 315310 w 1605470"/>
              <a:gd name="connsiteY149" fmla="*/ 896999 h 6858000"/>
              <a:gd name="connsiteX150" fmla="*/ 284718 w 1605470"/>
              <a:gd name="connsiteY150" fmla="*/ 821517 h 6858000"/>
              <a:gd name="connsiteX151" fmla="*/ 263668 w 1605470"/>
              <a:gd name="connsiteY151" fmla="*/ 751353 h 6858000"/>
              <a:gd name="connsiteX152" fmla="*/ 263226 w 1605470"/>
              <a:gd name="connsiteY152" fmla="*/ 721230 h 6858000"/>
              <a:gd name="connsiteX153" fmla="*/ 248897 w 1605470"/>
              <a:gd name="connsiteY153" fmla="*/ 681659 h 6858000"/>
              <a:gd name="connsiteX154" fmla="*/ 234316 w 1605470"/>
              <a:gd name="connsiteY154" fmla="*/ 635218 h 6858000"/>
              <a:gd name="connsiteX155" fmla="*/ 239327 w 1605470"/>
              <a:gd name="connsiteY155" fmla="*/ 613763 h 6858000"/>
              <a:gd name="connsiteX156" fmla="*/ 225269 w 1605470"/>
              <a:gd name="connsiteY156" fmla="*/ 598582 h 6858000"/>
              <a:gd name="connsiteX157" fmla="*/ 224950 w 1605470"/>
              <a:gd name="connsiteY157" fmla="*/ 576846 h 6858000"/>
              <a:gd name="connsiteX158" fmla="*/ 204576 w 1605470"/>
              <a:gd name="connsiteY158" fmla="*/ 530055 h 6858000"/>
              <a:gd name="connsiteX159" fmla="*/ 219064 w 1605470"/>
              <a:gd name="connsiteY159" fmla="*/ 469651 h 6858000"/>
              <a:gd name="connsiteX160" fmla="*/ 195012 w 1605470"/>
              <a:gd name="connsiteY160" fmla="*/ 448559 h 6858000"/>
              <a:gd name="connsiteX161" fmla="*/ 201434 w 1605470"/>
              <a:gd name="connsiteY161" fmla="*/ 441529 h 6858000"/>
              <a:gd name="connsiteX162" fmla="*/ 200655 w 1605470"/>
              <a:gd name="connsiteY162" fmla="*/ 428927 h 6858000"/>
              <a:gd name="connsiteX163" fmla="*/ 190059 w 1605470"/>
              <a:gd name="connsiteY163" fmla="*/ 430161 h 6858000"/>
              <a:gd name="connsiteX164" fmla="*/ 167079 w 1605470"/>
              <a:gd name="connsiteY164" fmla="*/ 367211 h 6858000"/>
              <a:gd name="connsiteX165" fmla="*/ 124571 w 1605470"/>
              <a:gd name="connsiteY165" fmla="*/ 302178 h 6858000"/>
              <a:gd name="connsiteX166" fmla="*/ 103243 w 1605470"/>
              <a:gd name="connsiteY166" fmla="*/ 211375 h 6858000"/>
              <a:gd name="connsiteX167" fmla="*/ 94571 w 1605470"/>
              <a:gd name="connsiteY167" fmla="*/ 184179 h 6858000"/>
              <a:gd name="connsiteX168" fmla="*/ 13437 w 1605470"/>
              <a:gd name="connsiteY168" fmla="*/ 19287 h 6858000"/>
              <a:gd name="connsiteX169" fmla="*/ 0 w 1605470"/>
              <a:gd name="connsiteY169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8335 w 1605470"/>
              <a:gd name="connsiteY37" fmla="*/ 5665173 h 6858000"/>
              <a:gd name="connsiteX38" fmla="*/ 562052 w 1605470"/>
              <a:gd name="connsiteY38" fmla="*/ 5563435 h 6858000"/>
              <a:gd name="connsiteX39" fmla="*/ 591557 w 1605470"/>
              <a:gd name="connsiteY39" fmla="*/ 5476393 h 6858000"/>
              <a:gd name="connsiteX40" fmla="*/ 622750 w 1605470"/>
              <a:gd name="connsiteY40" fmla="*/ 5396260 h 6858000"/>
              <a:gd name="connsiteX41" fmla="*/ 638731 w 1605470"/>
              <a:gd name="connsiteY41" fmla="*/ 5330009 h 6858000"/>
              <a:gd name="connsiteX42" fmla="*/ 672224 w 1605470"/>
              <a:gd name="connsiteY42" fmla="*/ 5273739 h 6858000"/>
              <a:gd name="connsiteX43" fmla="*/ 681823 w 1605470"/>
              <a:gd name="connsiteY43" fmla="*/ 5241779 h 6858000"/>
              <a:gd name="connsiteX44" fmla="*/ 693049 w 1605470"/>
              <a:gd name="connsiteY44" fmla="*/ 5225268 h 6858000"/>
              <a:gd name="connsiteX45" fmla="*/ 694069 w 1605470"/>
              <a:gd name="connsiteY45" fmla="*/ 5217684 h 6858000"/>
              <a:gd name="connsiteX46" fmla="*/ 701410 w 1605470"/>
              <a:gd name="connsiteY46" fmla="*/ 5193377 h 6858000"/>
              <a:gd name="connsiteX47" fmla="*/ 704713 w 1605470"/>
              <a:gd name="connsiteY47" fmla="*/ 5179288 h 6858000"/>
              <a:gd name="connsiteX48" fmla="*/ 705697 w 1605470"/>
              <a:gd name="connsiteY48" fmla="*/ 5173621 h 6858000"/>
              <a:gd name="connsiteX49" fmla="*/ 701331 w 1605470"/>
              <a:gd name="connsiteY49" fmla="*/ 5159961 h 6858000"/>
              <a:gd name="connsiteX50" fmla="*/ 708008 w 1605470"/>
              <a:gd name="connsiteY50" fmla="*/ 5144295 h 6858000"/>
              <a:gd name="connsiteX51" fmla="*/ 704941 w 1605470"/>
              <a:gd name="connsiteY51" fmla="*/ 5125185 h 6858000"/>
              <a:gd name="connsiteX52" fmla="*/ 711771 w 1605470"/>
              <a:gd name="connsiteY52" fmla="*/ 5121884 h 6858000"/>
              <a:gd name="connsiteX53" fmla="*/ 718807 w 1605470"/>
              <a:gd name="connsiteY53" fmla="*/ 5067850 h 6858000"/>
              <a:gd name="connsiteX54" fmla="*/ 721538 w 1605470"/>
              <a:gd name="connsiteY54" fmla="*/ 5060861 h 6858000"/>
              <a:gd name="connsiteX55" fmla="*/ 718242 w 1605470"/>
              <a:gd name="connsiteY55" fmla="*/ 5034192 h 6858000"/>
              <a:gd name="connsiteX56" fmla="*/ 719796 w 1605470"/>
              <a:gd name="connsiteY56" fmla="*/ 4993030 h 6858000"/>
              <a:gd name="connsiteX57" fmla="*/ 726705 w 1605470"/>
              <a:gd name="connsiteY57" fmla="*/ 4946844 h 6858000"/>
              <a:gd name="connsiteX58" fmla="*/ 722561 w 1605470"/>
              <a:gd name="connsiteY58" fmla="*/ 4932692 h 6858000"/>
              <a:gd name="connsiteX59" fmla="*/ 737964 w 1605470"/>
              <a:gd name="connsiteY59" fmla="*/ 4858827 h 6858000"/>
              <a:gd name="connsiteX60" fmla="*/ 732118 w 1605470"/>
              <a:gd name="connsiteY60" fmla="*/ 4801535 h 6858000"/>
              <a:gd name="connsiteX61" fmla="*/ 739787 w 1605470"/>
              <a:gd name="connsiteY61" fmla="*/ 4797794 h 6858000"/>
              <a:gd name="connsiteX62" fmla="*/ 741081 w 1605470"/>
              <a:gd name="connsiteY62" fmla="*/ 4784526 h 6858000"/>
              <a:gd name="connsiteX63" fmla="*/ 742865 w 1605470"/>
              <a:gd name="connsiteY63" fmla="*/ 4781211 h 6858000"/>
              <a:gd name="connsiteX64" fmla="*/ 751652 w 1605470"/>
              <a:gd name="connsiteY64" fmla="*/ 4761984 h 6858000"/>
              <a:gd name="connsiteX65" fmla="*/ 747700 w 1605470"/>
              <a:gd name="connsiteY65" fmla="*/ 4690749 h 6858000"/>
              <a:gd name="connsiteX66" fmla="*/ 743180 w 1605470"/>
              <a:gd name="connsiteY66" fmla="*/ 4584173 h 6858000"/>
              <a:gd name="connsiteX67" fmla="*/ 738263 w 1605470"/>
              <a:gd name="connsiteY67" fmla="*/ 4444346 h 6858000"/>
              <a:gd name="connsiteX68" fmla="*/ 734828 w 1605470"/>
              <a:gd name="connsiteY68" fmla="*/ 4375228 h 6858000"/>
              <a:gd name="connsiteX69" fmla="*/ 715481 w 1605470"/>
              <a:gd name="connsiteY69" fmla="*/ 4214165 h 6858000"/>
              <a:gd name="connsiteX70" fmla="*/ 719554 w 1605470"/>
              <a:gd name="connsiteY70" fmla="*/ 4090296 h 6858000"/>
              <a:gd name="connsiteX71" fmla="*/ 704810 w 1605470"/>
              <a:gd name="connsiteY71" fmla="*/ 4033999 h 6858000"/>
              <a:gd name="connsiteX72" fmla="*/ 705959 w 1605470"/>
              <a:gd name="connsiteY72" fmla="*/ 4031933 h 6858000"/>
              <a:gd name="connsiteX73" fmla="*/ 704535 w 1605470"/>
              <a:gd name="connsiteY73" fmla="*/ 4013953 h 6858000"/>
              <a:gd name="connsiteX74" fmla="*/ 700443 w 1605470"/>
              <a:gd name="connsiteY74" fmla="*/ 4010511 h 6858000"/>
              <a:gd name="connsiteX75" fmla="*/ 698282 w 1605470"/>
              <a:gd name="connsiteY75" fmla="*/ 3998331 h 6858000"/>
              <a:gd name="connsiteX76" fmla="*/ 690830 w 1605470"/>
              <a:gd name="connsiteY76" fmla="*/ 3974753 h 6858000"/>
              <a:gd name="connsiteX77" fmla="*/ 692428 w 1605470"/>
              <a:gd name="connsiteY77" fmla="*/ 3969950 h 6858000"/>
              <a:gd name="connsiteX78" fmla="*/ 685850 w 1605470"/>
              <a:gd name="connsiteY78" fmla="*/ 3933779 h 6858000"/>
              <a:gd name="connsiteX79" fmla="*/ 687181 w 1605470"/>
              <a:gd name="connsiteY79" fmla="*/ 3933093 h 6858000"/>
              <a:gd name="connsiteX80" fmla="*/ 691535 w 1605470"/>
              <a:gd name="connsiteY80" fmla="*/ 3922082 h 6858000"/>
              <a:gd name="connsiteX81" fmla="*/ 696613 w 1605470"/>
              <a:gd name="connsiteY81" fmla="*/ 3901461 h 6858000"/>
              <a:gd name="connsiteX82" fmla="*/ 719207 w 1605470"/>
              <a:gd name="connsiteY82" fmla="*/ 3813873 h 6858000"/>
              <a:gd name="connsiteX83" fmla="*/ 718632 w 1605470"/>
              <a:gd name="connsiteY83" fmla="*/ 3806161 h 6858000"/>
              <a:gd name="connsiteX84" fmla="*/ 718939 w 1605470"/>
              <a:gd name="connsiteY84" fmla="*/ 3805957 h 6858000"/>
              <a:gd name="connsiteX85" fmla="*/ 718966 w 1605470"/>
              <a:gd name="connsiteY85" fmla="*/ 3797724 h 6858000"/>
              <a:gd name="connsiteX86" fmla="*/ 717581 w 1605470"/>
              <a:gd name="connsiteY86" fmla="*/ 3792098 h 6858000"/>
              <a:gd name="connsiteX87" fmla="*/ 716465 w 1605470"/>
              <a:gd name="connsiteY87" fmla="*/ 3777135 h 6858000"/>
              <a:gd name="connsiteX88" fmla="*/ 718198 w 1605470"/>
              <a:gd name="connsiteY88" fmla="*/ 3771656 h 6858000"/>
              <a:gd name="connsiteX89" fmla="*/ 721941 w 1605470"/>
              <a:gd name="connsiteY89" fmla="*/ 3769007 h 6858000"/>
              <a:gd name="connsiteX90" fmla="*/ 721407 w 1605470"/>
              <a:gd name="connsiteY90" fmla="*/ 3767709 h 6858000"/>
              <a:gd name="connsiteX91" fmla="*/ 730103 w 1605470"/>
              <a:gd name="connsiteY91" fmla="*/ 3738082 h 6858000"/>
              <a:gd name="connsiteX92" fmla="*/ 737449 w 1605470"/>
              <a:gd name="connsiteY92" fmla="*/ 3673397 h 6858000"/>
              <a:gd name="connsiteX93" fmla="*/ 736745 w 1605470"/>
              <a:gd name="connsiteY93" fmla="*/ 3637109 h 6858000"/>
              <a:gd name="connsiteX94" fmla="*/ 740188 w 1605470"/>
              <a:gd name="connsiteY94" fmla="*/ 3536883 h 6858000"/>
              <a:gd name="connsiteX95" fmla="*/ 747726 w 1605470"/>
              <a:gd name="connsiteY95" fmla="*/ 3435652 h 6858000"/>
              <a:gd name="connsiteX96" fmla="*/ 774383 w 1605470"/>
              <a:gd name="connsiteY96" fmla="*/ 3381564 h 6858000"/>
              <a:gd name="connsiteX97" fmla="*/ 770510 w 1605470"/>
              <a:gd name="connsiteY97" fmla="*/ 3361844 h 6858000"/>
              <a:gd name="connsiteX98" fmla="*/ 767933 w 1605470"/>
              <a:gd name="connsiteY98" fmla="*/ 3356929 h 6858000"/>
              <a:gd name="connsiteX99" fmla="*/ 766158 w 1605470"/>
              <a:gd name="connsiteY99" fmla="*/ 3349058 h 6858000"/>
              <a:gd name="connsiteX100" fmla="*/ 766414 w 1605470"/>
              <a:gd name="connsiteY100" fmla="*/ 3348763 h 6858000"/>
              <a:gd name="connsiteX101" fmla="*/ 764166 w 1605470"/>
              <a:gd name="connsiteY101" fmla="*/ 3341588 h 6858000"/>
              <a:gd name="connsiteX102" fmla="*/ 749397 w 1605470"/>
              <a:gd name="connsiteY102" fmla="*/ 3307769 h 6858000"/>
              <a:gd name="connsiteX103" fmla="*/ 766960 w 1605470"/>
              <a:gd name="connsiteY103" fmla="*/ 3250522 h 6858000"/>
              <a:gd name="connsiteX104" fmla="*/ 767385 w 1605470"/>
              <a:gd name="connsiteY104" fmla="*/ 3229163 h 6858000"/>
              <a:gd name="connsiteX105" fmla="*/ 769208 w 1605470"/>
              <a:gd name="connsiteY105" fmla="*/ 3217217 h 6858000"/>
              <a:gd name="connsiteX106" fmla="*/ 770350 w 1605470"/>
              <a:gd name="connsiteY106" fmla="*/ 3216125 h 6858000"/>
              <a:gd name="connsiteX107" fmla="*/ 756043 w 1605470"/>
              <a:gd name="connsiteY107" fmla="*/ 3183755 h 6858000"/>
              <a:gd name="connsiteX108" fmla="*/ 756544 w 1605470"/>
              <a:gd name="connsiteY108" fmla="*/ 3178642 h 6858000"/>
              <a:gd name="connsiteX109" fmla="*/ 744144 w 1605470"/>
              <a:gd name="connsiteY109" fmla="*/ 3158586 h 6858000"/>
              <a:gd name="connsiteX110" fmla="*/ 739378 w 1605470"/>
              <a:gd name="connsiteY110" fmla="*/ 3147669 h 6858000"/>
              <a:gd name="connsiteX111" fmla="*/ 734648 w 1605470"/>
              <a:gd name="connsiteY111" fmla="*/ 3145733 h 6858000"/>
              <a:gd name="connsiteX112" fmla="*/ 729329 w 1605470"/>
              <a:gd name="connsiteY112" fmla="*/ 3129034 h 6858000"/>
              <a:gd name="connsiteX113" fmla="*/ 729994 w 1605470"/>
              <a:gd name="connsiteY113" fmla="*/ 3126682 h 6858000"/>
              <a:gd name="connsiteX114" fmla="*/ 720862 w 1605470"/>
              <a:gd name="connsiteY114" fmla="*/ 3114519 h 6858000"/>
              <a:gd name="connsiteX115" fmla="*/ 707471 w 1605470"/>
              <a:gd name="connsiteY115" fmla="*/ 3106272 h 6858000"/>
              <a:gd name="connsiteX116" fmla="*/ 680201 w 1605470"/>
              <a:gd name="connsiteY116" fmla="*/ 2958185 h 6858000"/>
              <a:gd name="connsiteX117" fmla="*/ 622815 w 1605470"/>
              <a:gd name="connsiteY117" fmla="*/ 2762989 h 6858000"/>
              <a:gd name="connsiteX118" fmla="*/ 571733 w 1605470"/>
              <a:gd name="connsiteY118" fmla="*/ 2554718 h 6858000"/>
              <a:gd name="connsiteX119" fmla="*/ 551827 w 1605470"/>
              <a:gd name="connsiteY119" fmla="*/ 2485734 h 6858000"/>
              <a:gd name="connsiteX120" fmla="*/ 542550 w 1605470"/>
              <a:gd name="connsiteY120" fmla="*/ 2447068 h 6858000"/>
              <a:gd name="connsiteX121" fmla="*/ 529511 w 1605470"/>
              <a:gd name="connsiteY121" fmla="*/ 2425819 h 6858000"/>
              <a:gd name="connsiteX122" fmla="*/ 528878 w 1605470"/>
              <a:gd name="connsiteY122" fmla="*/ 2408971 h 6858000"/>
              <a:gd name="connsiteX123" fmla="*/ 535510 w 1605470"/>
              <a:gd name="connsiteY123" fmla="*/ 2402874 h 6858000"/>
              <a:gd name="connsiteX124" fmla="*/ 538122 w 1605470"/>
              <a:gd name="connsiteY124" fmla="*/ 2381443 h 6858000"/>
              <a:gd name="connsiteX125" fmla="*/ 514451 w 1605470"/>
              <a:gd name="connsiteY125" fmla="*/ 2261920 h 6858000"/>
              <a:gd name="connsiteX126" fmla="*/ 504338 w 1605470"/>
              <a:gd name="connsiteY126" fmla="*/ 2195378 h 6858000"/>
              <a:gd name="connsiteX127" fmla="*/ 488555 w 1605470"/>
              <a:gd name="connsiteY127" fmla="*/ 2155135 h 6858000"/>
              <a:gd name="connsiteX128" fmla="*/ 486013 w 1605470"/>
              <a:gd name="connsiteY128" fmla="*/ 2118008 h 6858000"/>
              <a:gd name="connsiteX129" fmla="*/ 487006 w 1605470"/>
              <a:gd name="connsiteY129" fmla="*/ 2050531 h 6858000"/>
              <a:gd name="connsiteX130" fmla="*/ 478812 w 1605470"/>
              <a:gd name="connsiteY130" fmla="*/ 1963269 h 6858000"/>
              <a:gd name="connsiteX131" fmla="*/ 459990 w 1605470"/>
              <a:gd name="connsiteY131" fmla="*/ 1906352 h 6858000"/>
              <a:gd name="connsiteX132" fmla="*/ 436547 w 1605470"/>
              <a:gd name="connsiteY132" fmla="*/ 1861531 h 6858000"/>
              <a:gd name="connsiteX133" fmla="*/ 390346 w 1605470"/>
              <a:gd name="connsiteY133" fmla="*/ 1732919 h 6858000"/>
              <a:gd name="connsiteX134" fmla="*/ 362657 w 1605470"/>
              <a:gd name="connsiteY134" fmla="*/ 1663540 h 6858000"/>
              <a:gd name="connsiteX135" fmla="*/ 361783 w 1605470"/>
              <a:gd name="connsiteY135" fmla="*/ 1615777 h 6858000"/>
              <a:gd name="connsiteX136" fmla="*/ 342578 w 1605470"/>
              <a:gd name="connsiteY136" fmla="*/ 1563678 h 6858000"/>
              <a:gd name="connsiteX137" fmla="*/ 355658 w 1605470"/>
              <a:gd name="connsiteY137" fmla="*/ 1519474 h 6858000"/>
              <a:gd name="connsiteX138" fmla="*/ 348400 w 1605470"/>
              <a:gd name="connsiteY138" fmla="*/ 1477995 h 6858000"/>
              <a:gd name="connsiteX139" fmla="*/ 334485 w 1605470"/>
              <a:gd name="connsiteY139" fmla="*/ 1373769 h 6858000"/>
              <a:gd name="connsiteX140" fmla="*/ 342792 w 1605470"/>
              <a:gd name="connsiteY140" fmla="*/ 1307086 h 6858000"/>
              <a:gd name="connsiteX141" fmla="*/ 343980 w 1605470"/>
              <a:gd name="connsiteY141" fmla="*/ 1189033 h 6858000"/>
              <a:gd name="connsiteX142" fmla="*/ 348665 w 1605470"/>
              <a:gd name="connsiteY142" fmla="*/ 1168288 h 6858000"/>
              <a:gd name="connsiteX143" fmla="*/ 340947 w 1605470"/>
              <a:gd name="connsiteY143" fmla="*/ 1142577 h 6858000"/>
              <a:gd name="connsiteX144" fmla="*/ 330253 w 1605470"/>
              <a:gd name="connsiteY144" fmla="*/ 1088484 h 6858000"/>
              <a:gd name="connsiteX145" fmla="*/ 318989 w 1605470"/>
              <a:gd name="connsiteY145" fmla="*/ 1016103 h 6858000"/>
              <a:gd name="connsiteX146" fmla="*/ 320445 w 1605470"/>
              <a:gd name="connsiteY146" fmla="*/ 932283 h 6858000"/>
              <a:gd name="connsiteX147" fmla="*/ 322681 w 1605470"/>
              <a:gd name="connsiteY147" fmla="*/ 915925 h 6858000"/>
              <a:gd name="connsiteX148" fmla="*/ 315310 w 1605470"/>
              <a:gd name="connsiteY148" fmla="*/ 896999 h 6858000"/>
              <a:gd name="connsiteX149" fmla="*/ 284718 w 1605470"/>
              <a:gd name="connsiteY149" fmla="*/ 821517 h 6858000"/>
              <a:gd name="connsiteX150" fmla="*/ 263668 w 1605470"/>
              <a:gd name="connsiteY150" fmla="*/ 751353 h 6858000"/>
              <a:gd name="connsiteX151" fmla="*/ 263226 w 1605470"/>
              <a:gd name="connsiteY151" fmla="*/ 721230 h 6858000"/>
              <a:gd name="connsiteX152" fmla="*/ 248897 w 1605470"/>
              <a:gd name="connsiteY152" fmla="*/ 681659 h 6858000"/>
              <a:gd name="connsiteX153" fmla="*/ 234316 w 1605470"/>
              <a:gd name="connsiteY153" fmla="*/ 635218 h 6858000"/>
              <a:gd name="connsiteX154" fmla="*/ 239327 w 1605470"/>
              <a:gd name="connsiteY154" fmla="*/ 613763 h 6858000"/>
              <a:gd name="connsiteX155" fmla="*/ 225269 w 1605470"/>
              <a:gd name="connsiteY155" fmla="*/ 598582 h 6858000"/>
              <a:gd name="connsiteX156" fmla="*/ 224950 w 1605470"/>
              <a:gd name="connsiteY156" fmla="*/ 576846 h 6858000"/>
              <a:gd name="connsiteX157" fmla="*/ 204576 w 1605470"/>
              <a:gd name="connsiteY157" fmla="*/ 530055 h 6858000"/>
              <a:gd name="connsiteX158" fmla="*/ 219064 w 1605470"/>
              <a:gd name="connsiteY158" fmla="*/ 469651 h 6858000"/>
              <a:gd name="connsiteX159" fmla="*/ 195012 w 1605470"/>
              <a:gd name="connsiteY159" fmla="*/ 448559 h 6858000"/>
              <a:gd name="connsiteX160" fmla="*/ 201434 w 1605470"/>
              <a:gd name="connsiteY160" fmla="*/ 441529 h 6858000"/>
              <a:gd name="connsiteX161" fmla="*/ 200655 w 1605470"/>
              <a:gd name="connsiteY161" fmla="*/ 428927 h 6858000"/>
              <a:gd name="connsiteX162" fmla="*/ 190059 w 1605470"/>
              <a:gd name="connsiteY162" fmla="*/ 430161 h 6858000"/>
              <a:gd name="connsiteX163" fmla="*/ 167079 w 1605470"/>
              <a:gd name="connsiteY163" fmla="*/ 367211 h 6858000"/>
              <a:gd name="connsiteX164" fmla="*/ 124571 w 1605470"/>
              <a:gd name="connsiteY164" fmla="*/ 302178 h 6858000"/>
              <a:gd name="connsiteX165" fmla="*/ 103243 w 1605470"/>
              <a:gd name="connsiteY165" fmla="*/ 211375 h 6858000"/>
              <a:gd name="connsiteX166" fmla="*/ 94571 w 1605470"/>
              <a:gd name="connsiteY166" fmla="*/ 184179 h 6858000"/>
              <a:gd name="connsiteX167" fmla="*/ 13437 w 1605470"/>
              <a:gd name="connsiteY167" fmla="*/ 19287 h 6858000"/>
              <a:gd name="connsiteX168" fmla="*/ 0 w 1605470"/>
              <a:gd name="connsiteY168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8335 w 1605470"/>
              <a:gd name="connsiteY37" fmla="*/ 5665173 h 6858000"/>
              <a:gd name="connsiteX38" fmla="*/ 562052 w 1605470"/>
              <a:gd name="connsiteY38" fmla="*/ 5563435 h 6858000"/>
              <a:gd name="connsiteX39" fmla="*/ 591557 w 1605470"/>
              <a:gd name="connsiteY39" fmla="*/ 5476393 h 6858000"/>
              <a:gd name="connsiteX40" fmla="*/ 622750 w 1605470"/>
              <a:gd name="connsiteY40" fmla="*/ 5396260 h 6858000"/>
              <a:gd name="connsiteX41" fmla="*/ 638731 w 1605470"/>
              <a:gd name="connsiteY41" fmla="*/ 5330009 h 6858000"/>
              <a:gd name="connsiteX42" fmla="*/ 672224 w 1605470"/>
              <a:gd name="connsiteY42" fmla="*/ 5273739 h 6858000"/>
              <a:gd name="connsiteX43" fmla="*/ 681823 w 1605470"/>
              <a:gd name="connsiteY43" fmla="*/ 5241779 h 6858000"/>
              <a:gd name="connsiteX44" fmla="*/ 693049 w 1605470"/>
              <a:gd name="connsiteY44" fmla="*/ 5225268 h 6858000"/>
              <a:gd name="connsiteX45" fmla="*/ 694069 w 1605470"/>
              <a:gd name="connsiteY45" fmla="*/ 5217684 h 6858000"/>
              <a:gd name="connsiteX46" fmla="*/ 701410 w 1605470"/>
              <a:gd name="connsiteY46" fmla="*/ 5193377 h 6858000"/>
              <a:gd name="connsiteX47" fmla="*/ 704713 w 1605470"/>
              <a:gd name="connsiteY47" fmla="*/ 5179288 h 6858000"/>
              <a:gd name="connsiteX48" fmla="*/ 705697 w 1605470"/>
              <a:gd name="connsiteY48" fmla="*/ 5173621 h 6858000"/>
              <a:gd name="connsiteX49" fmla="*/ 701331 w 1605470"/>
              <a:gd name="connsiteY49" fmla="*/ 5159961 h 6858000"/>
              <a:gd name="connsiteX50" fmla="*/ 708008 w 1605470"/>
              <a:gd name="connsiteY50" fmla="*/ 5144295 h 6858000"/>
              <a:gd name="connsiteX51" fmla="*/ 704941 w 1605470"/>
              <a:gd name="connsiteY51" fmla="*/ 5125185 h 6858000"/>
              <a:gd name="connsiteX52" fmla="*/ 711771 w 1605470"/>
              <a:gd name="connsiteY52" fmla="*/ 5121884 h 6858000"/>
              <a:gd name="connsiteX53" fmla="*/ 718807 w 1605470"/>
              <a:gd name="connsiteY53" fmla="*/ 5067850 h 6858000"/>
              <a:gd name="connsiteX54" fmla="*/ 721538 w 1605470"/>
              <a:gd name="connsiteY54" fmla="*/ 5060861 h 6858000"/>
              <a:gd name="connsiteX55" fmla="*/ 718242 w 1605470"/>
              <a:gd name="connsiteY55" fmla="*/ 5034192 h 6858000"/>
              <a:gd name="connsiteX56" fmla="*/ 719796 w 1605470"/>
              <a:gd name="connsiteY56" fmla="*/ 4993030 h 6858000"/>
              <a:gd name="connsiteX57" fmla="*/ 726705 w 1605470"/>
              <a:gd name="connsiteY57" fmla="*/ 4946844 h 6858000"/>
              <a:gd name="connsiteX58" fmla="*/ 722561 w 1605470"/>
              <a:gd name="connsiteY58" fmla="*/ 4932692 h 6858000"/>
              <a:gd name="connsiteX59" fmla="*/ 737964 w 1605470"/>
              <a:gd name="connsiteY59" fmla="*/ 4858827 h 6858000"/>
              <a:gd name="connsiteX60" fmla="*/ 732118 w 1605470"/>
              <a:gd name="connsiteY60" fmla="*/ 4801535 h 6858000"/>
              <a:gd name="connsiteX61" fmla="*/ 739787 w 1605470"/>
              <a:gd name="connsiteY61" fmla="*/ 4797794 h 6858000"/>
              <a:gd name="connsiteX62" fmla="*/ 741081 w 1605470"/>
              <a:gd name="connsiteY62" fmla="*/ 4784526 h 6858000"/>
              <a:gd name="connsiteX63" fmla="*/ 742865 w 1605470"/>
              <a:gd name="connsiteY63" fmla="*/ 4781211 h 6858000"/>
              <a:gd name="connsiteX64" fmla="*/ 751652 w 1605470"/>
              <a:gd name="connsiteY64" fmla="*/ 4761984 h 6858000"/>
              <a:gd name="connsiteX65" fmla="*/ 747700 w 1605470"/>
              <a:gd name="connsiteY65" fmla="*/ 4690749 h 6858000"/>
              <a:gd name="connsiteX66" fmla="*/ 743180 w 1605470"/>
              <a:gd name="connsiteY66" fmla="*/ 4584173 h 6858000"/>
              <a:gd name="connsiteX67" fmla="*/ 738263 w 1605470"/>
              <a:gd name="connsiteY67" fmla="*/ 4444346 h 6858000"/>
              <a:gd name="connsiteX68" fmla="*/ 734828 w 1605470"/>
              <a:gd name="connsiteY68" fmla="*/ 4375228 h 6858000"/>
              <a:gd name="connsiteX69" fmla="*/ 715481 w 1605470"/>
              <a:gd name="connsiteY69" fmla="*/ 4214165 h 6858000"/>
              <a:gd name="connsiteX70" fmla="*/ 719554 w 1605470"/>
              <a:gd name="connsiteY70" fmla="*/ 4090296 h 6858000"/>
              <a:gd name="connsiteX71" fmla="*/ 704810 w 1605470"/>
              <a:gd name="connsiteY71" fmla="*/ 4033999 h 6858000"/>
              <a:gd name="connsiteX72" fmla="*/ 705959 w 1605470"/>
              <a:gd name="connsiteY72" fmla="*/ 4031933 h 6858000"/>
              <a:gd name="connsiteX73" fmla="*/ 704535 w 1605470"/>
              <a:gd name="connsiteY73" fmla="*/ 4013953 h 6858000"/>
              <a:gd name="connsiteX74" fmla="*/ 700443 w 1605470"/>
              <a:gd name="connsiteY74" fmla="*/ 4010511 h 6858000"/>
              <a:gd name="connsiteX75" fmla="*/ 698282 w 1605470"/>
              <a:gd name="connsiteY75" fmla="*/ 3998331 h 6858000"/>
              <a:gd name="connsiteX76" fmla="*/ 690830 w 1605470"/>
              <a:gd name="connsiteY76" fmla="*/ 3974753 h 6858000"/>
              <a:gd name="connsiteX77" fmla="*/ 692428 w 1605470"/>
              <a:gd name="connsiteY77" fmla="*/ 3969950 h 6858000"/>
              <a:gd name="connsiteX78" fmla="*/ 685850 w 1605470"/>
              <a:gd name="connsiteY78" fmla="*/ 3933779 h 6858000"/>
              <a:gd name="connsiteX79" fmla="*/ 687181 w 1605470"/>
              <a:gd name="connsiteY79" fmla="*/ 3933093 h 6858000"/>
              <a:gd name="connsiteX80" fmla="*/ 691535 w 1605470"/>
              <a:gd name="connsiteY80" fmla="*/ 3922082 h 6858000"/>
              <a:gd name="connsiteX81" fmla="*/ 696613 w 1605470"/>
              <a:gd name="connsiteY81" fmla="*/ 3901461 h 6858000"/>
              <a:gd name="connsiteX82" fmla="*/ 719207 w 1605470"/>
              <a:gd name="connsiteY82" fmla="*/ 3813873 h 6858000"/>
              <a:gd name="connsiteX83" fmla="*/ 718632 w 1605470"/>
              <a:gd name="connsiteY83" fmla="*/ 3806161 h 6858000"/>
              <a:gd name="connsiteX84" fmla="*/ 718939 w 1605470"/>
              <a:gd name="connsiteY84" fmla="*/ 3805957 h 6858000"/>
              <a:gd name="connsiteX85" fmla="*/ 718966 w 1605470"/>
              <a:gd name="connsiteY85" fmla="*/ 3797724 h 6858000"/>
              <a:gd name="connsiteX86" fmla="*/ 717581 w 1605470"/>
              <a:gd name="connsiteY86" fmla="*/ 3792098 h 6858000"/>
              <a:gd name="connsiteX87" fmla="*/ 716465 w 1605470"/>
              <a:gd name="connsiteY87" fmla="*/ 3777135 h 6858000"/>
              <a:gd name="connsiteX88" fmla="*/ 718198 w 1605470"/>
              <a:gd name="connsiteY88" fmla="*/ 3771656 h 6858000"/>
              <a:gd name="connsiteX89" fmla="*/ 721941 w 1605470"/>
              <a:gd name="connsiteY89" fmla="*/ 3769007 h 6858000"/>
              <a:gd name="connsiteX90" fmla="*/ 721407 w 1605470"/>
              <a:gd name="connsiteY90" fmla="*/ 3767709 h 6858000"/>
              <a:gd name="connsiteX91" fmla="*/ 730103 w 1605470"/>
              <a:gd name="connsiteY91" fmla="*/ 3738082 h 6858000"/>
              <a:gd name="connsiteX92" fmla="*/ 737449 w 1605470"/>
              <a:gd name="connsiteY92" fmla="*/ 3673397 h 6858000"/>
              <a:gd name="connsiteX93" fmla="*/ 736745 w 1605470"/>
              <a:gd name="connsiteY93" fmla="*/ 3637109 h 6858000"/>
              <a:gd name="connsiteX94" fmla="*/ 740188 w 1605470"/>
              <a:gd name="connsiteY94" fmla="*/ 3536883 h 6858000"/>
              <a:gd name="connsiteX95" fmla="*/ 747726 w 1605470"/>
              <a:gd name="connsiteY95" fmla="*/ 3435652 h 6858000"/>
              <a:gd name="connsiteX96" fmla="*/ 774383 w 1605470"/>
              <a:gd name="connsiteY96" fmla="*/ 3381564 h 6858000"/>
              <a:gd name="connsiteX97" fmla="*/ 770510 w 1605470"/>
              <a:gd name="connsiteY97" fmla="*/ 3361844 h 6858000"/>
              <a:gd name="connsiteX98" fmla="*/ 766158 w 1605470"/>
              <a:gd name="connsiteY98" fmla="*/ 3349058 h 6858000"/>
              <a:gd name="connsiteX99" fmla="*/ 766414 w 1605470"/>
              <a:gd name="connsiteY99" fmla="*/ 3348763 h 6858000"/>
              <a:gd name="connsiteX100" fmla="*/ 764166 w 1605470"/>
              <a:gd name="connsiteY100" fmla="*/ 3341588 h 6858000"/>
              <a:gd name="connsiteX101" fmla="*/ 749397 w 1605470"/>
              <a:gd name="connsiteY101" fmla="*/ 3307769 h 6858000"/>
              <a:gd name="connsiteX102" fmla="*/ 766960 w 1605470"/>
              <a:gd name="connsiteY102" fmla="*/ 3250522 h 6858000"/>
              <a:gd name="connsiteX103" fmla="*/ 767385 w 1605470"/>
              <a:gd name="connsiteY103" fmla="*/ 3229163 h 6858000"/>
              <a:gd name="connsiteX104" fmla="*/ 769208 w 1605470"/>
              <a:gd name="connsiteY104" fmla="*/ 3217217 h 6858000"/>
              <a:gd name="connsiteX105" fmla="*/ 770350 w 1605470"/>
              <a:gd name="connsiteY105" fmla="*/ 3216125 h 6858000"/>
              <a:gd name="connsiteX106" fmla="*/ 756043 w 1605470"/>
              <a:gd name="connsiteY106" fmla="*/ 3183755 h 6858000"/>
              <a:gd name="connsiteX107" fmla="*/ 756544 w 1605470"/>
              <a:gd name="connsiteY107" fmla="*/ 3178642 h 6858000"/>
              <a:gd name="connsiteX108" fmla="*/ 744144 w 1605470"/>
              <a:gd name="connsiteY108" fmla="*/ 3158586 h 6858000"/>
              <a:gd name="connsiteX109" fmla="*/ 739378 w 1605470"/>
              <a:gd name="connsiteY109" fmla="*/ 3147669 h 6858000"/>
              <a:gd name="connsiteX110" fmla="*/ 734648 w 1605470"/>
              <a:gd name="connsiteY110" fmla="*/ 3145733 h 6858000"/>
              <a:gd name="connsiteX111" fmla="*/ 729329 w 1605470"/>
              <a:gd name="connsiteY111" fmla="*/ 3129034 h 6858000"/>
              <a:gd name="connsiteX112" fmla="*/ 729994 w 1605470"/>
              <a:gd name="connsiteY112" fmla="*/ 3126682 h 6858000"/>
              <a:gd name="connsiteX113" fmla="*/ 720862 w 1605470"/>
              <a:gd name="connsiteY113" fmla="*/ 3114519 h 6858000"/>
              <a:gd name="connsiteX114" fmla="*/ 707471 w 1605470"/>
              <a:gd name="connsiteY114" fmla="*/ 3106272 h 6858000"/>
              <a:gd name="connsiteX115" fmla="*/ 680201 w 1605470"/>
              <a:gd name="connsiteY115" fmla="*/ 2958185 h 6858000"/>
              <a:gd name="connsiteX116" fmla="*/ 622815 w 1605470"/>
              <a:gd name="connsiteY116" fmla="*/ 2762989 h 6858000"/>
              <a:gd name="connsiteX117" fmla="*/ 571733 w 1605470"/>
              <a:gd name="connsiteY117" fmla="*/ 2554718 h 6858000"/>
              <a:gd name="connsiteX118" fmla="*/ 551827 w 1605470"/>
              <a:gd name="connsiteY118" fmla="*/ 2485734 h 6858000"/>
              <a:gd name="connsiteX119" fmla="*/ 542550 w 1605470"/>
              <a:gd name="connsiteY119" fmla="*/ 2447068 h 6858000"/>
              <a:gd name="connsiteX120" fmla="*/ 529511 w 1605470"/>
              <a:gd name="connsiteY120" fmla="*/ 2425819 h 6858000"/>
              <a:gd name="connsiteX121" fmla="*/ 528878 w 1605470"/>
              <a:gd name="connsiteY121" fmla="*/ 2408971 h 6858000"/>
              <a:gd name="connsiteX122" fmla="*/ 535510 w 1605470"/>
              <a:gd name="connsiteY122" fmla="*/ 2402874 h 6858000"/>
              <a:gd name="connsiteX123" fmla="*/ 538122 w 1605470"/>
              <a:gd name="connsiteY123" fmla="*/ 2381443 h 6858000"/>
              <a:gd name="connsiteX124" fmla="*/ 514451 w 1605470"/>
              <a:gd name="connsiteY124" fmla="*/ 2261920 h 6858000"/>
              <a:gd name="connsiteX125" fmla="*/ 504338 w 1605470"/>
              <a:gd name="connsiteY125" fmla="*/ 2195378 h 6858000"/>
              <a:gd name="connsiteX126" fmla="*/ 488555 w 1605470"/>
              <a:gd name="connsiteY126" fmla="*/ 2155135 h 6858000"/>
              <a:gd name="connsiteX127" fmla="*/ 486013 w 1605470"/>
              <a:gd name="connsiteY127" fmla="*/ 2118008 h 6858000"/>
              <a:gd name="connsiteX128" fmla="*/ 487006 w 1605470"/>
              <a:gd name="connsiteY128" fmla="*/ 2050531 h 6858000"/>
              <a:gd name="connsiteX129" fmla="*/ 478812 w 1605470"/>
              <a:gd name="connsiteY129" fmla="*/ 1963269 h 6858000"/>
              <a:gd name="connsiteX130" fmla="*/ 459990 w 1605470"/>
              <a:gd name="connsiteY130" fmla="*/ 1906352 h 6858000"/>
              <a:gd name="connsiteX131" fmla="*/ 436547 w 1605470"/>
              <a:gd name="connsiteY131" fmla="*/ 1861531 h 6858000"/>
              <a:gd name="connsiteX132" fmla="*/ 390346 w 1605470"/>
              <a:gd name="connsiteY132" fmla="*/ 1732919 h 6858000"/>
              <a:gd name="connsiteX133" fmla="*/ 362657 w 1605470"/>
              <a:gd name="connsiteY133" fmla="*/ 1663540 h 6858000"/>
              <a:gd name="connsiteX134" fmla="*/ 361783 w 1605470"/>
              <a:gd name="connsiteY134" fmla="*/ 1615777 h 6858000"/>
              <a:gd name="connsiteX135" fmla="*/ 342578 w 1605470"/>
              <a:gd name="connsiteY135" fmla="*/ 1563678 h 6858000"/>
              <a:gd name="connsiteX136" fmla="*/ 355658 w 1605470"/>
              <a:gd name="connsiteY136" fmla="*/ 1519474 h 6858000"/>
              <a:gd name="connsiteX137" fmla="*/ 348400 w 1605470"/>
              <a:gd name="connsiteY137" fmla="*/ 1477995 h 6858000"/>
              <a:gd name="connsiteX138" fmla="*/ 334485 w 1605470"/>
              <a:gd name="connsiteY138" fmla="*/ 1373769 h 6858000"/>
              <a:gd name="connsiteX139" fmla="*/ 342792 w 1605470"/>
              <a:gd name="connsiteY139" fmla="*/ 1307086 h 6858000"/>
              <a:gd name="connsiteX140" fmla="*/ 343980 w 1605470"/>
              <a:gd name="connsiteY140" fmla="*/ 1189033 h 6858000"/>
              <a:gd name="connsiteX141" fmla="*/ 348665 w 1605470"/>
              <a:gd name="connsiteY141" fmla="*/ 1168288 h 6858000"/>
              <a:gd name="connsiteX142" fmla="*/ 340947 w 1605470"/>
              <a:gd name="connsiteY142" fmla="*/ 1142577 h 6858000"/>
              <a:gd name="connsiteX143" fmla="*/ 330253 w 1605470"/>
              <a:gd name="connsiteY143" fmla="*/ 1088484 h 6858000"/>
              <a:gd name="connsiteX144" fmla="*/ 318989 w 1605470"/>
              <a:gd name="connsiteY144" fmla="*/ 1016103 h 6858000"/>
              <a:gd name="connsiteX145" fmla="*/ 320445 w 1605470"/>
              <a:gd name="connsiteY145" fmla="*/ 932283 h 6858000"/>
              <a:gd name="connsiteX146" fmla="*/ 322681 w 1605470"/>
              <a:gd name="connsiteY146" fmla="*/ 915925 h 6858000"/>
              <a:gd name="connsiteX147" fmla="*/ 315310 w 1605470"/>
              <a:gd name="connsiteY147" fmla="*/ 896999 h 6858000"/>
              <a:gd name="connsiteX148" fmla="*/ 284718 w 1605470"/>
              <a:gd name="connsiteY148" fmla="*/ 821517 h 6858000"/>
              <a:gd name="connsiteX149" fmla="*/ 263668 w 1605470"/>
              <a:gd name="connsiteY149" fmla="*/ 751353 h 6858000"/>
              <a:gd name="connsiteX150" fmla="*/ 263226 w 1605470"/>
              <a:gd name="connsiteY150" fmla="*/ 721230 h 6858000"/>
              <a:gd name="connsiteX151" fmla="*/ 248897 w 1605470"/>
              <a:gd name="connsiteY151" fmla="*/ 681659 h 6858000"/>
              <a:gd name="connsiteX152" fmla="*/ 234316 w 1605470"/>
              <a:gd name="connsiteY152" fmla="*/ 635218 h 6858000"/>
              <a:gd name="connsiteX153" fmla="*/ 239327 w 1605470"/>
              <a:gd name="connsiteY153" fmla="*/ 613763 h 6858000"/>
              <a:gd name="connsiteX154" fmla="*/ 225269 w 1605470"/>
              <a:gd name="connsiteY154" fmla="*/ 598582 h 6858000"/>
              <a:gd name="connsiteX155" fmla="*/ 224950 w 1605470"/>
              <a:gd name="connsiteY155" fmla="*/ 576846 h 6858000"/>
              <a:gd name="connsiteX156" fmla="*/ 204576 w 1605470"/>
              <a:gd name="connsiteY156" fmla="*/ 530055 h 6858000"/>
              <a:gd name="connsiteX157" fmla="*/ 219064 w 1605470"/>
              <a:gd name="connsiteY157" fmla="*/ 469651 h 6858000"/>
              <a:gd name="connsiteX158" fmla="*/ 195012 w 1605470"/>
              <a:gd name="connsiteY158" fmla="*/ 448559 h 6858000"/>
              <a:gd name="connsiteX159" fmla="*/ 201434 w 1605470"/>
              <a:gd name="connsiteY159" fmla="*/ 441529 h 6858000"/>
              <a:gd name="connsiteX160" fmla="*/ 200655 w 1605470"/>
              <a:gd name="connsiteY160" fmla="*/ 428927 h 6858000"/>
              <a:gd name="connsiteX161" fmla="*/ 190059 w 1605470"/>
              <a:gd name="connsiteY161" fmla="*/ 430161 h 6858000"/>
              <a:gd name="connsiteX162" fmla="*/ 167079 w 1605470"/>
              <a:gd name="connsiteY162" fmla="*/ 367211 h 6858000"/>
              <a:gd name="connsiteX163" fmla="*/ 124571 w 1605470"/>
              <a:gd name="connsiteY163" fmla="*/ 302178 h 6858000"/>
              <a:gd name="connsiteX164" fmla="*/ 103243 w 1605470"/>
              <a:gd name="connsiteY164" fmla="*/ 211375 h 6858000"/>
              <a:gd name="connsiteX165" fmla="*/ 94571 w 1605470"/>
              <a:gd name="connsiteY165" fmla="*/ 184179 h 6858000"/>
              <a:gd name="connsiteX166" fmla="*/ 13437 w 1605470"/>
              <a:gd name="connsiteY166" fmla="*/ 19287 h 6858000"/>
              <a:gd name="connsiteX167" fmla="*/ 0 w 1605470"/>
              <a:gd name="connsiteY167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8335 w 1605470"/>
              <a:gd name="connsiteY37" fmla="*/ 5665173 h 6858000"/>
              <a:gd name="connsiteX38" fmla="*/ 562052 w 1605470"/>
              <a:gd name="connsiteY38" fmla="*/ 5563435 h 6858000"/>
              <a:gd name="connsiteX39" fmla="*/ 591557 w 1605470"/>
              <a:gd name="connsiteY39" fmla="*/ 5476393 h 6858000"/>
              <a:gd name="connsiteX40" fmla="*/ 622750 w 1605470"/>
              <a:gd name="connsiteY40" fmla="*/ 5396260 h 6858000"/>
              <a:gd name="connsiteX41" fmla="*/ 638731 w 1605470"/>
              <a:gd name="connsiteY41" fmla="*/ 5330009 h 6858000"/>
              <a:gd name="connsiteX42" fmla="*/ 672224 w 1605470"/>
              <a:gd name="connsiteY42" fmla="*/ 5273739 h 6858000"/>
              <a:gd name="connsiteX43" fmla="*/ 681823 w 1605470"/>
              <a:gd name="connsiteY43" fmla="*/ 5241779 h 6858000"/>
              <a:gd name="connsiteX44" fmla="*/ 693049 w 1605470"/>
              <a:gd name="connsiteY44" fmla="*/ 5225268 h 6858000"/>
              <a:gd name="connsiteX45" fmla="*/ 694069 w 1605470"/>
              <a:gd name="connsiteY45" fmla="*/ 5217684 h 6858000"/>
              <a:gd name="connsiteX46" fmla="*/ 701410 w 1605470"/>
              <a:gd name="connsiteY46" fmla="*/ 5193377 h 6858000"/>
              <a:gd name="connsiteX47" fmla="*/ 704713 w 1605470"/>
              <a:gd name="connsiteY47" fmla="*/ 5179288 h 6858000"/>
              <a:gd name="connsiteX48" fmla="*/ 705697 w 1605470"/>
              <a:gd name="connsiteY48" fmla="*/ 5173621 h 6858000"/>
              <a:gd name="connsiteX49" fmla="*/ 701331 w 1605470"/>
              <a:gd name="connsiteY49" fmla="*/ 5159961 h 6858000"/>
              <a:gd name="connsiteX50" fmla="*/ 708008 w 1605470"/>
              <a:gd name="connsiteY50" fmla="*/ 5144295 h 6858000"/>
              <a:gd name="connsiteX51" fmla="*/ 704941 w 1605470"/>
              <a:gd name="connsiteY51" fmla="*/ 5125185 h 6858000"/>
              <a:gd name="connsiteX52" fmla="*/ 711771 w 1605470"/>
              <a:gd name="connsiteY52" fmla="*/ 5121884 h 6858000"/>
              <a:gd name="connsiteX53" fmla="*/ 718807 w 1605470"/>
              <a:gd name="connsiteY53" fmla="*/ 5067850 h 6858000"/>
              <a:gd name="connsiteX54" fmla="*/ 721538 w 1605470"/>
              <a:gd name="connsiteY54" fmla="*/ 5060861 h 6858000"/>
              <a:gd name="connsiteX55" fmla="*/ 718242 w 1605470"/>
              <a:gd name="connsiteY55" fmla="*/ 5034192 h 6858000"/>
              <a:gd name="connsiteX56" fmla="*/ 719796 w 1605470"/>
              <a:gd name="connsiteY56" fmla="*/ 4993030 h 6858000"/>
              <a:gd name="connsiteX57" fmla="*/ 726705 w 1605470"/>
              <a:gd name="connsiteY57" fmla="*/ 4946844 h 6858000"/>
              <a:gd name="connsiteX58" fmla="*/ 722561 w 1605470"/>
              <a:gd name="connsiteY58" fmla="*/ 4932692 h 6858000"/>
              <a:gd name="connsiteX59" fmla="*/ 737964 w 1605470"/>
              <a:gd name="connsiteY59" fmla="*/ 4858827 h 6858000"/>
              <a:gd name="connsiteX60" fmla="*/ 732118 w 1605470"/>
              <a:gd name="connsiteY60" fmla="*/ 4801535 h 6858000"/>
              <a:gd name="connsiteX61" fmla="*/ 739787 w 1605470"/>
              <a:gd name="connsiteY61" fmla="*/ 4797794 h 6858000"/>
              <a:gd name="connsiteX62" fmla="*/ 741081 w 1605470"/>
              <a:gd name="connsiteY62" fmla="*/ 4784526 h 6858000"/>
              <a:gd name="connsiteX63" fmla="*/ 742865 w 1605470"/>
              <a:gd name="connsiteY63" fmla="*/ 4781211 h 6858000"/>
              <a:gd name="connsiteX64" fmla="*/ 751652 w 1605470"/>
              <a:gd name="connsiteY64" fmla="*/ 4761984 h 6858000"/>
              <a:gd name="connsiteX65" fmla="*/ 747700 w 1605470"/>
              <a:gd name="connsiteY65" fmla="*/ 4690749 h 6858000"/>
              <a:gd name="connsiteX66" fmla="*/ 743180 w 1605470"/>
              <a:gd name="connsiteY66" fmla="*/ 4584173 h 6858000"/>
              <a:gd name="connsiteX67" fmla="*/ 738263 w 1605470"/>
              <a:gd name="connsiteY67" fmla="*/ 4444346 h 6858000"/>
              <a:gd name="connsiteX68" fmla="*/ 734828 w 1605470"/>
              <a:gd name="connsiteY68" fmla="*/ 4375228 h 6858000"/>
              <a:gd name="connsiteX69" fmla="*/ 715481 w 1605470"/>
              <a:gd name="connsiteY69" fmla="*/ 4214165 h 6858000"/>
              <a:gd name="connsiteX70" fmla="*/ 719554 w 1605470"/>
              <a:gd name="connsiteY70" fmla="*/ 4090296 h 6858000"/>
              <a:gd name="connsiteX71" fmla="*/ 704810 w 1605470"/>
              <a:gd name="connsiteY71" fmla="*/ 4033999 h 6858000"/>
              <a:gd name="connsiteX72" fmla="*/ 705959 w 1605470"/>
              <a:gd name="connsiteY72" fmla="*/ 4031933 h 6858000"/>
              <a:gd name="connsiteX73" fmla="*/ 704535 w 1605470"/>
              <a:gd name="connsiteY73" fmla="*/ 4013953 h 6858000"/>
              <a:gd name="connsiteX74" fmla="*/ 700443 w 1605470"/>
              <a:gd name="connsiteY74" fmla="*/ 4010511 h 6858000"/>
              <a:gd name="connsiteX75" fmla="*/ 698282 w 1605470"/>
              <a:gd name="connsiteY75" fmla="*/ 3998331 h 6858000"/>
              <a:gd name="connsiteX76" fmla="*/ 690830 w 1605470"/>
              <a:gd name="connsiteY76" fmla="*/ 3974753 h 6858000"/>
              <a:gd name="connsiteX77" fmla="*/ 692428 w 1605470"/>
              <a:gd name="connsiteY77" fmla="*/ 3969950 h 6858000"/>
              <a:gd name="connsiteX78" fmla="*/ 685850 w 1605470"/>
              <a:gd name="connsiteY78" fmla="*/ 3933779 h 6858000"/>
              <a:gd name="connsiteX79" fmla="*/ 687181 w 1605470"/>
              <a:gd name="connsiteY79" fmla="*/ 3933093 h 6858000"/>
              <a:gd name="connsiteX80" fmla="*/ 691535 w 1605470"/>
              <a:gd name="connsiteY80" fmla="*/ 3922082 h 6858000"/>
              <a:gd name="connsiteX81" fmla="*/ 696613 w 1605470"/>
              <a:gd name="connsiteY81" fmla="*/ 3901461 h 6858000"/>
              <a:gd name="connsiteX82" fmla="*/ 719207 w 1605470"/>
              <a:gd name="connsiteY82" fmla="*/ 3813873 h 6858000"/>
              <a:gd name="connsiteX83" fmla="*/ 718632 w 1605470"/>
              <a:gd name="connsiteY83" fmla="*/ 3806161 h 6858000"/>
              <a:gd name="connsiteX84" fmla="*/ 718939 w 1605470"/>
              <a:gd name="connsiteY84" fmla="*/ 3805957 h 6858000"/>
              <a:gd name="connsiteX85" fmla="*/ 718966 w 1605470"/>
              <a:gd name="connsiteY85" fmla="*/ 3797724 h 6858000"/>
              <a:gd name="connsiteX86" fmla="*/ 717581 w 1605470"/>
              <a:gd name="connsiteY86" fmla="*/ 3792098 h 6858000"/>
              <a:gd name="connsiteX87" fmla="*/ 716465 w 1605470"/>
              <a:gd name="connsiteY87" fmla="*/ 3777135 h 6858000"/>
              <a:gd name="connsiteX88" fmla="*/ 718198 w 1605470"/>
              <a:gd name="connsiteY88" fmla="*/ 3771656 h 6858000"/>
              <a:gd name="connsiteX89" fmla="*/ 721941 w 1605470"/>
              <a:gd name="connsiteY89" fmla="*/ 3769007 h 6858000"/>
              <a:gd name="connsiteX90" fmla="*/ 721407 w 1605470"/>
              <a:gd name="connsiteY90" fmla="*/ 3767709 h 6858000"/>
              <a:gd name="connsiteX91" fmla="*/ 730103 w 1605470"/>
              <a:gd name="connsiteY91" fmla="*/ 3738082 h 6858000"/>
              <a:gd name="connsiteX92" fmla="*/ 737449 w 1605470"/>
              <a:gd name="connsiteY92" fmla="*/ 3673397 h 6858000"/>
              <a:gd name="connsiteX93" fmla="*/ 736745 w 1605470"/>
              <a:gd name="connsiteY93" fmla="*/ 3637109 h 6858000"/>
              <a:gd name="connsiteX94" fmla="*/ 740188 w 1605470"/>
              <a:gd name="connsiteY94" fmla="*/ 3536883 h 6858000"/>
              <a:gd name="connsiteX95" fmla="*/ 747726 w 1605470"/>
              <a:gd name="connsiteY95" fmla="*/ 3435652 h 6858000"/>
              <a:gd name="connsiteX96" fmla="*/ 770510 w 1605470"/>
              <a:gd name="connsiteY96" fmla="*/ 3361844 h 6858000"/>
              <a:gd name="connsiteX97" fmla="*/ 766158 w 1605470"/>
              <a:gd name="connsiteY97" fmla="*/ 3349058 h 6858000"/>
              <a:gd name="connsiteX98" fmla="*/ 766414 w 1605470"/>
              <a:gd name="connsiteY98" fmla="*/ 3348763 h 6858000"/>
              <a:gd name="connsiteX99" fmla="*/ 764166 w 1605470"/>
              <a:gd name="connsiteY99" fmla="*/ 3341588 h 6858000"/>
              <a:gd name="connsiteX100" fmla="*/ 749397 w 1605470"/>
              <a:gd name="connsiteY100" fmla="*/ 3307769 h 6858000"/>
              <a:gd name="connsiteX101" fmla="*/ 766960 w 1605470"/>
              <a:gd name="connsiteY101" fmla="*/ 3250522 h 6858000"/>
              <a:gd name="connsiteX102" fmla="*/ 767385 w 1605470"/>
              <a:gd name="connsiteY102" fmla="*/ 3229163 h 6858000"/>
              <a:gd name="connsiteX103" fmla="*/ 769208 w 1605470"/>
              <a:gd name="connsiteY103" fmla="*/ 3217217 h 6858000"/>
              <a:gd name="connsiteX104" fmla="*/ 770350 w 1605470"/>
              <a:gd name="connsiteY104" fmla="*/ 3216125 h 6858000"/>
              <a:gd name="connsiteX105" fmla="*/ 756043 w 1605470"/>
              <a:gd name="connsiteY105" fmla="*/ 3183755 h 6858000"/>
              <a:gd name="connsiteX106" fmla="*/ 756544 w 1605470"/>
              <a:gd name="connsiteY106" fmla="*/ 3178642 h 6858000"/>
              <a:gd name="connsiteX107" fmla="*/ 744144 w 1605470"/>
              <a:gd name="connsiteY107" fmla="*/ 3158586 h 6858000"/>
              <a:gd name="connsiteX108" fmla="*/ 739378 w 1605470"/>
              <a:gd name="connsiteY108" fmla="*/ 3147669 h 6858000"/>
              <a:gd name="connsiteX109" fmla="*/ 734648 w 1605470"/>
              <a:gd name="connsiteY109" fmla="*/ 3145733 h 6858000"/>
              <a:gd name="connsiteX110" fmla="*/ 729329 w 1605470"/>
              <a:gd name="connsiteY110" fmla="*/ 3129034 h 6858000"/>
              <a:gd name="connsiteX111" fmla="*/ 729994 w 1605470"/>
              <a:gd name="connsiteY111" fmla="*/ 3126682 h 6858000"/>
              <a:gd name="connsiteX112" fmla="*/ 720862 w 1605470"/>
              <a:gd name="connsiteY112" fmla="*/ 3114519 h 6858000"/>
              <a:gd name="connsiteX113" fmla="*/ 707471 w 1605470"/>
              <a:gd name="connsiteY113" fmla="*/ 3106272 h 6858000"/>
              <a:gd name="connsiteX114" fmla="*/ 680201 w 1605470"/>
              <a:gd name="connsiteY114" fmla="*/ 2958185 h 6858000"/>
              <a:gd name="connsiteX115" fmla="*/ 622815 w 1605470"/>
              <a:gd name="connsiteY115" fmla="*/ 2762989 h 6858000"/>
              <a:gd name="connsiteX116" fmla="*/ 571733 w 1605470"/>
              <a:gd name="connsiteY116" fmla="*/ 2554718 h 6858000"/>
              <a:gd name="connsiteX117" fmla="*/ 551827 w 1605470"/>
              <a:gd name="connsiteY117" fmla="*/ 2485734 h 6858000"/>
              <a:gd name="connsiteX118" fmla="*/ 542550 w 1605470"/>
              <a:gd name="connsiteY118" fmla="*/ 2447068 h 6858000"/>
              <a:gd name="connsiteX119" fmla="*/ 529511 w 1605470"/>
              <a:gd name="connsiteY119" fmla="*/ 2425819 h 6858000"/>
              <a:gd name="connsiteX120" fmla="*/ 528878 w 1605470"/>
              <a:gd name="connsiteY120" fmla="*/ 2408971 h 6858000"/>
              <a:gd name="connsiteX121" fmla="*/ 535510 w 1605470"/>
              <a:gd name="connsiteY121" fmla="*/ 2402874 h 6858000"/>
              <a:gd name="connsiteX122" fmla="*/ 538122 w 1605470"/>
              <a:gd name="connsiteY122" fmla="*/ 2381443 h 6858000"/>
              <a:gd name="connsiteX123" fmla="*/ 514451 w 1605470"/>
              <a:gd name="connsiteY123" fmla="*/ 2261920 h 6858000"/>
              <a:gd name="connsiteX124" fmla="*/ 504338 w 1605470"/>
              <a:gd name="connsiteY124" fmla="*/ 2195378 h 6858000"/>
              <a:gd name="connsiteX125" fmla="*/ 488555 w 1605470"/>
              <a:gd name="connsiteY125" fmla="*/ 2155135 h 6858000"/>
              <a:gd name="connsiteX126" fmla="*/ 486013 w 1605470"/>
              <a:gd name="connsiteY126" fmla="*/ 2118008 h 6858000"/>
              <a:gd name="connsiteX127" fmla="*/ 487006 w 1605470"/>
              <a:gd name="connsiteY127" fmla="*/ 2050531 h 6858000"/>
              <a:gd name="connsiteX128" fmla="*/ 478812 w 1605470"/>
              <a:gd name="connsiteY128" fmla="*/ 1963269 h 6858000"/>
              <a:gd name="connsiteX129" fmla="*/ 459990 w 1605470"/>
              <a:gd name="connsiteY129" fmla="*/ 1906352 h 6858000"/>
              <a:gd name="connsiteX130" fmla="*/ 436547 w 1605470"/>
              <a:gd name="connsiteY130" fmla="*/ 1861531 h 6858000"/>
              <a:gd name="connsiteX131" fmla="*/ 390346 w 1605470"/>
              <a:gd name="connsiteY131" fmla="*/ 1732919 h 6858000"/>
              <a:gd name="connsiteX132" fmla="*/ 362657 w 1605470"/>
              <a:gd name="connsiteY132" fmla="*/ 1663540 h 6858000"/>
              <a:gd name="connsiteX133" fmla="*/ 361783 w 1605470"/>
              <a:gd name="connsiteY133" fmla="*/ 1615777 h 6858000"/>
              <a:gd name="connsiteX134" fmla="*/ 342578 w 1605470"/>
              <a:gd name="connsiteY134" fmla="*/ 1563678 h 6858000"/>
              <a:gd name="connsiteX135" fmla="*/ 355658 w 1605470"/>
              <a:gd name="connsiteY135" fmla="*/ 1519474 h 6858000"/>
              <a:gd name="connsiteX136" fmla="*/ 348400 w 1605470"/>
              <a:gd name="connsiteY136" fmla="*/ 1477995 h 6858000"/>
              <a:gd name="connsiteX137" fmla="*/ 334485 w 1605470"/>
              <a:gd name="connsiteY137" fmla="*/ 1373769 h 6858000"/>
              <a:gd name="connsiteX138" fmla="*/ 342792 w 1605470"/>
              <a:gd name="connsiteY138" fmla="*/ 1307086 h 6858000"/>
              <a:gd name="connsiteX139" fmla="*/ 343980 w 1605470"/>
              <a:gd name="connsiteY139" fmla="*/ 1189033 h 6858000"/>
              <a:gd name="connsiteX140" fmla="*/ 348665 w 1605470"/>
              <a:gd name="connsiteY140" fmla="*/ 1168288 h 6858000"/>
              <a:gd name="connsiteX141" fmla="*/ 340947 w 1605470"/>
              <a:gd name="connsiteY141" fmla="*/ 1142577 h 6858000"/>
              <a:gd name="connsiteX142" fmla="*/ 330253 w 1605470"/>
              <a:gd name="connsiteY142" fmla="*/ 1088484 h 6858000"/>
              <a:gd name="connsiteX143" fmla="*/ 318989 w 1605470"/>
              <a:gd name="connsiteY143" fmla="*/ 1016103 h 6858000"/>
              <a:gd name="connsiteX144" fmla="*/ 320445 w 1605470"/>
              <a:gd name="connsiteY144" fmla="*/ 932283 h 6858000"/>
              <a:gd name="connsiteX145" fmla="*/ 322681 w 1605470"/>
              <a:gd name="connsiteY145" fmla="*/ 915925 h 6858000"/>
              <a:gd name="connsiteX146" fmla="*/ 315310 w 1605470"/>
              <a:gd name="connsiteY146" fmla="*/ 896999 h 6858000"/>
              <a:gd name="connsiteX147" fmla="*/ 284718 w 1605470"/>
              <a:gd name="connsiteY147" fmla="*/ 821517 h 6858000"/>
              <a:gd name="connsiteX148" fmla="*/ 263668 w 1605470"/>
              <a:gd name="connsiteY148" fmla="*/ 751353 h 6858000"/>
              <a:gd name="connsiteX149" fmla="*/ 263226 w 1605470"/>
              <a:gd name="connsiteY149" fmla="*/ 721230 h 6858000"/>
              <a:gd name="connsiteX150" fmla="*/ 248897 w 1605470"/>
              <a:gd name="connsiteY150" fmla="*/ 681659 h 6858000"/>
              <a:gd name="connsiteX151" fmla="*/ 234316 w 1605470"/>
              <a:gd name="connsiteY151" fmla="*/ 635218 h 6858000"/>
              <a:gd name="connsiteX152" fmla="*/ 239327 w 1605470"/>
              <a:gd name="connsiteY152" fmla="*/ 613763 h 6858000"/>
              <a:gd name="connsiteX153" fmla="*/ 225269 w 1605470"/>
              <a:gd name="connsiteY153" fmla="*/ 598582 h 6858000"/>
              <a:gd name="connsiteX154" fmla="*/ 224950 w 1605470"/>
              <a:gd name="connsiteY154" fmla="*/ 576846 h 6858000"/>
              <a:gd name="connsiteX155" fmla="*/ 204576 w 1605470"/>
              <a:gd name="connsiteY155" fmla="*/ 530055 h 6858000"/>
              <a:gd name="connsiteX156" fmla="*/ 219064 w 1605470"/>
              <a:gd name="connsiteY156" fmla="*/ 469651 h 6858000"/>
              <a:gd name="connsiteX157" fmla="*/ 195012 w 1605470"/>
              <a:gd name="connsiteY157" fmla="*/ 448559 h 6858000"/>
              <a:gd name="connsiteX158" fmla="*/ 201434 w 1605470"/>
              <a:gd name="connsiteY158" fmla="*/ 441529 h 6858000"/>
              <a:gd name="connsiteX159" fmla="*/ 200655 w 1605470"/>
              <a:gd name="connsiteY159" fmla="*/ 428927 h 6858000"/>
              <a:gd name="connsiteX160" fmla="*/ 190059 w 1605470"/>
              <a:gd name="connsiteY160" fmla="*/ 430161 h 6858000"/>
              <a:gd name="connsiteX161" fmla="*/ 167079 w 1605470"/>
              <a:gd name="connsiteY161" fmla="*/ 367211 h 6858000"/>
              <a:gd name="connsiteX162" fmla="*/ 124571 w 1605470"/>
              <a:gd name="connsiteY162" fmla="*/ 302178 h 6858000"/>
              <a:gd name="connsiteX163" fmla="*/ 103243 w 1605470"/>
              <a:gd name="connsiteY163" fmla="*/ 211375 h 6858000"/>
              <a:gd name="connsiteX164" fmla="*/ 94571 w 1605470"/>
              <a:gd name="connsiteY164" fmla="*/ 184179 h 6858000"/>
              <a:gd name="connsiteX165" fmla="*/ 13437 w 1605470"/>
              <a:gd name="connsiteY165" fmla="*/ 19287 h 6858000"/>
              <a:gd name="connsiteX166" fmla="*/ 0 w 1605470"/>
              <a:gd name="connsiteY166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8335 w 1605470"/>
              <a:gd name="connsiteY37" fmla="*/ 5665173 h 6858000"/>
              <a:gd name="connsiteX38" fmla="*/ 562052 w 1605470"/>
              <a:gd name="connsiteY38" fmla="*/ 5563435 h 6858000"/>
              <a:gd name="connsiteX39" fmla="*/ 591557 w 1605470"/>
              <a:gd name="connsiteY39" fmla="*/ 5476393 h 6858000"/>
              <a:gd name="connsiteX40" fmla="*/ 622750 w 1605470"/>
              <a:gd name="connsiteY40" fmla="*/ 5396260 h 6858000"/>
              <a:gd name="connsiteX41" fmla="*/ 638731 w 1605470"/>
              <a:gd name="connsiteY41" fmla="*/ 5330009 h 6858000"/>
              <a:gd name="connsiteX42" fmla="*/ 672224 w 1605470"/>
              <a:gd name="connsiteY42" fmla="*/ 5273739 h 6858000"/>
              <a:gd name="connsiteX43" fmla="*/ 681823 w 1605470"/>
              <a:gd name="connsiteY43" fmla="*/ 5241779 h 6858000"/>
              <a:gd name="connsiteX44" fmla="*/ 693049 w 1605470"/>
              <a:gd name="connsiteY44" fmla="*/ 5225268 h 6858000"/>
              <a:gd name="connsiteX45" fmla="*/ 694069 w 1605470"/>
              <a:gd name="connsiteY45" fmla="*/ 5217684 h 6858000"/>
              <a:gd name="connsiteX46" fmla="*/ 701410 w 1605470"/>
              <a:gd name="connsiteY46" fmla="*/ 5193377 h 6858000"/>
              <a:gd name="connsiteX47" fmla="*/ 704713 w 1605470"/>
              <a:gd name="connsiteY47" fmla="*/ 5179288 h 6858000"/>
              <a:gd name="connsiteX48" fmla="*/ 705697 w 1605470"/>
              <a:gd name="connsiteY48" fmla="*/ 5173621 h 6858000"/>
              <a:gd name="connsiteX49" fmla="*/ 701331 w 1605470"/>
              <a:gd name="connsiteY49" fmla="*/ 5159961 h 6858000"/>
              <a:gd name="connsiteX50" fmla="*/ 708008 w 1605470"/>
              <a:gd name="connsiteY50" fmla="*/ 5144295 h 6858000"/>
              <a:gd name="connsiteX51" fmla="*/ 704941 w 1605470"/>
              <a:gd name="connsiteY51" fmla="*/ 5125185 h 6858000"/>
              <a:gd name="connsiteX52" fmla="*/ 711771 w 1605470"/>
              <a:gd name="connsiteY52" fmla="*/ 5121884 h 6858000"/>
              <a:gd name="connsiteX53" fmla="*/ 718807 w 1605470"/>
              <a:gd name="connsiteY53" fmla="*/ 5067850 h 6858000"/>
              <a:gd name="connsiteX54" fmla="*/ 721538 w 1605470"/>
              <a:gd name="connsiteY54" fmla="*/ 5060861 h 6858000"/>
              <a:gd name="connsiteX55" fmla="*/ 718242 w 1605470"/>
              <a:gd name="connsiteY55" fmla="*/ 5034192 h 6858000"/>
              <a:gd name="connsiteX56" fmla="*/ 719796 w 1605470"/>
              <a:gd name="connsiteY56" fmla="*/ 4993030 h 6858000"/>
              <a:gd name="connsiteX57" fmla="*/ 726705 w 1605470"/>
              <a:gd name="connsiteY57" fmla="*/ 4946844 h 6858000"/>
              <a:gd name="connsiteX58" fmla="*/ 722561 w 1605470"/>
              <a:gd name="connsiteY58" fmla="*/ 4932692 h 6858000"/>
              <a:gd name="connsiteX59" fmla="*/ 737964 w 1605470"/>
              <a:gd name="connsiteY59" fmla="*/ 4858827 h 6858000"/>
              <a:gd name="connsiteX60" fmla="*/ 732118 w 1605470"/>
              <a:gd name="connsiteY60" fmla="*/ 4801535 h 6858000"/>
              <a:gd name="connsiteX61" fmla="*/ 739787 w 1605470"/>
              <a:gd name="connsiteY61" fmla="*/ 4797794 h 6858000"/>
              <a:gd name="connsiteX62" fmla="*/ 741081 w 1605470"/>
              <a:gd name="connsiteY62" fmla="*/ 4784526 h 6858000"/>
              <a:gd name="connsiteX63" fmla="*/ 742865 w 1605470"/>
              <a:gd name="connsiteY63" fmla="*/ 4781211 h 6858000"/>
              <a:gd name="connsiteX64" fmla="*/ 751652 w 1605470"/>
              <a:gd name="connsiteY64" fmla="*/ 4761984 h 6858000"/>
              <a:gd name="connsiteX65" fmla="*/ 747700 w 1605470"/>
              <a:gd name="connsiteY65" fmla="*/ 4690749 h 6858000"/>
              <a:gd name="connsiteX66" fmla="*/ 743180 w 1605470"/>
              <a:gd name="connsiteY66" fmla="*/ 4584173 h 6858000"/>
              <a:gd name="connsiteX67" fmla="*/ 738263 w 1605470"/>
              <a:gd name="connsiteY67" fmla="*/ 4444346 h 6858000"/>
              <a:gd name="connsiteX68" fmla="*/ 734828 w 1605470"/>
              <a:gd name="connsiteY68" fmla="*/ 4375228 h 6858000"/>
              <a:gd name="connsiteX69" fmla="*/ 715481 w 1605470"/>
              <a:gd name="connsiteY69" fmla="*/ 4214165 h 6858000"/>
              <a:gd name="connsiteX70" fmla="*/ 719554 w 1605470"/>
              <a:gd name="connsiteY70" fmla="*/ 4090296 h 6858000"/>
              <a:gd name="connsiteX71" fmla="*/ 704810 w 1605470"/>
              <a:gd name="connsiteY71" fmla="*/ 4033999 h 6858000"/>
              <a:gd name="connsiteX72" fmla="*/ 705959 w 1605470"/>
              <a:gd name="connsiteY72" fmla="*/ 4031933 h 6858000"/>
              <a:gd name="connsiteX73" fmla="*/ 704535 w 1605470"/>
              <a:gd name="connsiteY73" fmla="*/ 4013953 h 6858000"/>
              <a:gd name="connsiteX74" fmla="*/ 700443 w 1605470"/>
              <a:gd name="connsiteY74" fmla="*/ 4010511 h 6858000"/>
              <a:gd name="connsiteX75" fmla="*/ 698282 w 1605470"/>
              <a:gd name="connsiteY75" fmla="*/ 3998331 h 6858000"/>
              <a:gd name="connsiteX76" fmla="*/ 690830 w 1605470"/>
              <a:gd name="connsiteY76" fmla="*/ 3974753 h 6858000"/>
              <a:gd name="connsiteX77" fmla="*/ 692428 w 1605470"/>
              <a:gd name="connsiteY77" fmla="*/ 3969950 h 6858000"/>
              <a:gd name="connsiteX78" fmla="*/ 685850 w 1605470"/>
              <a:gd name="connsiteY78" fmla="*/ 3933779 h 6858000"/>
              <a:gd name="connsiteX79" fmla="*/ 687181 w 1605470"/>
              <a:gd name="connsiteY79" fmla="*/ 3933093 h 6858000"/>
              <a:gd name="connsiteX80" fmla="*/ 691535 w 1605470"/>
              <a:gd name="connsiteY80" fmla="*/ 3922082 h 6858000"/>
              <a:gd name="connsiteX81" fmla="*/ 696613 w 1605470"/>
              <a:gd name="connsiteY81" fmla="*/ 3901461 h 6858000"/>
              <a:gd name="connsiteX82" fmla="*/ 719207 w 1605470"/>
              <a:gd name="connsiteY82" fmla="*/ 3813873 h 6858000"/>
              <a:gd name="connsiteX83" fmla="*/ 718632 w 1605470"/>
              <a:gd name="connsiteY83" fmla="*/ 3806161 h 6858000"/>
              <a:gd name="connsiteX84" fmla="*/ 718939 w 1605470"/>
              <a:gd name="connsiteY84" fmla="*/ 3805957 h 6858000"/>
              <a:gd name="connsiteX85" fmla="*/ 718966 w 1605470"/>
              <a:gd name="connsiteY85" fmla="*/ 3797724 h 6858000"/>
              <a:gd name="connsiteX86" fmla="*/ 717581 w 1605470"/>
              <a:gd name="connsiteY86" fmla="*/ 3792098 h 6858000"/>
              <a:gd name="connsiteX87" fmla="*/ 716465 w 1605470"/>
              <a:gd name="connsiteY87" fmla="*/ 3777135 h 6858000"/>
              <a:gd name="connsiteX88" fmla="*/ 718198 w 1605470"/>
              <a:gd name="connsiteY88" fmla="*/ 3771656 h 6858000"/>
              <a:gd name="connsiteX89" fmla="*/ 721941 w 1605470"/>
              <a:gd name="connsiteY89" fmla="*/ 3769007 h 6858000"/>
              <a:gd name="connsiteX90" fmla="*/ 721407 w 1605470"/>
              <a:gd name="connsiteY90" fmla="*/ 3767709 h 6858000"/>
              <a:gd name="connsiteX91" fmla="*/ 730103 w 1605470"/>
              <a:gd name="connsiteY91" fmla="*/ 3738082 h 6858000"/>
              <a:gd name="connsiteX92" fmla="*/ 737449 w 1605470"/>
              <a:gd name="connsiteY92" fmla="*/ 3673397 h 6858000"/>
              <a:gd name="connsiteX93" fmla="*/ 736745 w 1605470"/>
              <a:gd name="connsiteY93" fmla="*/ 3637109 h 6858000"/>
              <a:gd name="connsiteX94" fmla="*/ 740188 w 1605470"/>
              <a:gd name="connsiteY94" fmla="*/ 3536883 h 6858000"/>
              <a:gd name="connsiteX95" fmla="*/ 747726 w 1605470"/>
              <a:gd name="connsiteY95" fmla="*/ 3435652 h 6858000"/>
              <a:gd name="connsiteX96" fmla="*/ 770510 w 1605470"/>
              <a:gd name="connsiteY96" fmla="*/ 3361844 h 6858000"/>
              <a:gd name="connsiteX97" fmla="*/ 766158 w 1605470"/>
              <a:gd name="connsiteY97" fmla="*/ 3349058 h 6858000"/>
              <a:gd name="connsiteX98" fmla="*/ 764166 w 1605470"/>
              <a:gd name="connsiteY98" fmla="*/ 3341588 h 6858000"/>
              <a:gd name="connsiteX99" fmla="*/ 749397 w 1605470"/>
              <a:gd name="connsiteY99" fmla="*/ 3307769 h 6858000"/>
              <a:gd name="connsiteX100" fmla="*/ 766960 w 1605470"/>
              <a:gd name="connsiteY100" fmla="*/ 3250522 h 6858000"/>
              <a:gd name="connsiteX101" fmla="*/ 767385 w 1605470"/>
              <a:gd name="connsiteY101" fmla="*/ 3229163 h 6858000"/>
              <a:gd name="connsiteX102" fmla="*/ 769208 w 1605470"/>
              <a:gd name="connsiteY102" fmla="*/ 3217217 h 6858000"/>
              <a:gd name="connsiteX103" fmla="*/ 770350 w 1605470"/>
              <a:gd name="connsiteY103" fmla="*/ 3216125 h 6858000"/>
              <a:gd name="connsiteX104" fmla="*/ 756043 w 1605470"/>
              <a:gd name="connsiteY104" fmla="*/ 3183755 h 6858000"/>
              <a:gd name="connsiteX105" fmla="*/ 756544 w 1605470"/>
              <a:gd name="connsiteY105" fmla="*/ 3178642 h 6858000"/>
              <a:gd name="connsiteX106" fmla="*/ 744144 w 1605470"/>
              <a:gd name="connsiteY106" fmla="*/ 3158586 h 6858000"/>
              <a:gd name="connsiteX107" fmla="*/ 739378 w 1605470"/>
              <a:gd name="connsiteY107" fmla="*/ 3147669 h 6858000"/>
              <a:gd name="connsiteX108" fmla="*/ 734648 w 1605470"/>
              <a:gd name="connsiteY108" fmla="*/ 3145733 h 6858000"/>
              <a:gd name="connsiteX109" fmla="*/ 729329 w 1605470"/>
              <a:gd name="connsiteY109" fmla="*/ 3129034 h 6858000"/>
              <a:gd name="connsiteX110" fmla="*/ 729994 w 1605470"/>
              <a:gd name="connsiteY110" fmla="*/ 3126682 h 6858000"/>
              <a:gd name="connsiteX111" fmla="*/ 720862 w 1605470"/>
              <a:gd name="connsiteY111" fmla="*/ 3114519 h 6858000"/>
              <a:gd name="connsiteX112" fmla="*/ 707471 w 1605470"/>
              <a:gd name="connsiteY112" fmla="*/ 3106272 h 6858000"/>
              <a:gd name="connsiteX113" fmla="*/ 680201 w 1605470"/>
              <a:gd name="connsiteY113" fmla="*/ 2958185 h 6858000"/>
              <a:gd name="connsiteX114" fmla="*/ 622815 w 1605470"/>
              <a:gd name="connsiteY114" fmla="*/ 2762989 h 6858000"/>
              <a:gd name="connsiteX115" fmla="*/ 571733 w 1605470"/>
              <a:gd name="connsiteY115" fmla="*/ 2554718 h 6858000"/>
              <a:gd name="connsiteX116" fmla="*/ 551827 w 1605470"/>
              <a:gd name="connsiteY116" fmla="*/ 2485734 h 6858000"/>
              <a:gd name="connsiteX117" fmla="*/ 542550 w 1605470"/>
              <a:gd name="connsiteY117" fmla="*/ 2447068 h 6858000"/>
              <a:gd name="connsiteX118" fmla="*/ 529511 w 1605470"/>
              <a:gd name="connsiteY118" fmla="*/ 2425819 h 6858000"/>
              <a:gd name="connsiteX119" fmla="*/ 528878 w 1605470"/>
              <a:gd name="connsiteY119" fmla="*/ 2408971 h 6858000"/>
              <a:gd name="connsiteX120" fmla="*/ 535510 w 1605470"/>
              <a:gd name="connsiteY120" fmla="*/ 2402874 h 6858000"/>
              <a:gd name="connsiteX121" fmla="*/ 538122 w 1605470"/>
              <a:gd name="connsiteY121" fmla="*/ 2381443 h 6858000"/>
              <a:gd name="connsiteX122" fmla="*/ 514451 w 1605470"/>
              <a:gd name="connsiteY122" fmla="*/ 2261920 h 6858000"/>
              <a:gd name="connsiteX123" fmla="*/ 504338 w 1605470"/>
              <a:gd name="connsiteY123" fmla="*/ 2195378 h 6858000"/>
              <a:gd name="connsiteX124" fmla="*/ 488555 w 1605470"/>
              <a:gd name="connsiteY124" fmla="*/ 2155135 h 6858000"/>
              <a:gd name="connsiteX125" fmla="*/ 486013 w 1605470"/>
              <a:gd name="connsiteY125" fmla="*/ 2118008 h 6858000"/>
              <a:gd name="connsiteX126" fmla="*/ 487006 w 1605470"/>
              <a:gd name="connsiteY126" fmla="*/ 2050531 h 6858000"/>
              <a:gd name="connsiteX127" fmla="*/ 478812 w 1605470"/>
              <a:gd name="connsiteY127" fmla="*/ 1963269 h 6858000"/>
              <a:gd name="connsiteX128" fmla="*/ 459990 w 1605470"/>
              <a:gd name="connsiteY128" fmla="*/ 1906352 h 6858000"/>
              <a:gd name="connsiteX129" fmla="*/ 436547 w 1605470"/>
              <a:gd name="connsiteY129" fmla="*/ 1861531 h 6858000"/>
              <a:gd name="connsiteX130" fmla="*/ 390346 w 1605470"/>
              <a:gd name="connsiteY130" fmla="*/ 1732919 h 6858000"/>
              <a:gd name="connsiteX131" fmla="*/ 362657 w 1605470"/>
              <a:gd name="connsiteY131" fmla="*/ 1663540 h 6858000"/>
              <a:gd name="connsiteX132" fmla="*/ 361783 w 1605470"/>
              <a:gd name="connsiteY132" fmla="*/ 1615777 h 6858000"/>
              <a:gd name="connsiteX133" fmla="*/ 342578 w 1605470"/>
              <a:gd name="connsiteY133" fmla="*/ 1563678 h 6858000"/>
              <a:gd name="connsiteX134" fmla="*/ 355658 w 1605470"/>
              <a:gd name="connsiteY134" fmla="*/ 1519474 h 6858000"/>
              <a:gd name="connsiteX135" fmla="*/ 348400 w 1605470"/>
              <a:gd name="connsiteY135" fmla="*/ 1477995 h 6858000"/>
              <a:gd name="connsiteX136" fmla="*/ 334485 w 1605470"/>
              <a:gd name="connsiteY136" fmla="*/ 1373769 h 6858000"/>
              <a:gd name="connsiteX137" fmla="*/ 342792 w 1605470"/>
              <a:gd name="connsiteY137" fmla="*/ 1307086 h 6858000"/>
              <a:gd name="connsiteX138" fmla="*/ 343980 w 1605470"/>
              <a:gd name="connsiteY138" fmla="*/ 1189033 h 6858000"/>
              <a:gd name="connsiteX139" fmla="*/ 348665 w 1605470"/>
              <a:gd name="connsiteY139" fmla="*/ 1168288 h 6858000"/>
              <a:gd name="connsiteX140" fmla="*/ 340947 w 1605470"/>
              <a:gd name="connsiteY140" fmla="*/ 1142577 h 6858000"/>
              <a:gd name="connsiteX141" fmla="*/ 330253 w 1605470"/>
              <a:gd name="connsiteY141" fmla="*/ 1088484 h 6858000"/>
              <a:gd name="connsiteX142" fmla="*/ 318989 w 1605470"/>
              <a:gd name="connsiteY142" fmla="*/ 1016103 h 6858000"/>
              <a:gd name="connsiteX143" fmla="*/ 320445 w 1605470"/>
              <a:gd name="connsiteY143" fmla="*/ 932283 h 6858000"/>
              <a:gd name="connsiteX144" fmla="*/ 322681 w 1605470"/>
              <a:gd name="connsiteY144" fmla="*/ 915925 h 6858000"/>
              <a:gd name="connsiteX145" fmla="*/ 315310 w 1605470"/>
              <a:gd name="connsiteY145" fmla="*/ 896999 h 6858000"/>
              <a:gd name="connsiteX146" fmla="*/ 284718 w 1605470"/>
              <a:gd name="connsiteY146" fmla="*/ 821517 h 6858000"/>
              <a:gd name="connsiteX147" fmla="*/ 263668 w 1605470"/>
              <a:gd name="connsiteY147" fmla="*/ 751353 h 6858000"/>
              <a:gd name="connsiteX148" fmla="*/ 263226 w 1605470"/>
              <a:gd name="connsiteY148" fmla="*/ 721230 h 6858000"/>
              <a:gd name="connsiteX149" fmla="*/ 248897 w 1605470"/>
              <a:gd name="connsiteY149" fmla="*/ 681659 h 6858000"/>
              <a:gd name="connsiteX150" fmla="*/ 234316 w 1605470"/>
              <a:gd name="connsiteY150" fmla="*/ 635218 h 6858000"/>
              <a:gd name="connsiteX151" fmla="*/ 239327 w 1605470"/>
              <a:gd name="connsiteY151" fmla="*/ 613763 h 6858000"/>
              <a:gd name="connsiteX152" fmla="*/ 225269 w 1605470"/>
              <a:gd name="connsiteY152" fmla="*/ 598582 h 6858000"/>
              <a:gd name="connsiteX153" fmla="*/ 224950 w 1605470"/>
              <a:gd name="connsiteY153" fmla="*/ 576846 h 6858000"/>
              <a:gd name="connsiteX154" fmla="*/ 204576 w 1605470"/>
              <a:gd name="connsiteY154" fmla="*/ 530055 h 6858000"/>
              <a:gd name="connsiteX155" fmla="*/ 219064 w 1605470"/>
              <a:gd name="connsiteY155" fmla="*/ 469651 h 6858000"/>
              <a:gd name="connsiteX156" fmla="*/ 195012 w 1605470"/>
              <a:gd name="connsiteY156" fmla="*/ 448559 h 6858000"/>
              <a:gd name="connsiteX157" fmla="*/ 201434 w 1605470"/>
              <a:gd name="connsiteY157" fmla="*/ 441529 h 6858000"/>
              <a:gd name="connsiteX158" fmla="*/ 200655 w 1605470"/>
              <a:gd name="connsiteY158" fmla="*/ 428927 h 6858000"/>
              <a:gd name="connsiteX159" fmla="*/ 190059 w 1605470"/>
              <a:gd name="connsiteY159" fmla="*/ 430161 h 6858000"/>
              <a:gd name="connsiteX160" fmla="*/ 167079 w 1605470"/>
              <a:gd name="connsiteY160" fmla="*/ 367211 h 6858000"/>
              <a:gd name="connsiteX161" fmla="*/ 124571 w 1605470"/>
              <a:gd name="connsiteY161" fmla="*/ 302178 h 6858000"/>
              <a:gd name="connsiteX162" fmla="*/ 103243 w 1605470"/>
              <a:gd name="connsiteY162" fmla="*/ 211375 h 6858000"/>
              <a:gd name="connsiteX163" fmla="*/ 94571 w 1605470"/>
              <a:gd name="connsiteY163" fmla="*/ 184179 h 6858000"/>
              <a:gd name="connsiteX164" fmla="*/ 13437 w 1605470"/>
              <a:gd name="connsiteY164" fmla="*/ 19287 h 6858000"/>
              <a:gd name="connsiteX165" fmla="*/ 0 w 1605470"/>
              <a:gd name="connsiteY165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8335 w 1605470"/>
              <a:gd name="connsiteY37" fmla="*/ 5665173 h 6858000"/>
              <a:gd name="connsiteX38" fmla="*/ 562052 w 1605470"/>
              <a:gd name="connsiteY38" fmla="*/ 5563435 h 6858000"/>
              <a:gd name="connsiteX39" fmla="*/ 591557 w 1605470"/>
              <a:gd name="connsiteY39" fmla="*/ 5476393 h 6858000"/>
              <a:gd name="connsiteX40" fmla="*/ 622750 w 1605470"/>
              <a:gd name="connsiteY40" fmla="*/ 5396260 h 6858000"/>
              <a:gd name="connsiteX41" fmla="*/ 638731 w 1605470"/>
              <a:gd name="connsiteY41" fmla="*/ 5330009 h 6858000"/>
              <a:gd name="connsiteX42" fmla="*/ 672224 w 1605470"/>
              <a:gd name="connsiteY42" fmla="*/ 5273739 h 6858000"/>
              <a:gd name="connsiteX43" fmla="*/ 681823 w 1605470"/>
              <a:gd name="connsiteY43" fmla="*/ 5241779 h 6858000"/>
              <a:gd name="connsiteX44" fmla="*/ 693049 w 1605470"/>
              <a:gd name="connsiteY44" fmla="*/ 5225268 h 6858000"/>
              <a:gd name="connsiteX45" fmla="*/ 694069 w 1605470"/>
              <a:gd name="connsiteY45" fmla="*/ 5217684 h 6858000"/>
              <a:gd name="connsiteX46" fmla="*/ 701410 w 1605470"/>
              <a:gd name="connsiteY46" fmla="*/ 5193377 h 6858000"/>
              <a:gd name="connsiteX47" fmla="*/ 704713 w 1605470"/>
              <a:gd name="connsiteY47" fmla="*/ 5179288 h 6858000"/>
              <a:gd name="connsiteX48" fmla="*/ 705697 w 1605470"/>
              <a:gd name="connsiteY48" fmla="*/ 5173621 h 6858000"/>
              <a:gd name="connsiteX49" fmla="*/ 701331 w 1605470"/>
              <a:gd name="connsiteY49" fmla="*/ 5159961 h 6858000"/>
              <a:gd name="connsiteX50" fmla="*/ 708008 w 1605470"/>
              <a:gd name="connsiteY50" fmla="*/ 5144295 h 6858000"/>
              <a:gd name="connsiteX51" fmla="*/ 704941 w 1605470"/>
              <a:gd name="connsiteY51" fmla="*/ 5125185 h 6858000"/>
              <a:gd name="connsiteX52" fmla="*/ 711771 w 1605470"/>
              <a:gd name="connsiteY52" fmla="*/ 5121884 h 6858000"/>
              <a:gd name="connsiteX53" fmla="*/ 718807 w 1605470"/>
              <a:gd name="connsiteY53" fmla="*/ 5067850 h 6858000"/>
              <a:gd name="connsiteX54" fmla="*/ 721538 w 1605470"/>
              <a:gd name="connsiteY54" fmla="*/ 5060861 h 6858000"/>
              <a:gd name="connsiteX55" fmla="*/ 718242 w 1605470"/>
              <a:gd name="connsiteY55" fmla="*/ 5034192 h 6858000"/>
              <a:gd name="connsiteX56" fmla="*/ 719796 w 1605470"/>
              <a:gd name="connsiteY56" fmla="*/ 4993030 h 6858000"/>
              <a:gd name="connsiteX57" fmla="*/ 726705 w 1605470"/>
              <a:gd name="connsiteY57" fmla="*/ 4946844 h 6858000"/>
              <a:gd name="connsiteX58" fmla="*/ 722561 w 1605470"/>
              <a:gd name="connsiteY58" fmla="*/ 4932692 h 6858000"/>
              <a:gd name="connsiteX59" fmla="*/ 737964 w 1605470"/>
              <a:gd name="connsiteY59" fmla="*/ 4858827 h 6858000"/>
              <a:gd name="connsiteX60" fmla="*/ 732118 w 1605470"/>
              <a:gd name="connsiteY60" fmla="*/ 4801535 h 6858000"/>
              <a:gd name="connsiteX61" fmla="*/ 739787 w 1605470"/>
              <a:gd name="connsiteY61" fmla="*/ 4797794 h 6858000"/>
              <a:gd name="connsiteX62" fmla="*/ 741081 w 1605470"/>
              <a:gd name="connsiteY62" fmla="*/ 4784526 h 6858000"/>
              <a:gd name="connsiteX63" fmla="*/ 742865 w 1605470"/>
              <a:gd name="connsiteY63" fmla="*/ 4781211 h 6858000"/>
              <a:gd name="connsiteX64" fmla="*/ 751652 w 1605470"/>
              <a:gd name="connsiteY64" fmla="*/ 4761984 h 6858000"/>
              <a:gd name="connsiteX65" fmla="*/ 747700 w 1605470"/>
              <a:gd name="connsiteY65" fmla="*/ 4690749 h 6858000"/>
              <a:gd name="connsiteX66" fmla="*/ 743180 w 1605470"/>
              <a:gd name="connsiteY66" fmla="*/ 4584173 h 6858000"/>
              <a:gd name="connsiteX67" fmla="*/ 738263 w 1605470"/>
              <a:gd name="connsiteY67" fmla="*/ 4444346 h 6858000"/>
              <a:gd name="connsiteX68" fmla="*/ 734828 w 1605470"/>
              <a:gd name="connsiteY68" fmla="*/ 4375228 h 6858000"/>
              <a:gd name="connsiteX69" fmla="*/ 715481 w 1605470"/>
              <a:gd name="connsiteY69" fmla="*/ 4214165 h 6858000"/>
              <a:gd name="connsiteX70" fmla="*/ 719554 w 1605470"/>
              <a:gd name="connsiteY70" fmla="*/ 4090296 h 6858000"/>
              <a:gd name="connsiteX71" fmla="*/ 704810 w 1605470"/>
              <a:gd name="connsiteY71" fmla="*/ 4033999 h 6858000"/>
              <a:gd name="connsiteX72" fmla="*/ 705959 w 1605470"/>
              <a:gd name="connsiteY72" fmla="*/ 4031933 h 6858000"/>
              <a:gd name="connsiteX73" fmla="*/ 704535 w 1605470"/>
              <a:gd name="connsiteY73" fmla="*/ 4013953 h 6858000"/>
              <a:gd name="connsiteX74" fmla="*/ 700443 w 1605470"/>
              <a:gd name="connsiteY74" fmla="*/ 4010511 h 6858000"/>
              <a:gd name="connsiteX75" fmla="*/ 698282 w 1605470"/>
              <a:gd name="connsiteY75" fmla="*/ 3998331 h 6858000"/>
              <a:gd name="connsiteX76" fmla="*/ 690830 w 1605470"/>
              <a:gd name="connsiteY76" fmla="*/ 3974753 h 6858000"/>
              <a:gd name="connsiteX77" fmla="*/ 692428 w 1605470"/>
              <a:gd name="connsiteY77" fmla="*/ 3969950 h 6858000"/>
              <a:gd name="connsiteX78" fmla="*/ 685850 w 1605470"/>
              <a:gd name="connsiteY78" fmla="*/ 3933779 h 6858000"/>
              <a:gd name="connsiteX79" fmla="*/ 687181 w 1605470"/>
              <a:gd name="connsiteY79" fmla="*/ 3933093 h 6858000"/>
              <a:gd name="connsiteX80" fmla="*/ 691535 w 1605470"/>
              <a:gd name="connsiteY80" fmla="*/ 3922082 h 6858000"/>
              <a:gd name="connsiteX81" fmla="*/ 696613 w 1605470"/>
              <a:gd name="connsiteY81" fmla="*/ 3901461 h 6858000"/>
              <a:gd name="connsiteX82" fmla="*/ 719207 w 1605470"/>
              <a:gd name="connsiteY82" fmla="*/ 3813873 h 6858000"/>
              <a:gd name="connsiteX83" fmla="*/ 718632 w 1605470"/>
              <a:gd name="connsiteY83" fmla="*/ 3806161 h 6858000"/>
              <a:gd name="connsiteX84" fmla="*/ 718939 w 1605470"/>
              <a:gd name="connsiteY84" fmla="*/ 3805957 h 6858000"/>
              <a:gd name="connsiteX85" fmla="*/ 718966 w 1605470"/>
              <a:gd name="connsiteY85" fmla="*/ 3797724 h 6858000"/>
              <a:gd name="connsiteX86" fmla="*/ 717581 w 1605470"/>
              <a:gd name="connsiteY86" fmla="*/ 3792098 h 6858000"/>
              <a:gd name="connsiteX87" fmla="*/ 716465 w 1605470"/>
              <a:gd name="connsiteY87" fmla="*/ 3777135 h 6858000"/>
              <a:gd name="connsiteX88" fmla="*/ 718198 w 1605470"/>
              <a:gd name="connsiteY88" fmla="*/ 3771656 h 6858000"/>
              <a:gd name="connsiteX89" fmla="*/ 721941 w 1605470"/>
              <a:gd name="connsiteY89" fmla="*/ 3769007 h 6858000"/>
              <a:gd name="connsiteX90" fmla="*/ 721407 w 1605470"/>
              <a:gd name="connsiteY90" fmla="*/ 3767709 h 6858000"/>
              <a:gd name="connsiteX91" fmla="*/ 730103 w 1605470"/>
              <a:gd name="connsiteY91" fmla="*/ 3738082 h 6858000"/>
              <a:gd name="connsiteX92" fmla="*/ 737449 w 1605470"/>
              <a:gd name="connsiteY92" fmla="*/ 3673397 h 6858000"/>
              <a:gd name="connsiteX93" fmla="*/ 736745 w 1605470"/>
              <a:gd name="connsiteY93" fmla="*/ 3637109 h 6858000"/>
              <a:gd name="connsiteX94" fmla="*/ 740188 w 1605470"/>
              <a:gd name="connsiteY94" fmla="*/ 3536883 h 6858000"/>
              <a:gd name="connsiteX95" fmla="*/ 747726 w 1605470"/>
              <a:gd name="connsiteY95" fmla="*/ 3435652 h 6858000"/>
              <a:gd name="connsiteX96" fmla="*/ 770510 w 1605470"/>
              <a:gd name="connsiteY96" fmla="*/ 3361844 h 6858000"/>
              <a:gd name="connsiteX97" fmla="*/ 766158 w 1605470"/>
              <a:gd name="connsiteY97" fmla="*/ 3349058 h 6858000"/>
              <a:gd name="connsiteX98" fmla="*/ 749397 w 1605470"/>
              <a:gd name="connsiteY98" fmla="*/ 3307769 h 6858000"/>
              <a:gd name="connsiteX99" fmla="*/ 766960 w 1605470"/>
              <a:gd name="connsiteY99" fmla="*/ 3250522 h 6858000"/>
              <a:gd name="connsiteX100" fmla="*/ 767385 w 1605470"/>
              <a:gd name="connsiteY100" fmla="*/ 3229163 h 6858000"/>
              <a:gd name="connsiteX101" fmla="*/ 769208 w 1605470"/>
              <a:gd name="connsiteY101" fmla="*/ 3217217 h 6858000"/>
              <a:gd name="connsiteX102" fmla="*/ 770350 w 1605470"/>
              <a:gd name="connsiteY102" fmla="*/ 3216125 h 6858000"/>
              <a:gd name="connsiteX103" fmla="*/ 756043 w 1605470"/>
              <a:gd name="connsiteY103" fmla="*/ 3183755 h 6858000"/>
              <a:gd name="connsiteX104" fmla="*/ 756544 w 1605470"/>
              <a:gd name="connsiteY104" fmla="*/ 3178642 h 6858000"/>
              <a:gd name="connsiteX105" fmla="*/ 744144 w 1605470"/>
              <a:gd name="connsiteY105" fmla="*/ 3158586 h 6858000"/>
              <a:gd name="connsiteX106" fmla="*/ 739378 w 1605470"/>
              <a:gd name="connsiteY106" fmla="*/ 3147669 h 6858000"/>
              <a:gd name="connsiteX107" fmla="*/ 734648 w 1605470"/>
              <a:gd name="connsiteY107" fmla="*/ 3145733 h 6858000"/>
              <a:gd name="connsiteX108" fmla="*/ 729329 w 1605470"/>
              <a:gd name="connsiteY108" fmla="*/ 3129034 h 6858000"/>
              <a:gd name="connsiteX109" fmla="*/ 729994 w 1605470"/>
              <a:gd name="connsiteY109" fmla="*/ 3126682 h 6858000"/>
              <a:gd name="connsiteX110" fmla="*/ 720862 w 1605470"/>
              <a:gd name="connsiteY110" fmla="*/ 3114519 h 6858000"/>
              <a:gd name="connsiteX111" fmla="*/ 707471 w 1605470"/>
              <a:gd name="connsiteY111" fmla="*/ 3106272 h 6858000"/>
              <a:gd name="connsiteX112" fmla="*/ 680201 w 1605470"/>
              <a:gd name="connsiteY112" fmla="*/ 2958185 h 6858000"/>
              <a:gd name="connsiteX113" fmla="*/ 622815 w 1605470"/>
              <a:gd name="connsiteY113" fmla="*/ 2762989 h 6858000"/>
              <a:gd name="connsiteX114" fmla="*/ 571733 w 1605470"/>
              <a:gd name="connsiteY114" fmla="*/ 2554718 h 6858000"/>
              <a:gd name="connsiteX115" fmla="*/ 551827 w 1605470"/>
              <a:gd name="connsiteY115" fmla="*/ 2485734 h 6858000"/>
              <a:gd name="connsiteX116" fmla="*/ 542550 w 1605470"/>
              <a:gd name="connsiteY116" fmla="*/ 2447068 h 6858000"/>
              <a:gd name="connsiteX117" fmla="*/ 529511 w 1605470"/>
              <a:gd name="connsiteY117" fmla="*/ 2425819 h 6858000"/>
              <a:gd name="connsiteX118" fmla="*/ 528878 w 1605470"/>
              <a:gd name="connsiteY118" fmla="*/ 2408971 h 6858000"/>
              <a:gd name="connsiteX119" fmla="*/ 535510 w 1605470"/>
              <a:gd name="connsiteY119" fmla="*/ 2402874 h 6858000"/>
              <a:gd name="connsiteX120" fmla="*/ 538122 w 1605470"/>
              <a:gd name="connsiteY120" fmla="*/ 2381443 h 6858000"/>
              <a:gd name="connsiteX121" fmla="*/ 514451 w 1605470"/>
              <a:gd name="connsiteY121" fmla="*/ 2261920 h 6858000"/>
              <a:gd name="connsiteX122" fmla="*/ 504338 w 1605470"/>
              <a:gd name="connsiteY122" fmla="*/ 2195378 h 6858000"/>
              <a:gd name="connsiteX123" fmla="*/ 488555 w 1605470"/>
              <a:gd name="connsiteY123" fmla="*/ 2155135 h 6858000"/>
              <a:gd name="connsiteX124" fmla="*/ 486013 w 1605470"/>
              <a:gd name="connsiteY124" fmla="*/ 2118008 h 6858000"/>
              <a:gd name="connsiteX125" fmla="*/ 487006 w 1605470"/>
              <a:gd name="connsiteY125" fmla="*/ 2050531 h 6858000"/>
              <a:gd name="connsiteX126" fmla="*/ 478812 w 1605470"/>
              <a:gd name="connsiteY126" fmla="*/ 1963269 h 6858000"/>
              <a:gd name="connsiteX127" fmla="*/ 459990 w 1605470"/>
              <a:gd name="connsiteY127" fmla="*/ 1906352 h 6858000"/>
              <a:gd name="connsiteX128" fmla="*/ 436547 w 1605470"/>
              <a:gd name="connsiteY128" fmla="*/ 1861531 h 6858000"/>
              <a:gd name="connsiteX129" fmla="*/ 390346 w 1605470"/>
              <a:gd name="connsiteY129" fmla="*/ 1732919 h 6858000"/>
              <a:gd name="connsiteX130" fmla="*/ 362657 w 1605470"/>
              <a:gd name="connsiteY130" fmla="*/ 1663540 h 6858000"/>
              <a:gd name="connsiteX131" fmla="*/ 361783 w 1605470"/>
              <a:gd name="connsiteY131" fmla="*/ 1615777 h 6858000"/>
              <a:gd name="connsiteX132" fmla="*/ 342578 w 1605470"/>
              <a:gd name="connsiteY132" fmla="*/ 1563678 h 6858000"/>
              <a:gd name="connsiteX133" fmla="*/ 355658 w 1605470"/>
              <a:gd name="connsiteY133" fmla="*/ 1519474 h 6858000"/>
              <a:gd name="connsiteX134" fmla="*/ 348400 w 1605470"/>
              <a:gd name="connsiteY134" fmla="*/ 1477995 h 6858000"/>
              <a:gd name="connsiteX135" fmla="*/ 334485 w 1605470"/>
              <a:gd name="connsiteY135" fmla="*/ 1373769 h 6858000"/>
              <a:gd name="connsiteX136" fmla="*/ 342792 w 1605470"/>
              <a:gd name="connsiteY136" fmla="*/ 1307086 h 6858000"/>
              <a:gd name="connsiteX137" fmla="*/ 343980 w 1605470"/>
              <a:gd name="connsiteY137" fmla="*/ 1189033 h 6858000"/>
              <a:gd name="connsiteX138" fmla="*/ 348665 w 1605470"/>
              <a:gd name="connsiteY138" fmla="*/ 1168288 h 6858000"/>
              <a:gd name="connsiteX139" fmla="*/ 340947 w 1605470"/>
              <a:gd name="connsiteY139" fmla="*/ 1142577 h 6858000"/>
              <a:gd name="connsiteX140" fmla="*/ 330253 w 1605470"/>
              <a:gd name="connsiteY140" fmla="*/ 1088484 h 6858000"/>
              <a:gd name="connsiteX141" fmla="*/ 318989 w 1605470"/>
              <a:gd name="connsiteY141" fmla="*/ 1016103 h 6858000"/>
              <a:gd name="connsiteX142" fmla="*/ 320445 w 1605470"/>
              <a:gd name="connsiteY142" fmla="*/ 932283 h 6858000"/>
              <a:gd name="connsiteX143" fmla="*/ 322681 w 1605470"/>
              <a:gd name="connsiteY143" fmla="*/ 915925 h 6858000"/>
              <a:gd name="connsiteX144" fmla="*/ 315310 w 1605470"/>
              <a:gd name="connsiteY144" fmla="*/ 896999 h 6858000"/>
              <a:gd name="connsiteX145" fmla="*/ 284718 w 1605470"/>
              <a:gd name="connsiteY145" fmla="*/ 821517 h 6858000"/>
              <a:gd name="connsiteX146" fmla="*/ 263668 w 1605470"/>
              <a:gd name="connsiteY146" fmla="*/ 751353 h 6858000"/>
              <a:gd name="connsiteX147" fmla="*/ 263226 w 1605470"/>
              <a:gd name="connsiteY147" fmla="*/ 721230 h 6858000"/>
              <a:gd name="connsiteX148" fmla="*/ 248897 w 1605470"/>
              <a:gd name="connsiteY148" fmla="*/ 681659 h 6858000"/>
              <a:gd name="connsiteX149" fmla="*/ 234316 w 1605470"/>
              <a:gd name="connsiteY149" fmla="*/ 635218 h 6858000"/>
              <a:gd name="connsiteX150" fmla="*/ 239327 w 1605470"/>
              <a:gd name="connsiteY150" fmla="*/ 613763 h 6858000"/>
              <a:gd name="connsiteX151" fmla="*/ 225269 w 1605470"/>
              <a:gd name="connsiteY151" fmla="*/ 598582 h 6858000"/>
              <a:gd name="connsiteX152" fmla="*/ 224950 w 1605470"/>
              <a:gd name="connsiteY152" fmla="*/ 576846 h 6858000"/>
              <a:gd name="connsiteX153" fmla="*/ 204576 w 1605470"/>
              <a:gd name="connsiteY153" fmla="*/ 530055 h 6858000"/>
              <a:gd name="connsiteX154" fmla="*/ 219064 w 1605470"/>
              <a:gd name="connsiteY154" fmla="*/ 469651 h 6858000"/>
              <a:gd name="connsiteX155" fmla="*/ 195012 w 1605470"/>
              <a:gd name="connsiteY155" fmla="*/ 448559 h 6858000"/>
              <a:gd name="connsiteX156" fmla="*/ 201434 w 1605470"/>
              <a:gd name="connsiteY156" fmla="*/ 441529 h 6858000"/>
              <a:gd name="connsiteX157" fmla="*/ 200655 w 1605470"/>
              <a:gd name="connsiteY157" fmla="*/ 428927 h 6858000"/>
              <a:gd name="connsiteX158" fmla="*/ 190059 w 1605470"/>
              <a:gd name="connsiteY158" fmla="*/ 430161 h 6858000"/>
              <a:gd name="connsiteX159" fmla="*/ 167079 w 1605470"/>
              <a:gd name="connsiteY159" fmla="*/ 367211 h 6858000"/>
              <a:gd name="connsiteX160" fmla="*/ 124571 w 1605470"/>
              <a:gd name="connsiteY160" fmla="*/ 302178 h 6858000"/>
              <a:gd name="connsiteX161" fmla="*/ 103243 w 1605470"/>
              <a:gd name="connsiteY161" fmla="*/ 211375 h 6858000"/>
              <a:gd name="connsiteX162" fmla="*/ 94571 w 1605470"/>
              <a:gd name="connsiteY162" fmla="*/ 184179 h 6858000"/>
              <a:gd name="connsiteX163" fmla="*/ 13437 w 1605470"/>
              <a:gd name="connsiteY163" fmla="*/ 19287 h 6858000"/>
              <a:gd name="connsiteX164" fmla="*/ 0 w 1605470"/>
              <a:gd name="connsiteY164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8335 w 1605470"/>
              <a:gd name="connsiteY37" fmla="*/ 5665173 h 6858000"/>
              <a:gd name="connsiteX38" fmla="*/ 562052 w 1605470"/>
              <a:gd name="connsiteY38" fmla="*/ 5563435 h 6858000"/>
              <a:gd name="connsiteX39" fmla="*/ 591557 w 1605470"/>
              <a:gd name="connsiteY39" fmla="*/ 5476393 h 6858000"/>
              <a:gd name="connsiteX40" fmla="*/ 622750 w 1605470"/>
              <a:gd name="connsiteY40" fmla="*/ 5396260 h 6858000"/>
              <a:gd name="connsiteX41" fmla="*/ 638731 w 1605470"/>
              <a:gd name="connsiteY41" fmla="*/ 5330009 h 6858000"/>
              <a:gd name="connsiteX42" fmla="*/ 672224 w 1605470"/>
              <a:gd name="connsiteY42" fmla="*/ 5273739 h 6858000"/>
              <a:gd name="connsiteX43" fmla="*/ 681823 w 1605470"/>
              <a:gd name="connsiteY43" fmla="*/ 5241779 h 6858000"/>
              <a:gd name="connsiteX44" fmla="*/ 693049 w 1605470"/>
              <a:gd name="connsiteY44" fmla="*/ 5225268 h 6858000"/>
              <a:gd name="connsiteX45" fmla="*/ 694069 w 1605470"/>
              <a:gd name="connsiteY45" fmla="*/ 5217684 h 6858000"/>
              <a:gd name="connsiteX46" fmla="*/ 701410 w 1605470"/>
              <a:gd name="connsiteY46" fmla="*/ 5193377 h 6858000"/>
              <a:gd name="connsiteX47" fmla="*/ 704713 w 1605470"/>
              <a:gd name="connsiteY47" fmla="*/ 5179288 h 6858000"/>
              <a:gd name="connsiteX48" fmla="*/ 705697 w 1605470"/>
              <a:gd name="connsiteY48" fmla="*/ 5173621 h 6858000"/>
              <a:gd name="connsiteX49" fmla="*/ 701331 w 1605470"/>
              <a:gd name="connsiteY49" fmla="*/ 5159961 h 6858000"/>
              <a:gd name="connsiteX50" fmla="*/ 708008 w 1605470"/>
              <a:gd name="connsiteY50" fmla="*/ 5144295 h 6858000"/>
              <a:gd name="connsiteX51" fmla="*/ 704941 w 1605470"/>
              <a:gd name="connsiteY51" fmla="*/ 5125185 h 6858000"/>
              <a:gd name="connsiteX52" fmla="*/ 711771 w 1605470"/>
              <a:gd name="connsiteY52" fmla="*/ 5121884 h 6858000"/>
              <a:gd name="connsiteX53" fmla="*/ 718807 w 1605470"/>
              <a:gd name="connsiteY53" fmla="*/ 5067850 h 6858000"/>
              <a:gd name="connsiteX54" fmla="*/ 721538 w 1605470"/>
              <a:gd name="connsiteY54" fmla="*/ 5060861 h 6858000"/>
              <a:gd name="connsiteX55" fmla="*/ 718242 w 1605470"/>
              <a:gd name="connsiteY55" fmla="*/ 5034192 h 6858000"/>
              <a:gd name="connsiteX56" fmla="*/ 719796 w 1605470"/>
              <a:gd name="connsiteY56" fmla="*/ 4993030 h 6858000"/>
              <a:gd name="connsiteX57" fmla="*/ 726705 w 1605470"/>
              <a:gd name="connsiteY57" fmla="*/ 4946844 h 6858000"/>
              <a:gd name="connsiteX58" fmla="*/ 722561 w 1605470"/>
              <a:gd name="connsiteY58" fmla="*/ 4932692 h 6858000"/>
              <a:gd name="connsiteX59" fmla="*/ 737964 w 1605470"/>
              <a:gd name="connsiteY59" fmla="*/ 4858827 h 6858000"/>
              <a:gd name="connsiteX60" fmla="*/ 732118 w 1605470"/>
              <a:gd name="connsiteY60" fmla="*/ 4801535 h 6858000"/>
              <a:gd name="connsiteX61" fmla="*/ 739787 w 1605470"/>
              <a:gd name="connsiteY61" fmla="*/ 4797794 h 6858000"/>
              <a:gd name="connsiteX62" fmla="*/ 741081 w 1605470"/>
              <a:gd name="connsiteY62" fmla="*/ 4784526 h 6858000"/>
              <a:gd name="connsiteX63" fmla="*/ 742865 w 1605470"/>
              <a:gd name="connsiteY63" fmla="*/ 4781211 h 6858000"/>
              <a:gd name="connsiteX64" fmla="*/ 751652 w 1605470"/>
              <a:gd name="connsiteY64" fmla="*/ 4761984 h 6858000"/>
              <a:gd name="connsiteX65" fmla="*/ 747700 w 1605470"/>
              <a:gd name="connsiteY65" fmla="*/ 4690749 h 6858000"/>
              <a:gd name="connsiteX66" fmla="*/ 743180 w 1605470"/>
              <a:gd name="connsiteY66" fmla="*/ 4584173 h 6858000"/>
              <a:gd name="connsiteX67" fmla="*/ 738263 w 1605470"/>
              <a:gd name="connsiteY67" fmla="*/ 4444346 h 6858000"/>
              <a:gd name="connsiteX68" fmla="*/ 734828 w 1605470"/>
              <a:gd name="connsiteY68" fmla="*/ 4375228 h 6858000"/>
              <a:gd name="connsiteX69" fmla="*/ 715481 w 1605470"/>
              <a:gd name="connsiteY69" fmla="*/ 4214165 h 6858000"/>
              <a:gd name="connsiteX70" fmla="*/ 719554 w 1605470"/>
              <a:gd name="connsiteY70" fmla="*/ 4090296 h 6858000"/>
              <a:gd name="connsiteX71" fmla="*/ 704810 w 1605470"/>
              <a:gd name="connsiteY71" fmla="*/ 4033999 h 6858000"/>
              <a:gd name="connsiteX72" fmla="*/ 705959 w 1605470"/>
              <a:gd name="connsiteY72" fmla="*/ 4031933 h 6858000"/>
              <a:gd name="connsiteX73" fmla="*/ 704535 w 1605470"/>
              <a:gd name="connsiteY73" fmla="*/ 4013953 h 6858000"/>
              <a:gd name="connsiteX74" fmla="*/ 700443 w 1605470"/>
              <a:gd name="connsiteY74" fmla="*/ 4010511 h 6858000"/>
              <a:gd name="connsiteX75" fmla="*/ 698282 w 1605470"/>
              <a:gd name="connsiteY75" fmla="*/ 3998331 h 6858000"/>
              <a:gd name="connsiteX76" fmla="*/ 690830 w 1605470"/>
              <a:gd name="connsiteY76" fmla="*/ 3974753 h 6858000"/>
              <a:gd name="connsiteX77" fmla="*/ 692428 w 1605470"/>
              <a:gd name="connsiteY77" fmla="*/ 3969950 h 6858000"/>
              <a:gd name="connsiteX78" fmla="*/ 685850 w 1605470"/>
              <a:gd name="connsiteY78" fmla="*/ 3933779 h 6858000"/>
              <a:gd name="connsiteX79" fmla="*/ 687181 w 1605470"/>
              <a:gd name="connsiteY79" fmla="*/ 3933093 h 6858000"/>
              <a:gd name="connsiteX80" fmla="*/ 691535 w 1605470"/>
              <a:gd name="connsiteY80" fmla="*/ 3922082 h 6858000"/>
              <a:gd name="connsiteX81" fmla="*/ 696613 w 1605470"/>
              <a:gd name="connsiteY81" fmla="*/ 3901461 h 6858000"/>
              <a:gd name="connsiteX82" fmla="*/ 719207 w 1605470"/>
              <a:gd name="connsiteY82" fmla="*/ 3813873 h 6858000"/>
              <a:gd name="connsiteX83" fmla="*/ 718632 w 1605470"/>
              <a:gd name="connsiteY83" fmla="*/ 3806161 h 6858000"/>
              <a:gd name="connsiteX84" fmla="*/ 718939 w 1605470"/>
              <a:gd name="connsiteY84" fmla="*/ 3805957 h 6858000"/>
              <a:gd name="connsiteX85" fmla="*/ 718966 w 1605470"/>
              <a:gd name="connsiteY85" fmla="*/ 3797724 h 6858000"/>
              <a:gd name="connsiteX86" fmla="*/ 717581 w 1605470"/>
              <a:gd name="connsiteY86" fmla="*/ 3792098 h 6858000"/>
              <a:gd name="connsiteX87" fmla="*/ 716465 w 1605470"/>
              <a:gd name="connsiteY87" fmla="*/ 3777135 h 6858000"/>
              <a:gd name="connsiteX88" fmla="*/ 718198 w 1605470"/>
              <a:gd name="connsiteY88" fmla="*/ 3771656 h 6858000"/>
              <a:gd name="connsiteX89" fmla="*/ 721941 w 1605470"/>
              <a:gd name="connsiteY89" fmla="*/ 3769007 h 6858000"/>
              <a:gd name="connsiteX90" fmla="*/ 721407 w 1605470"/>
              <a:gd name="connsiteY90" fmla="*/ 3767709 h 6858000"/>
              <a:gd name="connsiteX91" fmla="*/ 730103 w 1605470"/>
              <a:gd name="connsiteY91" fmla="*/ 3738082 h 6858000"/>
              <a:gd name="connsiteX92" fmla="*/ 737449 w 1605470"/>
              <a:gd name="connsiteY92" fmla="*/ 3673397 h 6858000"/>
              <a:gd name="connsiteX93" fmla="*/ 736745 w 1605470"/>
              <a:gd name="connsiteY93" fmla="*/ 3637109 h 6858000"/>
              <a:gd name="connsiteX94" fmla="*/ 740188 w 1605470"/>
              <a:gd name="connsiteY94" fmla="*/ 3536883 h 6858000"/>
              <a:gd name="connsiteX95" fmla="*/ 747726 w 1605470"/>
              <a:gd name="connsiteY95" fmla="*/ 3435652 h 6858000"/>
              <a:gd name="connsiteX96" fmla="*/ 770510 w 1605470"/>
              <a:gd name="connsiteY96" fmla="*/ 3361844 h 6858000"/>
              <a:gd name="connsiteX97" fmla="*/ 749397 w 1605470"/>
              <a:gd name="connsiteY97" fmla="*/ 3307769 h 6858000"/>
              <a:gd name="connsiteX98" fmla="*/ 766960 w 1605470"/>
              <a:gd name="connsiteY98" fmla="*/ 3250522 h 6858000"/>
              <a:gd name="connsiteX99" fmla="*/ 767385 w 1605470"/>
              <a:gd name="connsiteY99" fmla="*/ 3229163 h 6858000"/>
              <a:gd name="connsiteX100" fmla="*/ 769208 w 1605470"/>
              <a:gd name="connsiteY100" fmla="*/ 3217217 h 6858000"/>
              <a:gd name="connsiteX101" fmla="*/ 770350 w 1605470"/>
              <a:gd name="connsiteY101" fmla="*/ 3216125 h 6858000"/>
              <a:gd name="connsiteX102" fmla="*/ 756043 w 1605470"/>
              <a:gd name="connsiteY102" fmla="*/ 3183755 h 6858000"/>
              <a:gd name="connsiteX103" fmla="*/ 756544 w 1605470"/>
              <a:gd name="connsiteY103" fmla="*/ 3178642 h 6858000"/>
              <a:gd name="connsiteX104" fmla="*/ 744144 w 1605470"/>
              <a:gd name="connsiteY104" fmla="*/ 3158586 h 6858000"/>
              <a:gd name="connsiteX105" fmla="*/ 739378 w 1605470"/>
              <a:gd name="connsiteY105" fmla="*/ 3147669 h 6858000"/>
              <a:gd name="connsiteX106" fmla="*/ 734648 w 1605470"/>
              <a:gd name="connsiteY106" fmla="*/ 3145733 h 6858000"/>
              <a:gd name="connsiteX107" fmla="*/ 729329 w 1605470"/>
              <a:gd name="connsiteY107" fmla="*/ 3129034 h 6858000"/>
              <a:gd name="connsiteX108" fmla="*/ 729994 w 1605470"/>
              <a:gd name="connsiteY108" fmla="*/ 3126682 h 6858000"/>
              <a:gd name="connsiteX109" fmla="*/ 720862 w 1605470"/>
              <a:gd name="connsiteY109" fmla="*/ 3114519 h 6858000"/>
              <a:gd name="connsiteX110" fmla="*/ 707471 w 1605470"/>
              <a:gd name="connsiteY110" fmla="*/ 3106272 h 6858000"/>
              <a:gd name="connsiteX111" fmla="*/ 680201 w 1605470"/>
              <a:gd name="connsiteY111" fmla="*/ 2958185 h 6858000"/>
              <a:gd name="connsiteX112" fmla="*/ 622815 w 1605470"/>
              <a:gd name="connsiteY112" fmla="*/ 2762989 h 6858000"/>
              <a:gd name="connsiteX113" fmla="*/ 571733 w 1605470"/>
              <a:gd name="connsiteY113" fmla="*/ 2554718 h 6858000"/>
              <a:gd name="connsiteX114" fmla="*/ 551827 w 1605470"/>
              <a:gd name="connsiteY114" fmla="*/ 2485734 h 6858000"/>
              <a:gd name="connsiteX115" fmla="*/ 542550 w 1605470"/>
              <a:gd name="connsiteY115" fmla="*/ 2447068 h 6858000"/>
              <a:gd name="connsiteX116" fmla="*/ 529511 w 1605470"/>
              <a:gd name="connsiteY116" fmla="*/ 2425819 h 6858000"/>
              <a:gd name="connsiteX117" fmla="*/ 528878 w 1605470"/>
              <a:gd name="connsiteY117" fmla="*/ 2408971 h 6858000"/>
              <a:gd name="connsiteX118" fmla="*/ 535510 w 1605470"/>
              <a:gd name="connsiteY118" fmla="*/ 2402874 h 6858000"/>
              <a:gd name="connsiteX119" fmla="*/ 538122 w 1605470"/>
              <a:gd name="connsiteY119" fmla="*/ 2381443 h 6858000"/>
              <a:gd name="connsiteX120" fmla="*/ 514451 w 1605470"/>
              <a:gd name="connsiteY120" fmla="*/ 2261920 h 6858000"/>
              <a:gd name="connsiteX121" fmla="*/ 504338 w 1605470"/>
              <a:gd name="connsiteY121" fmla="*/ 2195378 h 6858000"/>
              <a:gd name="connsiteX122" fmla="*/ 488555 w 1605470"/>
              <a:gd name="connsiteY122" fmla="*/ 2155135 h 6858000"/>
              <a:gd name="connsiteX123" fmla="*/ 486013 w 1605470"/>
              <a:gd name="connsiteY123" fmla="*/ 2118008 h 6858000"/>
              <a:gd name="connsiteX124" fmla="*/ 487006 w 1605470"/>
              <a:gd name="connsiteY124" fmla="*/ 2050531 h 6858000"/>
              <a:gd name="connsiteX125" fmla="*/ 478812 w 1605470"/>
              <a:gd name="connsiteY125" fmla="*/ 1963269 h 6858000"/>
              <a:gd name="connsiteX126" fmla="*/ 459990 w 1605470"/>
              <a:gd name="connsiteY126" fmla="*/ 1906352 h 6858000"/>
              <a:gd name="connsiteX127" fmla="*/ 436547 w 1605470"/>
              <a:gd name="connsiteY127" fmla="*/ 1861531 h 6858000"/>
              <a:gd name="connsiteX128" fmla="*/ 390346 w 1605470"/>
              <a:gd name="connsiteY128" fmla="*/ 1732919 h 6858000"/>
              <a:gd name="connsiteX129" fmla="*/ 362657 w 1605470"/>
              <a:gd name="connsiteY129" fmla="*/ 1663540 h 6858000"/>
              <a:gd name="connsiteX130" fmla="*/ 361783 w 1605470"/>
              <a:gd name="connsiteY130" fmla="*/ 1615777 h 6858000"/>
              <a:gd name="connsiteX131" fmla="*/ 342578 w 1605470"/>
              <a:gd name="connsiteY131" fmla="*/ 1563678 h 6858000"/>
              <a:gd name="connsiteX132" fmla="*/ 355658 w 1605470"/>
              <a:gd name="connsiteY132" fmla="*/ 1519474 h 6858000"/>
              <a:gd name="connsiteX133" fmla="*/ 348400 w 1605470"/>
              <a:gd name="connsiteY133" fmla="*/ 1477995 h 6858000"/>
              <a:gd name="connsiteX134" fmla="*/ 334485 w 1605470"/>
              <a:gd name="connsiteY134" fmla="*/ 1373769 h 6858000"/>
              <a:gd name="connsiteX135" fmla="*/ 342792 w 1605470"/>
              <a:gd name="connsiteY135" fmla="*/ 1307086 h 6858000"/>
              <a:gd name="connsiteX136" fmla="*/ 343980 w 1605470"/>
              <a:gd name="connsiteY136" fmla="*/ 1189033 h 6858000"/>
              <a:gd name="connsiteX137" fmla="*/ 348665 w 1605470"/>
              <a:gd name="connsiteY137" fmla="*/ 1168288 h 6858000"/>
              <a:gd name="connsiteX138" fmla="*/ 340947 w 1605470"/>
              <a:gd name="connsiteY138" fmla="*/ 1142577 h 6858000"/>
              <a:gd name="connsiteX139" fmla="*/ 330253 w 1605470"/>
              <a:gd name="connsiteY139" fmla="*/ 1088484 h 6858000"/>
              <a:gd name="connsiteX140" fmla="*/ 318989 w 1605470"/>
              <a:gd name="connsiteY140" fmla="*/ 1016103 h 6858000"/>
              <a:gd name="connsiteX141" fmla="*/ 320445 w 1605470"/>
              <a:gd name="connsiteY141" fmla="*/ 932283 h 6858000"/>
              <a:gd name="connsiteX142" fmla="*/ 322681 w 1605470"/>
              <a:gd name="connsiteY142" fmla="*/ 915925 h 6858000"/>
              <a:gd name="connsiteX143" fmla="*/ 315310 w 1605470"/>
              <a:gd name="connsiteY143" fmla="*/ 896999 h 6858000"/>
              <a:gd name="connsiteX144" fmla="*/ 284718 w 1605470"/>
              <a:gd name="connsiteY144" fmla="*/ 821517 h 6858000"/>
              <a:gd name="connsiteX145" fmla="*/ 263668 w 1605470"/>
              <a:gd name="connsiteY145" fmla="*/ 751353 h 6858000"/>
              <a:gd name="connsiteX146" fmla="*/ 263226 w 1605470"/>
              <a:gd name="connsiteY146" fmla="*/ 721230 h 6858000"/>
              <a:gd name="connsiteX147" fmla="*/ 248897 w 1605470"/>
              <a:gd name="connsiteY147" fmla="*/ 681659 h 6858000"/>
              <a:gd name="connsiteX148" fmla="*/ 234316 w 1605470"/>
              <a:gd name="connsiteY148" fmla="*/ 635218 h 6858000"/>
              <a:gd name="connsiteX149" fmla="*/ 239327 w 1605470"/>
              <a:gd name="connsiteY149" fmla="*/ 613763 h 6858000"/>
              <a:gd name="connsiteX150" fmla="*/ 225269 w 1605470"/>
              <a:gd name="connsiteY150" fmla="*/ 598582 h 6858000"/>
              <a:gd name="connsiteX151" fmla="*/ 224950 w 1605470"/>
              <a:gd name="connsiteY151" fmla="*/ 576846 h 6858000"/>
              <a:gd name="connsiteX152" fmla="*/ 204576 w 1605470"/>
              <a:gd name="connsiteY152" fmla="*/ 530055 h 6858000"/>
              <a:gd name="connsiteX153" fmla="*/ 219064 w 1605470"/>
              <a:gd name="connsiteY153" fmla="*/ 469651 h 6858000"/>
              <a:gd name="connsiteX154" fmla="*/ 195012 w 1605470"/>
              <a:gd name="connsiteY154" fmla="*/ 448559 h 6858000"/>
              <a:gd name="connsiteX155" fmla="*/ 201434 w 1605470"/>
              <a:gd name="connsiteY155" fmla="*/ 441529 h 6858000"/>
              <a:gd name="connsiteX156" fmla="*/ 200655 w 1605470"/>
              <a:gd name="connsiteY156" fmla="*/ 428927 h 6858000"/>
              <a:gd name="connsiteX157" fmla="*/ 190059 w 1605470"/>
              <a:gd name="connsiteY157" fmla="*/ 430161 h 6858000"/>
              <a:gd name="connsiteX158" fmla="*/ 167079 w 1605470"/>
              <a:gd name="connsiteY158" fmla="*/ 367211 h 6858000"/>
              <a:gd name="connsiteX159" fmla="*/ 124571 w 1605470"/>
              <a:gd name="connsiteY159" fmla="*/ 302178 h 6858000"/>
              <a:gd name="connsiteX160" fmla="*/ 103243 w 1605470"/>
              <a:gd name="connsiteY160" fmla="*/ 211375 h 6858000"/>
              <a:gd name="connsiteX161" fmla="*/ 94571 w 1605470"/>
              <a:gd name="connsiteY161" fmla="*/ 184179 h 6858000"/>
              <a:gd name="connsiteX162" fmla="*/ 13437 w 1605470"/>
              <a:gd name="connsiteY162" fmla="*/ 19287 h 6858000"/>
              <a:gd name="connsiteX163" fmla="*/ 0 w 1605470"/>
              <a:gd name="connsiteY163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8335 w 1605470"/>
              <a:gd name="connsiteY37" fmla="*/ 5665173 h 6858000"/>
              <a:gd name="connsiteX38" fmla="*/ 562052 w 1605470"/>
              <a:gd name="connsiteY38" fmla="*/ 5563435 h 6858000"/>
              <a:gd name="connsiteX39" fmla="*/ 591557 w 1605470"/>
              <a:gd name="connsiteY39" fmla="*/ 5476393 h 6858000"/>
              <a:gd name="connsiteX40" fmla="*/ 622750 w 1605470"/>
              <a:gd name="connsiteY40" fmla="*/ 5396260 h 6858000"/>
              <a:gd name="connsiteX41" fmla="*/ 638731 w 1605470"/>
              <a:gd name="connsiteY41" fmla="*/ 5330009 h 6858000"/>
              <a:gd name="connsiteX42" fmla="*/ 672224 w 1605470"/>
              <a:gd name="connsiteY42" fmla="*/ 5273739 h 6858000"/>
              <a:gd name="connsiteX43" fmla="*/ 681823 w 1605470"/>
              <a:gd name="connsiteY43" fmla="*/ 5241779 h 6858000"/>
              <a:gd name="connsiteX44" fmla="*/ 693049 w 1605470"/>
              <a:gd name="connsiteY44" fmla="*/ 5225268 h 6858000"/>
              <a:gd name="connsiteX45" fmla="*/ 694069 w 1605470"/>
              <a:gd name="connsiteY45" fmla="*/ 5217684 h 6858000"/>
              <a:gd name="connsiteX46" fmla="*/ 701410 w 1605470"/>
              <a:gd name="connsiteY46" fmla="*/ 5193377 h 6858000"/>
              <a:gd name="connsiteX47" fmla="*/ 704713 w 1605470"/>
              <a:gd name="connsiteY47" fmla="*/ 5179288 h 6858000"/>
              <a:gd name="connsiteX48" fmla="*/ 705697 w 1605470"/>
              <a:gd name="connsiteY48" fmla="*/ 5173621 h 6858000"/>
              <a:gd name="connsiteX49" fmla="*/ 701331 w 1605470"/>
              <a:gd name="connsiteY49" fmla="*/ 5159961 h 6858000"/>
              <a:gd name="connsiteX50" fmla="*/ 708008 w 1605470"/>
              <a:gd name="connsiteY50" fmla="*/ 5144295 h 6858000"/>
              <a:gd name="connsiteX51" fmla="*/ 704941 w 1605470"/>
              <a:gd name="connsiteY51" fmla="*/ 5125185 h 6858000"/>
              <a:gd name="connsiteX52" fmla="*/ 711771 w 1605470"/>
              <a:gd name="connsiteY52" fmla="*/ 5121884 h 6858000"/>
              <a:gd name="connsiteX53" fmla="*/ 718807 w 1605470"/>
              <a:gd name="connsiteY53" fmla="*/ 5067850 h 6858000"/>
              <a:gd name="connsiteX54" fmla="*/ 721538 w 1605470"/>
              <a:gd name="connsiteY54" fmla="*/ 5060861 h 6858000"/>
              <a:gd name="connsiteX55" fmla="*/ 718242 w 1605470"/>
              <a:gd name="connsiteY55" fmla="*/ 5034192 h 6858000"/>
              <a:gd name="connsiteX56" fmla="*/ 719796 w 1605470"/>
              <a:gd name="connsiteY56" fmla="*/ 4993030 h 6858000"/>
              <a:gd name="connsiteX57" fmla="*/ 726705 w 1605470"/>
              <a:gd name="connsiteY57" fmla="*/ 4946844 h 6858000"/>
              <a:gd name="connsiteX58" fmla="*/ 722561 w 1605470"/>
              <a:gd name="connsiteY58" fmla="*/ 4932692 h 6858000"/>
              <a:gd name="connsiteX59" fmla="*/ 737964 w 1605470"/>
              <a:gd name="connsiteY59" fmla="*/ 4858827 h 6858000"/>
              <a:gd name="connsiteX60" fmla="*/ 732118 w 1605470"/>
              <a:gd name="connsiteY60" fmla="*/ 4801535 h 6858000"/>
              <a:gd name="connsiteX61" fmla="*/ 739787 w 1605470"/>
              <a:gd name="connsiteY61" fmla="*/ 4797794 h 6858000"/>
              <a:gd name="connsiteX62" fmla="*/ 741081 w 1605470"/>
              <a:gd name="connsiteY62" fmla="*/ 4784526 h 6858000"/>
              <a:gd name="connsiteX63" fmla="*/ 742865 w 1605470"/>
              <a:gd name="connsiteY63" fmla="*/ 4781211 h 6858000"/>
              <a:gd name="connsiteX64" fmla="*/ 751652 w 1605470"/>
              <a:gd name="connsiteY64" fmla="*/ 4761984 h 6858000"/>
              <a:gd name="connsiteX65" fmla="*/ 747700 w 1605470"/>
              <a:gd name="connsiteY65" fmla="*/ 4690749 h 6858000"/>
              <a:gd name="connsiteX66" fmla="*/ 743180 w 1605470"/>
              <a:gd name="connsiteY66" fmla="*/ 4584173 h 6858000"/>
              <a:gd name="connsiteX67" fmla="*/ 738263 w 1605470"/>
              <a:gd name="connsiteY67" fmla="*/ 4444346 h 6858000"/>
              <a:gd name="connsiteX68" fmla="*/ 734828 w 1605470"/>
              <a:gd name="connsiteY68" fmla="*/ 4375228 h 6858000"/>
              <a:gd name="connsiteX69" fmla="*/ 715481 w 1605470"/>
              <a:gd name="connsiteY69" fmla="*/ 4214165 h 6858000"/>
              <a:gd name="connsiteX70" fmla="*/ 719554 w 1605470"/>
              <a:gd name="connsiteY70" fmla="*/ 4090296 h 6858000"/>
              <a:gd name="connsiteX71" fmla="*/ 704810 w 1605470"/>
              <a:gd name="connsiteY71" fmla="*/ 4033999 h 6858000"/>
              <a:gd name="connsiteX72" fmla="*/ 705959 w 1605470"/>
              <a:gd name="connsiteY72" fmla="*/ 4031933 h 6858000"/>
              <a:gd name="connsiteX73" fmla="*/ 704535 w 1605470"/>
              <a:gd name="connsiteY73" fmla="*/ 4013953 h 6858000"/>
              <a:gd name="connsiteX74" fmla="*/ 700443 w 1605470"/>
              <a:gd name="connsiteY74" fmla="*/ 4010511 h 6858000"/>
              <a:gd name="connsiteX75" fmla="*/ 698282 w 1605470"/>
              <a:gd name="connsiteY75" fmla="*/ 3998331 h 6858000"/>
              <a:gd name="connsiteX76" fmla="*/ 690830 w 1605470"/>
              <a:gd name="connsiteY76" fmla="*/ 3974753 h 6858000"/>
              <a:gd name="connsiteX77" fmla="*/ 692428 w 1605470"/>
              <a:gd name="connsiteY77" fmla="*/ 3969950 h 6858000"/>
              <a:gd name="connsiteX78" fmla="*/ 685850 w 1605470"/>
              <a:gd name="connsiteY78" fmla="*/ 3933779 h 6858000"/>
              <a:gd name="connsiteX79" fmla="*/ 687181 w 1605470"/>
              <a:gd name="connsiteY79" fmla="*/ 3933093 h 6858000"/>
              <a:gd name="connsiteX80" fmla="*/ 691535 w 1605470"/>
              <a:gd name="connsiteY80" fmla="*/ 3922082 h 6858000"/>
              <a:gd name="connsiteX81" fmla="*/ 696613 w 1605470"/>
              <a:gd name="connsiteY81" fmla="*/ 3901461 h 6858000"/>
              <a:gd name="connsiteX82" fmla="*/ 719207 w 1605470"/>
              <a:gd name="connsiteY82" fmla="*/ 3813873 h 6858000"/>
              <a:gd name="connsiteX83" fmla="*/ 718632 w 1605470"/>
              <a:gd name="connsiteY83" fmla="*/ 3806161 h 6858000"/>
              <a:gd name="connsiteX84" fmla="*/ 718939 w 1605470"/>
              <a:gd name="connsiteY84" fmla="*/ 3805957 h 6858000"/>
              <a:gd name="connsiteX85" fmla="*/ 718966 w 1605470"/>
              <a:gd name="connsiteY85" fmla="*/ 3797724 h 6858000"/>
              <a:gd name="connsiteX86" fmla="*/ 717581 w 1605470"/>
              <a:gd name="connsiteY86" fmla="*/ 3792098 h 6858000"/>
              <a:gd name="connsiteX87" fmla="*/ 716465 w 1605470"/>
              <a:gd name="connsiteY87" fmla="*/ 3777135 h 6858000"/>
              <a:gd name="connsiteX88" fmla="*/ 718198 w 1605470"/>
              <a:gd name="connsiteY88" fmla="*/ 3771656 h 6858000"/>
              <a:gd name="connsiteX89" fmla="*/ 721941 w 1605470"/>
              <a:gd name="connsiteY89" fmla="*/ 3769007 h 6858000"/>
              <a:gd name="connsiteX90" fmla="*/ 721407 w 1605470"/>
              <a:gd name="connsiteY90" fmla="*/ 3767709 h 6858000"/>
              <a:gd name="connsiteX91" fmla="*/ 730103 w 1605470"/>
              <a:gd name="connsiteY91" fmla="*/ 3738082 h 6858000"/>
              <a:gd name="connsiteX92" fmla="*/ 737449 w 1605470"/>
              <a:gd name="connsiteY92" fmla="*/ 3673397 h 6858000"/>
              <a:gd name="connsiteX93" fmla="*/ 736745 w 1605470"/>
              <a:gd name="connsiteY93" fmla="*/ 3637109 h 6858000"/>
              <a:gd name="connsiteX94" fmla="*/ 740188 w 1605470"/>
              <a:gd name="connsiteY94" fmla="*/ 3536883 h 6858000"/>
              <a:gd name="connsiteX95" fmla="*/ 747726 w 1605470"/>
              <a:gd name="connsiteY95" fmla="*/ 3435652 h 6858000"/>
              <a:gd name="connsiteX96" fmla="*/ 749397 w 1605470"/>
              <a:gd name="connsiteY96" fmla="*/ 3307769 h 6858000"/>
              <a:gd name="connsiteX97" fmla="*/ 766960 w 1605470"/>
              <a:gd name="connsiteY97" fmla="*/ 3250522 h 6858000"/>
              <a:gd name="connsiteX98" fmla="*/ 767385 w 1605470"/>
              <a:gd name="connsiteY98" fmla="*/ 3229163 h 6858000"/>
              <a:gd name="connsiteX99" fmla="*/ 769208 w 1605470"/>
              <a:gd name="connsiteY99" fmla="*/ 3217217 h 6858000"/>
              <a:gd name="connsiteX100" fmla="*/ 770350 w 1605470"/>
              <a:gd name="connsiteY100" fmla="*/ 3216125 h 6858000"/>
              <a:gd name="connsiteX101" fmla="*/ 756043 w 1605470"/>
              <a:gd name="connsiteY101" fmla="*/ 3183755 h 6858000"/>
              <a:gd name="connsiteX102" fmla="*/ 756544 w 1605470"/>
              <a:gd name="connsiteY102" fmla="*/ 3178642 h 6858000"/>
              <a:gd name="connsiteX103" fmla="*/ 744144 w 1605470"/>
              <a:gd name="connsiteY103" fmla="*/ 3158586 h 6858000"/>
              <a:gd name="connsiteX104" fmla="*/ 739378 w 1605470"/>
              <a:gd name="connsiteY104" fmla="*/ 3147669 h 6858000"/>
              <a:gd name="connsiteX105" fmla="*/ 734648 w 1605470"/>
              <a:gd name="connsiteY105" fmla="*/ 3145733 h 6858000"/>
              <a:gd name="connsiteX106" fmla="*/ 729329 w 1605470"/>
              <a:gd name="connsiteY106" fmla="*/ 3129034 h 6858000"/>
              <a:gd name="connsiteX107" fmla="*/ 729994 w 1605470"/>
              <a:gd name="connsiteY107" fmla="*/ 3126682 h 6858000"/>
              <a:gd name="connsiteX108" fmla="*/ 720862 w 1605470"/>
              <a:gd name="connsiteY108" fmla="*/ 3114519 h 6858000"/>
              <a:gd name="connsiteX109" fmla="*/ 707471 w 1605470"/>
              <a:gd name="connsiteY109" fmla="*/ 3106272 h 6858000"/>
              <a:gd name="connsiteX110" fmla="*/ 680201 w 1605470"/>
              <a:gd name="connsiteY110" fmla="*/ 2958185 h 6858000"/>
              <a:gd name="connsiteX111" fmla="*/ 622815 w 1605470"/>
              <a:gd name="connsiteY111" fmla="*/ 2762989 h 6858000"/>
              <a:gd name="connsiteX112" fmla="*/ 571733 w 1605470"/>
              <a:gd name="connsiteY112" fmla="*/ 2554718 h 6858000"/>
              <a:gd name="connsiteX113" fmla="*/ 551827 w 1605470"/>
              <a:gd name="connsiteY113" fmla="*/ 2485734 h 6858000"/>
              <a:gd name="connsiteX114" fmla="*/ 542550 w 1605470"/>
              <a:gd name="connsiteY114" fmla="*/ 2447068 h 6858000"/>
              <a:gd name="connsiteX115" fmla="*/ 529511 w 1605470"/>
              <a:gd name="connsiteY115" fmla="*/ 2425819 h 6858000"/>
              <a:gd name="connsiteX116" fmla="*/ 528878 w 1605470"/>
              <a:gd name="connsiteY116" fmla="*/ 2408971 h 6858000"/>
              <a:gd name="connsiteX117" fmla="*/ 535510 w 1605470"/>
              <a:gd name="connsiteY117" fmla="*/ 2402874 h 6858000"/>
              <a:gd name="connsiteX118" fmla="*/ 538122 w 1605470"/>
              <a:gd name="connsiteY118" fmla="*/ 2381443 h 6858000"/>
              <a:gd name="connsiteX119" fmla="*/ 514451 w 1605470"/>
              <a:gd name="connsiteY119" fmla="*/ 2261920 h 6858000"/>
              <a:gd name="connsiteX120" fmla="*/ 504338 w 1605470"/>
              <a:gd name="connsiteY120" fmla="*/ 2195378 h 6858000"/>
              <a:gd name="connsiteX121" fmla="*/ 488555 w 1605470"/>
              <a:gd name="connsiteY121" fmla="*/ 2155135 h 6858000"/>
              <a:gd name="connsiteX122" fmla="*/ 486013 w 1605470"/>
              <a:gd name="connsiteY122" fmla="*/ 2118008 h 6858000"/>
              <a:gd name="connsiteX123" fmla="*/ 487006 w 1605470"/>
              <a:gd name="connsiteY123" fmla="*/ 2050531 h 6858000"/>
              <a:gd name="connsiteX124" fmla="*/ 478812 w 1605470"/>
              <a:gd name="connsiteY124" fmla="*/ 1963269 h 6858000"/>
              <a:gd name="connsiteX125" fmla="*/ 459990 w 1605470"/>
              <a:gd name="connsiteY125" fmla="*/ 1906352 h 6858000"/>
              <a:gd name="connsiteX126" fmla="*/ 436547 w 1605470"/>
              <a:gd name="connsiteY126" fmla="*/ 1861531 h 6858000"/>
              <a:gd name="connsiteX127" fmla="*/ 390346 w 1605470"/>
              <a:gd name="connsiteY127" fmla="*/ 1732919 h 6858000"/>
              <a:gd name="connsiteX128" fmla="*/ 362657 w 1605470"/>
              <a:gd name="connsiteY128" fmla="*/ 1663540 h 6858000"/>
              <a:gd name="connsiteX129" fmla="*/ 361783 w 1605470"/>
              <a:gd name="connsiteY129" fmla="*/ 1615777 h 6858000"/>
              <a:gd name="connsiteX130" fmla="*/ 342578 w 1605470"/>
              <a:gd name="connsiteY130" fmla="*/ 1563678 h 6858000"/>
              <a:gd name="connsiteX131" fmla="*/ 355658 w 1605470"/>
              <a:gd name="connsiteY131" fmla="*/ 1519474 h 6858000"/>
              <a:gd name="connsiteX132" fmla="*/ 348400 w 1605470"/>
              <a:gd name="connsiteY132" fmla="*/ 1477995 h 6858000"/>
              <a:gd name="connsiteX133" fmla="*/ 334485 w 1605470"/>
              <a:gd name="connsiteY133" fmla="*/ 1373769 h 6858000"/>
              <a:gd name="connsiteX134" fmla="*/ 342792 w 1605470"/>
              <a:gd name="connsiteY134" fmla="*/ 1307086 h 6858000"/>
              <a:gd name="connsiteX135" fmla="*/ 343980 w 1605470"/>
              <a:gd name="connsiteY135" fmla="*/ 1189033 h 6858000"/>
              <a:gd name="connsiteX136" fmla="*/ 348665 w 1605470"/>
              <a:gd name="connsiteY136" fmla="*/ 1168288 h 6858000"/>
              <a:gd name="connsiteX137" fmla="*/ 340947 w 1605470"/>
              <a:gd name="connsiteY137" fmla="*/ 1142577 h 6858000"/>
              <a:gd name="connsiteX138" fmla="*/ 330253 w 1605470"/>
              <a:gd name="connsiteY138" fmla="*/ 1088484 h 6858000"/>
              <a:gd name="connsiteX139" fmla="*/ 318989 w 1605470"/>
              <a:gd name="connsiteY139" fmla="*/ 1016103 h 6858000"/>
              <a:gd name="connsiteX140" fmla="*/ 320445 w 1605470"/>
              <a:gd name="connsiteY140" fmla="*/ 932283 h 6858000"/>
              <a:gd name="connsiteX141" fmla="*/ 322681 w 1605470"/>
              <a:gd name="connsiteY141" fmla="*/ 915925 h 6858000"/>
              <a:gd name="connsiteX142" fmla="*/ 315310 w 1605470"/>
              <a:gd name="connsiteY142" fmla="*/ 896999 h 6858000"/>
              <a:gd name="connsiteX143" fmla="*/ 284718 w 1605470"/>
              <a:gd name="connsiteY143" fmla="*/ 821517 h 6858000"/>
              <a:gd name="connsiteX144" fmla="*/ 263668 w 1605470"/>
              <a:gd name="connsiteY144" fmla="*/ 751353 h 6858000"/>
              <a:gd name="connsiteX145" fmla="*/ 263226 w 1605470"/>
              <a:gd name="connsiteY145" fmla="*/ 721230 h 6858000"/>
              <a:gd name="connsiteX146" fmla="*/ 248897 w 1605470"/>
              <a:gd name="connsiteY146" fmla="*/ 681659 h 6858000"/>
              <a:gd name="connsiteX147" fmla="*/ 234316 w 1605470"/>
              <a:gd name="connsiteY147" fmla="*/ 635218 h 6858000"/>
              <a:gd name="connsiteX148" fmla="*/ 239327 w 1605470"/>
              <a:gd name="connsiteY148" fmla="*/ 613763 h 6858000"/>
              <a:gd name="connsiteX149" fmla="*/ 225269 w 1605470"/>
              <a:gd name="connsiteY149" fmla="*/ 598582 h 6858000"/>
              <a:gd name="connsiteX150" fmla="*/ 224950 w 1605470"/>
              <a:gd name="connsiteY150" fmla="*/ 576846 h 6858000"/>
              <a:gd name="connsiteX151" fmla="*/ 204576 w 1605470"/>
              <a:gd name="connsiteY151" fmla="*/ 530055 h 6858000"/>
              <a:gd name="connsiteX152" fmla="*/ 219064 w 1605470"/>
              <a:gd name="connsiteY152" fmla="*/ 469651 h 6858000"/>
              <a:gd name="connsiteX153" fmla="*/ 195012 w 1605470"/>
              <a:gd name="connsiteY153" fmla="*/ 448559 h 6858000"/>
              <a:gd name="connsiteX154" fmla="*/ 201434 w 1605470"/>
              <a:gd name="connsiteY154" fmla="*/ 441529 h 6858000"/>
              <a:gd name="connsiteX155" fmla="*/ 200655 w 1605470"/>
              <a:gd name="connsiteY155" fmla="*/ 428927 h 6858000"/>
              <a:gd name="connsiteX156" fmla="*/ 190059 w 1605470"/>
              <a:gd name="connsiteY156" fmla="*/ 430161 h 6858000"/>
              <a:gd name="connsiteX157" fmla="*/ 167079 w 1605470"/>
              <a:gd name="connsiteY157" fmla="*/ 367211 h 6858000"/>
              <a:gd name="connsiteX158" fmla="*/ 124571 w 1605470"/>
              <a:gd name="connsiteY158" fmla="*/ 302178 h 6858000"/>
              <a:gd name="connsiteX159" fmla="*/ 103243 w 1605470"/>
              <a:gd name="connsiteY159" fmla="*/ 211375 h 6858000"/>
              <a:gd name="connsiteX160" fmla="*/ 94571 w 1605470"/>
              <a:gd name="connsiteY160" fmla="*/ 184179 h 6858000"/>
              <a:gd name="connsiteX161" fmla="*/ 13437 w 1605470"/>
              <a:gd name="connsiteY161" fmla="*/ 19287 h 6858000"/>
              <a:gd name="connsiteX162" fmla="*/ 0 w 1605470"/>
              <a:gd name="connsiteY162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8335 w 1605470"/>
              <a:gd name="connsiteY37" fmla="*/ 5665173 h 6858000"/>
              <a:gd name="connsiteX38" fmla="*/ 562052 w 1605470"/>
              <a:gd name="connsiteY38" fmla="*/ 5563435 h 6858000"/>
              <a:gd name="connsiteX39" fmla="*/ 591557 w 1605470"/>
              <a:gd name="connsiteY39" fmla="*/ 5476393 h 6858000"/>
              <a:gd name="connsiteX40" fmla="*/ 622750 w 1605470"/>
              <a:gd name="connsiteY40" fmla="*/ 5396260 h 6858000"/>
              <a:gd name="connsiteX41" fmla="*/ 638731 w 1605470"/>
              <a:gd name="connsiteY41" fmla="*/ 5330009 h 6858000"/>
              <a:gd name="connsiteX42" fmla="*/ 672224 w 1605470"/>
              <a:gd name="connsiteY42" fmla="*/ 5273739 h 6858000"/>
              <a:gd name="connsiteX43" fmla="*/ 681823 w 1605470"/>
              <a:gd name="connsiteY43" fmla="*/ 5241779 h 6858000"/>
              <a:gd name="connsiteX44" fmla="*/ 693049 w 1605470"/>
              <a:gd name="connsiteY44" fmla="*/ 5225268 h 6858000"/>
              <a:gd name="connsiteX45" fmla="*/ 694069 w 1605470"/>
              <a:gd name="connsiteY45" fmla="*/ 5217684 h 6858000"/>
              <a:gd name="connsiteX46" fmla="*/ 701410 w 1605470"/>
              <a:gd name="connsiteY46" fmla="*/ 5193377 h 6858000"/>
              <a:gd name="connsiteX47" fmla="*/ 704713 w 1605470"/>
              <a:gd name="connsiteY47" fmla="*/ 5179288 h 6858000"/>
              <a:gd name="connsiteX48" fmla="*/ 705697 w 1605470"/>
              <a:gd name="connsiteY48" fmla="*/ 5173621 h 6858000"/>
              <a:gd name="connsiteX49" fmla="*/ 701331 w 1605470"/>
              <a:gd name="connsiteY49" fmla="*/ 5159961 h 6858000"/>
              <a:gd name="connsiteX50" fmla="*/ 708008 w 1605470"/>
              <a:gd name="connsiteY50" fmla="*/ 5144295 h 6858000"/>
              <a:gd name="connsiteX51" fmla="*/ 704941 w 1605470"/>
              <a:gd name="connsiteY51" fmla="*/ 5125185 h 6858000"/>
              <a:gd name="connsiteX52" fmla="*/ 711771 w 1605470"/>
              <a:gd name="connsiteY52" fmla="*/ 5121884 h 6858000"/>
              <a:gd name="connsiteX53" fmla="*/ 718807 w 1605470"/>
              <a:gd name="connsiteY53" fmla="*/ 5067850 h 6858000"/>
              <a:gd name="connsiteX54" fmla="*/ 721538 w 1605470"/>
              <a:gd name="connsiteY54" fmla="*/ 5060861 h 6858000"/>
              <a:gd name="connsiteX55" fmla="*/ 718242 w 1605470"/>
              <a:gd name="connsiteY55" fmla="*/ 5034192 h 6858000"/>
              <a:gd name="connsiteX56" fmla="*/ 719796 w 1605470"/>
              <a:gd name="connsiteY56" fmla="*/ 4993030 h 6858000"/>
              <a:gd name="connsiteX57" fmla="*/ 726705 w 1605470"/>
              <a:gd name="connsiteY57" fmla="*/ 4946844 h 6858000"/>
              <a:gd name="connsiteX58" fmla="*/ 722561 w 1605470"/>
              <a:gd name="connsiteY58" fmla="*/ 4932692 h 6858000"/>
              <a:gd name="connsiteX59" fmla="*/ 737964 w 1605470"/>
              <a:gd name="connsiteY59" fmla="*/ 4858827 h 6858000"/>
              <a:gd name="connsiteX60" fmla="*/ 732118 w 1605470"/>
              <a:gd name="connsiteY60" fmla="*/ 4801535 h 6858000"/>
              <a:gd name="connsiteX61" fmla="*/ 739787 w 1605470"/>
              <a:gd name="connsiteY61" fmla="*/ 4797794 h 6858000"/>
              <a:gd name="connsiteX62" fmla="*/ 741081 w 1605470"/>
              <a:gd name="connsiteY62" fmla="*/ 4784526 h 6858000"/>
              <a:gd name="connsiteX63" fmla="*/ 742865 w 1605470"/>
              <a:gd name="connsiteY63" fmla="*/ 4781211 h 6858000"/>
              <a:gd name="connsiteX64" fmla="*/ 751652 w 1605470"/>
              <a:gd name="connsiteY64" fmla="*/ 4761984 h 6858000"/>
              <a:gd name="connsiteX65" fmla="*/ 747700 w 1605470"/>
              <a:gd name="connsiteY65" fmla="*/ 4690749 h 6858000"/>
              <a:gd name="connsiteX66" fmla="*/ 743180 w 1605470"/>
              <a:gd name="connsiteY66" fmla="*/ 4584173 h 6858000"/>
              <a:gd name="connsiteX67" fmla="*/ 738263 w 1605470"/>
              <a:gd name="connsiteY67" fmla="*/ 4444346 h 6858000"/>
              <a:gd name="connsiteX68" fmla="*/ 734828 w 1605470"/>
              <a:gd name="connsiteY68" fmla="*/ 4375228 h 6858000"/>
              <a:gd name="connsiteX69" fmla="*/ 715481 w 1605470"/>
              <a:gd name="connsiteY69" fmla="*/ 4214165 h 6858000"/>
              <a:gd name="connsiteX70" fmla="*/ 719554 w 1605470"/>
              <a:gd name="connsiteY70" fmla="*/ 4090296 h 6858000"/>
              <a:gd name="connsiteX71" fmla="*/ 704810 w 1605470"/>
              <a:gd name="connsiteY71" fmla="*/ 4033999 h 6858000"/>
              <a:gd name="connsiteX72" fmla="*/ 705959 w 1605470"/>
              <a:gd name="connsiteY72" fmla="*/ 4031933 h 6858000"/>
              <a:gd name="connsiteX73" fmla="*/ 704535 w 1605470"/>
              <a:gd name="connsiteY73" fmla="*/ 4013953 h 6858000"/>
              <a:gd name="connsiteX74" fmla="*/ 700443 w 1605470"/>
              <a:gd name="connsiteY74" fmla="*/ 4010511 h 6858000"/>
              <a:gd name="connsiteX75" fmla="*/ 698282 w 1605470"/>
              <a:gd name="connsiteY75" fmla="*/ 3998331 h 6858000"/>
              <a:gd name="connsiteX76" fmla="*/ 690830 w 1605470"/>
              <a:gd name="connsiteY76" fmla="*/ 3974753 h 6858000"/>
              <a:gd name="connsiteX77" fmla="*/ 692428 w 1605470"/>
              <a:gd name="connsiteY77" fmla="*/ 3969950 h 6858000"/>
              <a:gd name="connsiteX78" fmla="*/ 685850 w 1605470"/>
              <a:gd name="connsiteY78" fmla="*/ 3933779 h 6858000"/>
              <a:gd name="connsiteX79" fmla="*/ 687181 w 1605470"/>
              <a:gd name="connsiteY79" fmla="*/ 3933093 h 6858000"/>
              <a:gd name="connsiteX80" fmla="*/ 691535 w 1605470"/>
              <a:gd name="connsiteY80" fmla="*/ 3922082 h 6858000"/>
              <a:gd name="connsiteX81" fmla="*/ 696613 w 1605470"/>
              <a:gd name="connsiteY81" fmla="*/ 3901461 h 6858000"/>
              <a:gd name="connsiteX82" fmla="*/ 719207 w 1605470"/>
              <a:gd name="connsiteY82" fmla="*/ 3813873 h 6858000"/>
              <a:gd name="connsiteX83" fmla="*/ 718632 w 1605470"/>
              <a:gd name="connsiteY83" fmla="*/ 3806161 h 6858000"/>
              <a:gd name="connsiteX84" fmla="*/ 718939 w 1605470"/>
              <a:gd name="connsiteY84" fmla="*/ 3805957 h 6858000"/>
              <a:gd name="connsiteX85" fmla="*/ 718966 w 1605470"/>
              <a:gd name="connsiteY85" fmla="*/ 3797724 h 6858000"/>
              <a:gd name="connsiteX86" fmla="*/ 717581 w 1605470"/>
              <a:gd name="connsiteY86" fmla="*/ 3792098 h 6858000"/>
              <a:gd name="connsiteX87" fmla="*/ 716465 w 1605470"/>
              <a:gd name="connsiteY87" fmla="*/ 3777135 h 6858000"/>
              <a:gd name="connsiteX88" fmla="*/ 718198 w 1605470"/>
              <a:gd name="connsiteY88" fmla="*/ 3771656 h 6858000"/>
              <a:gd name="connsiteX89" fmla="*/ 721941 w 1605470"/>
              <a:gd name="connsiteY89" fmla="*/ 3769007 h 6858000"/>
              <a:gd name="connsiteX90" fmla="*/ 721407 w 1605470"/>
              <a:gd name="connsiteY90" fmla="*/ 3767709 h 6858000"/>
              <a:gd name="connsiteX91" fmla="*/ 730103 w 1605470"/>
              <a:gd name="connsiteY91" fmla="*/ 3738082 h 6858000"/>
              <a:gd name="connsiteX92" fmla="*/ 737449 w 1605470"/>
              <a:gd name="connsiteY92" fmla="*/ 3673397 h 6858000"/>
              <a:gd name="connsiteX93" fmla="*/ 736745 w 1605470"/>
              <a:gd name="connsiteY93" fmla="*/ 3637109 h 6858000"/>
              <a:gd name="connsiteX94" fmla="*/ 740188 w 1605470"/>
              <a:gd name="connsiteY94" fmla="*/ 3536883 h 6858000"/>
              <a:gd name="connsiteX95" fmla="*/ 747726 w 1605470"/>
              <a:gd name="connsiteY95" fmla="*/ 3435652 h 6858000"/>
              <a:gd name="connsiteX96" fmla="*/ 749397 w 1605470"/>
              <a:gd name="connsiteY96" fmla="*/ 3307769 h 6858000"/>
              <a:gd name="connsiteX97" fmla="*/ 766960 w 1605470"/>
              <a:gd name="connsiteY97" fmla="*/ 3250522 h 6858000"/>
              <a:gd name="connsiteX98" fmla="*/ 767385 w 1605470"/>
              <a:gd name="connsiteY98" fmla="*/ 3229163 h 6858000"/>
              <a:gd name="connsiteX99" fmla="*/ 769208 w 1605470"/>
              <a:gd name="connsiteY99" fmla="*/ 3217217 h 6858000"/>
              <a:gd name="connsiteX100" fmla="*/ 770350 w 1605470"/>
              <a:gd name="connsiteY100" fmla="*/ 3216125 h 6858000"/>
              <a:gd name="connsiteX101" fmla="*/ 756043 w 1605470"/>
              <a:gd name="connsiteY101" fmla="*/ 3183755 h 6858000"/>
              <a:gd name="connsiteX102" fmla="*/ 756544 w 1605470"/>
              <a:gd name="connsiteY102" fmla="*/ 3178642 h 6858000"/>
              <a:gd name="connsiteX103" fmla="*/ 744144 w 1605470"/>
              <a:gd name="connsiteY103" fmla="*/ 3158586 h 6858000"/>
              <a:gd name="connsiteX104" fmla="*/ 739378 w 1605470"/>
              <a:gd name="connsiteY104" fmla="*/ 3147669 h 6858000"/>
              <a:gd name="connsiteX105" fmla="*/ 734648 w 1605470"/>
              <a:gd name="connsiteY105" fmla="*/ 3145733 h 6858000"/>
              <a:gd name="connsiteX106" fmla="*/ 729329 w 1605470"/>
              <a:gd name="connsiteY106" fmla="*/ 3129034 h 6858000"/>
              <a:gd name="connsiteX107" fmla="*/ 729994 w 1605470"/>
              <a:gd name="connsiteY107" fmla="*/ 3126682 h 6858000"/>
              <a:gd name="connsiteX108" fmla="*/ 720862 w 1605470"/>
              <a:gd name="connsiteY108" fmla="*/ 3114519 h 6858000"/>
              <a:gd name="connsiteX109" fmla="*/ 707471 w 1605470"/>
              <a:gd name="connsiteY109" fmla="*/ 3106272 h 6858000"/>
              <a:gd name="connsiteX110" fmla="*/ 680201 w 1605470"/>
              <a:gd name="connsiteY110" fmla="*/ 2958185 h 6858000"/>
              <a:gd name="connsiteX111" fmla="*/ 622815 w 1605470"/>
              <a:gd name="connsiteY111" fmla="*/ 2762989 h 6858000"/>
              <a:gd name="connsiteX112" fmla="*/ 571733 w 1605470"/>
              <a:gd name="connsiteY112" fmla="*/ 2554718 h 6858000"/>
              <a:gd name="connsiteX113" fmla="*/ 551827 w 1605470"/>
              <a:gd name="connsiteY113" fmla="*/ 2485734 h 6858000"/>
              <a:gd name="connsiteX114" fmla="*/ 542550 w 1605470"/>
              <a:gd name="connsiteY114" fmla="*/ 2447068 h 6858000"/>
              <a:gd name="connsiteX115" fmla="*/ 529511 w 1605470"/>
              <a:gd name="connsiteY115" fmla="*/ 2425819 h 6858000"/>
              <a:gd name="connsiteX116" fmla="*/ 535510 w 1605470"/>
              <a:gd name="connsiteY116" fmla="*/ 2402874 h 6858000"/>
              <a:gd name="connsiteX117" fmla="*/ 538122 w 1605470"/>
              <a:gd name="connsiteY117" fmla="*/ 2381443 h 6858000"/>
              <a:gd name="connsiteX118" fmla="*/ 514451 w 1605470"/>
              <a:gd name="connsiteY118" fmla="*/ 2261920 h 6858000"/>
              <a:gd name="connsiteX119" fmla="*/ 504338 w 1605470"/>
              <a:gd name="connsiteY119" fmla="*/ 2195378 h 6858000"/>
              <a:gd name="connsiteX120" fmla="*/ 488555 w 1605470"/>
              <a:gd name="connsiteY120" fmla="*/ 2155135 h 6858000"/>
              <a:gd name="connsiteX121" fmla="*/ 486013 w 1605470"/>
              <a:gd name="connsiteY121" fmla="*/ 2118008 h 6858000"/>
              <a:gd name="connsiteX122" fmla="*/ 487006 w 1605470"/>
              <a:gd name="connsiteY122" fmla="*/ 2050531 h 6858000"/>
              <a:gd name="connsiteX123" fmla="*/ 478812 w 1605470"/>
              <a:gd name="connsiteY123" fmla="*/ 1963269 h 6858000"/>
              <a:gd name="connsiteX124" fmla="*/ 459990 w 1605470"/>
              <a:gd name="connsiteY124" fmla="*/ 1906352 h 6858000"/>
              <a:gd name="connsiteX125" fmla="*/ 436547 w 1605470"/>
              <a:gd name="connsiteY125" fmla="*/ 1861531 h 6858000"/>
              <a:gd name="connsiteX126" fmla="*/ 390346 w 1605470"/>
              <a:gd name="connsiteY126" fmla="*/ 1732919 h 6858000"/>
              <a:gd name="connsiteX127" fmla="*/ 362657 w 1605470"/>
              <a:gd name="connsiteY127" fmla="*/ 1663540 h 6858000"/>
              <a:gd name="connsiteX128" fmla="*/ 361783 w 1605470"/>
              <a:gd name="connsiteY128" fmla="*/ 1615777 h 6858000"/>
              <a:gd name="connsiteX129" fmla="*/ 342578 w 1605470"/>
              <a:gd name="connsiteY129" fmla="*/ 1563678 h 6858000"/>
              <a:gd name="connsiteX130" fmla="*/ 355658 w 1605470"/>
              <a:gd name="connsiteY130" fmla="*/ 1519474 h 6858000"/>
              <a:gd name="connsiteX131" fmla="*/ 348400 w 1605470"/>
              <a:gd name="connsiteY131" fmla="*/ 1477995 h 6858000"/>
              <a:gd name="connsiteX132" fmla="*/ 334485 w 1605470"/>
              <a:gd name="connsiteY132" fmla="*/ 1373769 h 6858000"/>
              <a:gd name="connsiteX133" fmla="*/ 342792 w 1605470"/>
              <a:gd name="connsiteY133" fmla="*/ 1307086 h 6858000"/>
              <a:gd name="connsiteX134" fmla="*/ 343980 w 1605470"/>
              <a:gd name="connsiteY134" fmla="*/ 1189033 h 6858000"/>
              <a:gd name="connsiteX135" fmla="*/ 348665 w 1605470"/>
              <a:gd name="connsiteY135" fmla="*/ 1168288 h 6858000"/>
              <a:gd name="connsiteX136" fmla="*/ 340947 w 1605470"/>
              <a:gd name="connsiteY136" fmla="*/ 1142577 h 6858000"/>
              <a:gd name="connsiteX137" fmla="*/ 330253 w 1605470"/>
              <a:gd name="connsiteY137" fmla="*/ 1088484 h 6858000"/>
              <a:gd name="connsiteX138" fmla="*/ 318989 w 1605470"/>
              <a:gd name="connsiteY138" fmla="*/ 1016103 h 6858000"/>
              <a:gd name="connsiteX139" fmla="*/ 320445 w 1605470"/>
              <a:gd name="connsiteY139" fmla="*/ 932283 h 6858000"/>
              <a:gd name="connsiteX140" fmla="*/ 322681 w 1605470"/>
              <a:gd name="connsiteY140" fmla="*/ 915925 h 6858000"/>
              <a:gd name="connsiteX141" fmla="*/ 315310 w 1605470"/>
              <a:gd name="connsiteY141" fmla="*/ 896999 h 6858000"/>
              <a:gd name="connsiteX142" fmla="*/ 284718 w 1605470"/>
              <a:gd name="connsiteY142" fmla="*/ 821517 h 6858000"/>
              <a:gd name="connsiteX143" fmla="*/ 263668 w 1605470"/>
              <a:gd name="connsiteY143" fmla="*/ 751353 h 6858000"/>
              <a:gd name="connsiteX144" fmla="*/ 263226 w 1605470"/>
              <a:gd name="connsiteY144" fmla="*/ 721230 h 6858000"/>
              <a:gd name="connsiteX145" fmla="*/ 248897 w 1605470"/>
              <a:gd name="connsiteY145" fmla="*/ 681659 h 6858000"/>
              <a:gd name="connsiteX146" fmla="*/ 234316 w 1605470"/>
              <a:gd name="connsiteY146" fmla="*/ 635218 h 6858000"/>
              <a:gd name="connsiteX147" fmla="*/ 239327 w 1605470"/>
              <a:gd name="connsiteY147" fmla="*/ 613763 h 6858000"/>
              <a:gd name="connsiteX148" fmla="*/ 225269 w 1605470"/>
              <a:gd name="connsiteY148" fmla="*/ 598582 h 6858000"/>
              <a:gd name="connsiteX149" fmla="*/ 224950 w 1605470"/>
              <a:gd name="connsiteY149" fmla="*/ 576846 h 6858000"/>
              <a:gd name="connsiteX150" fmla="*/ 204576 w 1605470"/>
              <a:gd name="connsiteY150" fmla="*/ 530055 h 6858000"/>
              <a:gd name="connsiteX151" fmla="*/ 219064 w 1605470"/>
              <a:gd name="connsiteY151" fmla="*/ 469651 h 6858000"/>
              <a:gd name="connsiteX152" fmla="*/ 195012 w 1605470"/>
              <a:gd name="connsiteY152" fmla="*/ 448559 h 6858000"/>
              <a:gd name="connsiteX153" fmla="*/ 201434 w 1605470"/>
              <a:gd name="connsiteY153" fmla="*/ 441529 h 6858000"/>
              <a:gd name="connsiteX154" fmla="*/ 200655 w 1605470"/>
              <a:gd name="connsiteY154" fmla="*/ 428927 h 6858000"/>
              <a:gd name="connsiteX155" fmla="*/ 190059 w 1605470"/>
              <a:gd name="connsiteY155" fmla="*/ 430161 h 6858000"/>
              <a:gd name="connsiteX156" fmla="*/ 167079 w 1605470"/>
              <a:gd name="connsiteY156" fmla="*/ 367211 h 6858000"/>
              <a:gd name="connsiteX157" fmla="*/ 124571 w 1605470"/>
              <a:gd name="connsiteY157" fmla="*/ 302178 h 6858000"/>
              <a:gd name="connsiteX158" fmla="*/ 103243 w 1605470"/>
              <a:gd name="connsiteY158" fmla="*/ 211375 h 6858000"/>
              <a:gd name="connsiteX159" fmla="*/ 94571 w 1605470"/>
              <a:gd name="connsiteY159" fmla="*/ 184179 h 6858000"/>
              <a:gd name="connsiteX160" fmla="*/ 13437 w 1605470"/>
              <a:gd name="connsiteY160" fmla="*/ 19287 h 6858000"/>
              <a:gd name="connsiteX161" fmla="*/ 0 w 1605470"/>
              <a:gd name="connsiteY161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8335 w 1605470"/>
              <a:gd name="connsiteY37" fmla="*/ 5665173 h 6858000"/>
              <a:gd name="connsiteX38" fmla="*/ 562052 w 1605470"/>
              <a:gd name="connsiteY38" fmla="*/ 5563435 h 6858000"/>
              <a:gd name="connsiteX39" fmla="*/ 591557 w 1605470"/>
              <a:gd name="connsiteY39" fmla="*/ 5476393 h 6858000"/>
              <a:gd name="connsiteX40" fmla="*/ 622750 w 1605470"/>
              <a:gd name="connsiteY40" fmla="*/ 5396260 h 6858000"/>
              <a:gd name="connsiteX41" fmla="*/ 638731 w 1605470"/>
              <a:gd name="connsiteY41" fmla="*/ 5330009 h 6858000"/>
              <a:gd name="connsiteX42" fmla="*/ 672224 w 1605470"/>
              <a:gd name="connsiteY42" fmla="*/ 5273739 h 6858000"/>
              <a:gd name="connsiteX43" fmla="*/ 681823 w 1605470"/>
              <a:gd name="connsiteY43" fmla="*/ 5241779 h 6858000"/>
              <a:gd name="connsiteX44" fmla="*/ 693049 w 1605470"/>
              <a:gd name="connsiteY44" fmla="*/ 5225268 h 6858000"/>
              <a:gd name="connsiteX45" fmla="*/ 694069 w 1605470"/>
              <a:gd name="connsiteY45" fmla="*/ 5217684 h 6858000"/>
              <a:gd name="connsiteX46" fmla="*/ 701410 w 1605470"/>
              <a:gd name="connsiteY46" fmla="*/ 5193377 h 6858000"/>
              <a:gd name="connsiteX47" fmla="*/ 704713 w 1605470"/>
              <a:gd name="connsiteY47" fmla="*/ 5179288 h 6858000"/>
              <a:gd name="connsiteX48" fmla="*/ 705697 w 1605470"/>
              <a:gd name="connsiteY48" fmla="*/ 5173621 h 6858000"/>
              <a:gd name="connsiteX49" fmla="*/ 701331 w 1605470"/>
              <a:gd name="connsiteY49" fmla="*/ 5159961 h 6858000"/>
              <a:gd name="connsiteX50" fmla="*/ 708008 w 1605470"/>
              <a:gd name="connsiteY50" fmla="*/ 5144295 h 6858000"/>
              <a:gd name="connsiteX51" fmla="*/ 704941 w 1605470"/>
              <a:gd name="connsiteY51" fmla="*/ 5125185 h 6858000"/>
              <a:gd name="connsiteX52" fmla="*/ 711771 w 1605470"/>
              <a:gd name="connsiteY52" fmla="*/ 5121884 h 6858000"/>
              <a:gd name="connsiteX53" fmla="*/ 718807 w 1605470"/>
              <a:gd name="connsiteY53" fmla="*/ 5067850 h 6858000"/>
              <a:gd name="connsiteX54" fmla="*/ 721538 w 1605470"/>
              <a:gd name="connsiteY54" fmla="*/ 5060861 h 6858000"/>
              <a:gd name="connsiteX55" fmla="*/ 718242 w 1605470"/>
              <a:gd name="connsiteY55" fmla="*/ 5034192 h 6858000"/>
              <a:gd name="connsiteX56" fmla="*/ 719796 w 1605470"/>
              <a:gd name="connsiteY56" fmla="*/ 4993030 h 6858000"/>
              <a:gd name="connsiteX57" fmla="*/ 726705 w 1605470"/>
              <a:gd name="connsiteY57" fmla="*/ 4946844 h 6858000"/>
              <a:gd name="connsiteX58" fmla="*/ 722561 w 1605470"/>
              <a:gd name="connsiteY58" fmla="*/ 4932692 h 6858000"/>
              <a:gd name="connsiteX59" fmla="*/ 737964 w 1605470"/>
              <a:gd name="connsiteY59" fmla="*/ 4858827 h 6858000"/>
              <a:gd name="connsiteX60" fmla="*/ 732118 w 1605470"/>
              <a:gd name="connsiteY60" fmla="*/ 4801535 h 6858000"/>
              <a:gd name="connsiteX61" fmla="*/ 739787 w 1605470"/>
              <a:gd name="connsiteY61" fmla="*/ 4797794 h 6858000"/>
              <a:gd name="connsiteX62" fmla="*/ 741081 w 1605470"/>
              <a:gd name="connsiteY62" fmla="*/ 4784526 h 6858000"/>
              <a:gd name="connsiteX63" fmla="*/ 742865 w 1605470"/>
              <a:gd name="connsiteY63" fmla="*/ 4781211 h 6858000"/>
              <a:gd name="connsiteX64" fmla="*/ 751652 w 1605470"/>
              <a:gd name="connsiteY64" fmla="*/ 4761984 h 6858000"/>
              <a:gd name="connsiteX65" fmla="*/ 747700 w 1605470"/>
              <a:gd name="connsiteY65" fmla="*/ 4690749 h 6858000"/>
              <a:gd name="connsiteX66" fmla="*/ 743180 w 1605470"/>
              <a:gd name="connsiteY66" fmla="*/ 4584173 h 6858000"/>
              <a:gd name="connsiteX67" fmla="*/ 738263 w 1605470"/>
              <a:gd name="connsiteY67" fmla="*/ 4444346 h 6858000"/>
              <a:gd name="connsiteX68" fmla="*/ 734828 w 1605470"/>
              <a:gd name="connsiteY68" fmla="*/ 4375228 h 6858000"/>
              <a:gd name="connsiteX69" fmla="*/ 715481 w 1605470"/>
              <a:gd name="connsiteY69" fmla="*/ 4214165 h 6858000"/>
              <a:gd name="connsiteX70" fmla="*/ 719554 w 1605470"/>
              <a:gd name="connsiteY70" fmla="*/ 4090296 h 6858000"/>
              <a:gd name="connsiteX71" fmla="*/ 704810 w 1605470"/>
              <a:gd name="connsiteY71" fmla="*/ 4033999 h 6858000"/>
              <a:gd name="connsiteX72" fmla="*/ 705959 w 1605470"/>
              <a:gd name="connsiteY72" fmla="*/ 4031933 h 6858000"/>
              <a:gd name="connsiteX73" fmla="*/ 704535 w 1605470"/>
              <a:gd name="connsiteY73" fmla="*/ 4013953 h 6858000"/>
              <a:gd name="connsiteX74" fmla="*/ 700443 w 1605470"/>
              <a:gd name="connsiteY74" fmla="*/ 4010511 h 6858000"/>
              <a:gd name="connsiteX75" fmla="*/ 698282 w 1605470"/>
              <a:gd name="connsiteY75" fmla="*/ 3998331 h 6858000"/>
              <a:gd name="connsiteX76" fmla="*/ 690830 w 1605470"/>
              <a:gd name="connsiteY76" fmla="*/ 3974753 h 6858000"/>
              <a:gd name="connsiteX77" fmla="*/ 692428 w 1605470"/>
              <a:gd name="connsiteY77" fmla="*/ 3969950 h 6858000"/>
              <a:gd name="connsiteX78" fmla="*/ 685850 w 1605470"/>
              <a:gd name="connsiteY78" fmla="*/ 3933779 h 6858000"/>
              <a:gd name="connsiteX79" fmla="*/ 687181 w 1605470"/>
              <a:gd name="connsiteY79" fmla="*/ 3933093 h 6858000"/>
              <a:gd name="connsiteX80" fmla="*/ 691535 w 1605470"/>
              <a:gd name="connsiteY80" fmla="*/ 3922082 h 6858000"/>
              <a:gd name="connsiteX81" fmla="*/ 696613 w 1605470"/>
              <a:gd name="connsiteY81" fmla="*/ 3901461 h 6858000"/>
              <a:gd name="connsiteX82" fmla="*/ 719207 w 1605470"/>
              <a:gd name="connsiteY82" fmla="*/ 3813873 h 6858000"/>
              <a:gd name="connsiteX83" fmla="*/ 718632 w 1605470"/>
              <a:gd name="connsiteY83" fmla="*/ 3806161 h 6858000"/>
              <a:gd name="connsiteX84" fmla="*/ 718939 w 1605470"/>
              <a:gd name="connsiteY84" fmla="*/ 3805957 h 6858000"/>
              <a:gd name="connsiteX85" fmla="*/ 718966 w 1605470"/>
              <a:gd name="connsiteY85" fmla="*/ 3797724 h 6858000"/>
              <a:gd name="connsiteX86" fmla="*/ 717581 w 1605470"/>
              <a:gd name="connsiteY86" fmla="*/ 3792098 h 6858000"/>
              <a:gd name="connsiteX87" fmla="*/ 716465 w 1605470"/>
              <a:gd name="connsiteY87" fmla="*/ 3777135 h 6858000"/>
              <a:gd name="connsiteX88" fmla="*/ 718198 w 1605470"/>
              <a:gd name="connsiteY88" fmla="*/ 3771656 h 6858000"/>
              <a:gd name="connsiteX89" fmla="*/ 721941 w 1605470"/>
              <a:gd name="connsiteY89" fmla="*/ 3769007 h 6858000"/>
              <a:gd name="connsiteX90" fmla="*/ 721407 w 1605470"/>
              <a:gd name="connsiteY90" fmla="*/ 3767709 h 6858000"/>
              <a:gd name="connsiteX91" fmla="*/ 730103 w 1605470"/>
              <a:gd name="connsiteY91" fmla="*/ 3738082 h 6858000"/>
              <a:gd name="connsiteX92" fmla="*/ 737449 w 1605470"/>
              <a:gd name="connsiteY92" fmla="*/ 3673397 h 6858000"/>
              <a:gd name="connsiteX93" fmla="*/ 736745 w 1605470"/>
              <a:gd name="connsiteY93" fmla="*/ 3637109 h 6858000"/>
              <a:gd name="connsiteX94" fmla="*/ 740188 w 1605470"/>
              <a:gd name="connsiteY94" fmla="*/ 3536883 h 6858000"/>
              <a:gd name="connsiteX95" fmla="*/ 747726 w 1605470"/>
              <a:gd name="connsiteY95" fmla="*/ 3435652 h 6858000"/>
              <a:gd name="connsiteX96" fmla="*/ 749397 w 1605470"/>
              <a:gd name="connsiteY96" fmla="*/ 3307769 h 6858000"/>
              <a:gd name="connsiteX97" fmla="*/ 766960 w 1605470"/>
              <a:gd name="connsiteY97" fmla="*/ 3250522 h 6858000"/>
              <a:gd name="connsiteX98" fmla="*/ 767385 w 1605470"/>
              <a:gd name="connsiteY98" fmla="*/ 3229163 h 6858000"/>
              <a:gd name="connsiteX99" fmla="*/ 769208 w 1605470"/>
              <a:gd name="connsiteY99" fmla="*/ 3217217 h 6858000"/>
              <a:gd name="connsiteX100" fmla="*/ 756043 w 1605470"/>
              <a:gd name="connsiteY100" fmla="*/ 3183755 h 6858000"/>
              <a:gd name="connsiteX101" fmla="*/ 756544 w 1605470"/>
              <a:gd name="connsiteY101" fmla="*/ 3178642 h 6858000"/>
              <a:gd name="connsiteX102" fmla="*/ 744144 w 1605470"/>
              <a:gd name="connsiteY102" fmla="*/ 3158586 h 6858000"/>
              <a:gd name="connsiteX103" fmla="*/ 739378 w 1605470"/>
              <a:gd name="connsiteY103" fmla="*/ 3147669 h 6858000"/>
              <a:gd name="connsiteX104" fmla="*/ 734648 w 1605470"/>
              <a:gd name="connsiteY104" fmla="*/ 3145733 h 6858000"/>
              <a:gd name="connsiteX105" fmla="*/ 729329 w 1605470"/>
              <a:gd name="connsiteY105" fmla="*/ 3129034 h 6858000"/>
              <a:gd name="connsiteX106" fmla="*/ 729994 w 1605470"/>
              <a:gd name="connsiteY106" fmla="*/ 3126682 h 6858000"/>
              <a:gd name="connsiteX107" fmla="*/ 720862 w 1605470"/>
              <a:gd name="connsiteY107" fmla="*/ 3114519 h 6858000"/>
              <a:gd name="connsiteX108" fmla="*/ 707471 w 1605470"/>
              <a:gd name="connsiteY108" fmla="*/ 3106272 h 6858000"/>
              <a:gd name="connsiteX109" fmla="*/ 680201 w 1605470"/>
              <a:gd name="connsiteY109" fmla="*/ 2958185 h 6858000"/>
              <a:gd name="connsiteX110" fmla="*/ 622815 w 1605470"/>
              <a:gd name="connsiteY110" fmla="*/ 2762989 h 6858000"/>
              <a:gd name="connsiteX111" fmla="*/ 571733 w 1605470"/>
              <a:gd name="connsiteY111" fmla="*/ 2554718 h 6858000"/>
              <a:gd name="connsiteX112" fmla="*/ 551827 w 1605470"/>
              <a:gd name="connsiteY112" fmla="*/ 2485734 h 6858000"/>
              <a:gd name="connsiteX113" fmla="*/ 542550 w 1605470"/>
              <a:gd name="connsiteY113" fmla="*/ 2447068 h 6858000"/>
              <a:gd name="connsiteX114" fmla="*/ 529511 w 1605470"/>
              <a:gd name="connsiteY114" fmla="*/ 2425819 h 6858000"/>
              <a:gd name="connsiteX115" fmla="*/ 535510 w 1605470"/>
              <a:gd name="connsiteY115" fmla="*/ 2402874 h 6858000"/>
              <a:gd name="connsiteX116" fmla="*/ 538122 w 1605470"/>
              <a:gd name="connsiteY116" fmla="*/ 2381443 h 6858000"/>
              <a:gd name="connsiteX117" fmla="*/ 514451 w 1605470"/>
              <a:gd name="connsiteY117" fmla="*/ 2261920 h 6858000"/>
              <a:gd name="connsiteX118" fmla="*/ 504338 w 1605470"/>
              <a:gd name="connsiteY118" fmla="*/ 2195378 h 6858000"/>
              <a:gd name="connsiteX119" fmla="*/ 488555 w 1605470"/>
              <a:gd name="connsiteY119" fmla="*/ 2155135 h 6858000"/>
              <a:gd name="connsiteX120" fmla="*/ 486013 w 1605470"/>
              <a:gd name="connsiteY120" fmla="*/ 2118008 h 6858000"/>
              <a:gd name="connsiteX121" fmla="*/ 487006 w 1605470"/>
              <a:gd name="connsiteY121" fmla="*/ 2050531 h 6858000"/>
              <a:gd name="connsiteX122" fmla="*/ 478812 w 1605470"/>
              <a:gd name="connsiteY122" fmla="*/ 1963269 h 6858000"/>
              <a:gd name="connsiteX123" fmla="*/ 459990 w 1605470"/>
              <a:gd name="connsiteY123" fmla="*/ 1906352 h 6858000"/>
              <a:gd name="connsiteX124" fmla="*/ 436547 w 1605470"/>
              <a:gd name="connsiteY124" fmla="*/ 1861531 h 6858000"/>
              <a:gd name="connsiteX125" fmla="*/ 390346 w 1605470"/>
              <a:gd name="connsiteY125" fmla="*/ 1732919 h 6858000"/>
              <a:gd name="connsiteX126" fmla="*/ 362657 w 1605470"/>
              <a:gd name="connsiteY126" fmla="*/ 1663540 h 6858000"/>
              <a:gd name="connsiteX127" fmla="*/ 361783 w 1605470"/>
              <a:gd name="connsiteY127" fmla="*/ 1615777 h 6858000"/>
              <a:gd name="connsiteX128" fmla="*/ 342578 w 1605470"/>
              <a:gd name="connsiteY128" fmla="*/ 1563678 h 6858000"/>
              <a:gd name="connsiteX129" fmla="*/ 355658 w 1605470"/>
              <a:gd name="connsiteY129" fmla="*/ 1519474 h 6858000"/>
              <a:gd name="connsiteX130" fmla="*/ 348400 w 1605470"/>
              <a:gd name="connsiteY130" fmla="*/ 1477995 h 6858000"/>
              <a:gd name="connsiteX131" fmla="*/ 334485 w 1605470"/>
              <a:gd name="connsiteY131" fmla="*/ 1373769 h 6858000"/>
              <a:gd name="connsiteX132" fmla="*/ 342792 w 1605470"/>
              <a:gd name="connsiteY132" fmla="*/ 1307086 h 6858000"/>
              <a:gd name="connsiteX133" fmla="*/ 343980 w 1605470"/>
              <a:gd name="connsiteY133" fmla="*/ 1189033 h 6858000"/>
              <a:gd name="connsiteX134" fmla="*/ 348665 w 1605470"/>
              <a:gd name="connsiteY134" fmla="*/ 1168288 h 6858000"/>
              <a:gd name="connsiteX135" fmla="*/ 340947 w 1605470"/>
              <a:gd name="connsiteY135" fmla="*/ 1142577 h 6858000"/>
              <a:gd name="connsiteX136" fmla="*/ 330253 w 1605470"/>
              <a:gd name="connsiteY136" fmla="*/ 1088484 h 6858000"/>
              <a:gd name="connsiteX137" fmla="*/ 318989 w 1605470"/>
              <a:gd name="connsiteY137" fmla="*/ 1016103 h 6858000"/>
              <a:gd name="connsiteX138" fmla="*/ 320445 w 1605470"/>
              <a:gd name="connsiteY138" fmla="*/ 932283 h 6858000"/>
              <a:gd name="connsiteX139" fmla="*/ 322681 w 1605470"/>
              <a:gd name="connsiteY139" fmla="*/ 915925 h 6858000"/>
              <a:gd name="connsiteX140" fmla="*/ 315310 w 1605470"/>
              <a:gd name="connsiteY140" fmla="*/ 896999 h 6858000"/>
              <a:gd name="connsiteX141" fmla="*/ 284718 w 1605470"/>
              <a:gd name="connsiteY141" fmla="*/ 821517 h 6858000"/>
              <a:gd name="connsiteX142" fmla="*/ 263668 w 1605470"/>
              <a:gd name="connsiteY142" fmla="*/ 751353 h 6858000"/>
              <a:gd name="connsiteX143" fmla="*/ 263226 w 1605470"/>
              <a:gd name="connsiteY143" fmla="*/ 721230 h 6858000"/>
              <a:gd name="connsiteX144" fmla="*/ 248897 w 1605470"/>
              <a:gd name="connsiteY144" fmla="*/ 681659 h 6858000"/>
              <a:gd name="connsiteX145" fmla="*/ 234316 w 1605470"/>
              <a:gd name="connsiteY145" fmla="*/ 635218 h 6858000"/>
              <a:gd name="connsiteX146" fmla="*/ 239327 w 1605470"/>
              <a:gd name="connsiteY146" fmla="*/ 613763 h 6858000"/>
              <a:gd name="connsiteX147" fmla="*/ 225269 w 1605470"/>
              <a:gd name="connsiteY147" fmla="*/ 598582 h 6858000"/>
              <a:gd name="connsiteX148" fmla="*/ 224950 w 1605470"/>
              <a:gd name="connsiteY148" fmla="*/ 576846 h 6858000"/>
              <a:gd name="connsiteX149" fmla="*/ 204576 w 1605470"/>
              <a:gd name="connsiteY149" fmla="*/ 530055 h 6858000"/>
              <a:gd name="connsiteX150" fmla="*/ 219064 w 1605470"/>
              <a:gd name="connsiteY150" fmla="*/ 469651 h 6858000"/>
              <a:gd name="connsiteX151" fmla="*/ 195012 w 1605470"/>
              <a:gd name="connsiteY151" fmla="*/ 448559 h 6858000"/>
              <a:gd name="connsiteX152" fmla="*/ 201434 w 1605470"/>
              <a:gd name="connsiteY152" fmla="*/ 441529 h 6858000"/>
              <a:gd name="connsiteX153" fmla="*/ 200655 w 1605470"/>
              <a:gd name="connsiteY153" fmla="*/ 428927 h 6858000"/>
              <a:gd name="connsiteX154" fmla="*/ 190059 w 1605470"/>
              <a:gd name="connsiteY154" fmla="*/ 430161 h 6858000"/>
              <a:gd name="connsiteX155" fmla="*/ 167079 w 1605470"/>
              <a:gd name="connsiteY155" fmla="*/ 367211 h 6858000"/>
              <a:gd name="connsiteX156" fmla="*/ 124571 w 1605470"/>
              <a:gd name="connsiteY156" fmla="*/ 302178 h 6858000"/>
              <a:gd name="connsiteX157" fmla="*/ 103243 w 1605470"/>
              <a:gd name="connsiteY157" fmla="*/ 211375 h 6858000"/>
              <a:gd name="connsiteX158" fmla="*/ 94571 w 1605470"/>
              <a:gd name="connsiteY158" fmla="*/ 184179 h 6858000"/>
              <a:gd name="connsiteX159" fmla="*/ 13437 w 1605470"/>
              <a:gd name="connsiteY159" fmla="*/ 19287 h 6858000"/>
              <a:gd name="connsiteX160" fmla="*/ 0 w 1605470"/>
              <a:gd name="connsiteY160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8335 w 1605470"/>
              <a:gd name="connsiteY37" fmla="*/ 5665173 h 6858000"/>
              <a:gd name="connsiteX38" fmla="*/ 562052 w 1605470"/>
              <a:gd name="connsiteY38" fmla="*/ 5563435 h 6858000"/>
              <a:gd name="connsiteX39" fmla="*/ 591557 w 1605470"/>
              <a:gd name="connsiteY39" fmla="*/ 5476393 h 6858000"/>
              <a:gd name="connsiteX40" fmla="*/ 622750 w 1605470"/>
              <a:gd name="connsiteY40" fmla="*/ 5396260 h 6858000"/>
              <a:gd name="connsiteX41" fmla="*/ 638731 w 1605470"/>
              <a:gd name="connsiteY41" fmla="*/ 5330009 h 6858000"/>
              <a:gd name="connsiteX42" fmla="*/ 672224 w 1605470"/>
              <a:gd name="connsiteY42" fmla="*/ 5273739 h 6858000"/>
              <a:gd name="connsiteX43" fmla="*/ 681823 w 1605470"/>
              <a:gd name="connsiteY43" fmla="*/ 5241779 h 6858000"/>
              <a:gd name="connsiteX44" fmla="*/ 693049 w 1605470"/>
              <a:gd name="connsiteY44" fmla="*/ 5225268 h 6858000"/>
              <a:gd name="connsiteX45" fmla="*/ 694069 w 1605470"/>
              <a:gd name="connsiteY45" fmla="*/ 5217684 h 6858000"/>
              <a:gd name="connsiteX46" fmla="*/ 701410 w 1605470"/>
              <a:gd name="connsiteY46" fmla="*/ 5193377 h 6858000"/>
              <a:gd name="connsiteX47" fmla="*/ 704713 w 1605470"/>
              <a:gd name="connsiteY47" fmla="*/ 5179288 h 6858000"/>
              <a:gd name="connsiteX48" fmla="*/ 705697 w 1605470"/>
              <a:gd name="connsiteY48" fmla="*/ 5173621 h 6858000"/>
              <a:gd name="connsiteX49" fmla="*/ 701331 w 1605470"/>
              <a:gd name="connsiteY49" fmla="*/ 5159961 h 6858000"/>
              <a:gd name="connsiteX50" fmla="*/ 708008 w 1605470"/>
              <a:gd name="connsiteY50" fmla="*/ 5144295 h 6858000"/>
              <a:gd name="connsiteX51" fmla="*/ 704941 w 1605470"/>
              <a:gd name="connsiteY51" fmla="*/ 5125185 h 6858000"/>
              <a:gd name="connsiteX52" fmla="*/ 711771 w 1605470"/>
              <a:gd name="connsiteY52" fmla="*/ 5121884 h 6858000"/>
              <a:gd name="connsiteX53" fmla="*/ 718807 w 1605470"/>
              <a:gd name="connsiteY53" fmla="*/ 5067850 h 6858000"/>
              <a:gd name="connsiteX54" fmla="*/ 721538 w 1605470"/>
              <a:gd name="connsiteY54" fmla="*/ 5060861 h 6858000"/>
              <a:gd name="connsiteX55" fmla="*/ 718242 w 1605470"/>
              <a:gd name="connsiteY55" fmla="*/ 5034192 h 6858000"/>
              <a:gd name="connsiteX56" fmla="*/ 719796 w 1605470"/>
              <a:gd name="connsiteY56" fmla="*/ 4993030 h 6858000"/>
              <a:gd name="connsiteX57" fmla="*/ 726705 w 1605470"/>
              <a:gd name="connsiteY57" fmla="*/ 4946844 h 6858000"/>
              <a:gd name="connsiteX58" fmla="*/ 722561 w 1605470"/>
              <a:gd name="connsiteY58" fmla="*/ 4932692 h 6858000"/>
              <a:gd name="connsiteX59" fmla="*/ 737964 w 1605470"/>
              <a:gd name="connsiteY59" fmla="*/ 4858827 h 6858000"/>
              <a:gd name="connsiteX60" fmla="*/ 732118 w 1605470"/>
              <a:gd name="connsiteY60" fmla="*/ 4801535 h 6858000"/>
              <a:gd name="connsiteX61" fmla="*/ 739787 w 1605470"/>
              <a:gd name="connsiteY61" fmla="*/ 4797794 h 6858000"/>
              <a:gd name="connsiteX62" fmla="*/ 741081 w 1605470"/>
              <a:gd name="connsiteY62" fmla="*/ 4784526 h 6858000"/>
              <a:gd name="connsiteX63" fmla="*/ 742865 w 1605470"/>
              <a:gd name="connsiteY63" fmla="*/ 4781211 h 6858000"/>
              <a:gd name="connsiteX64" fmla="*/ 751652 w 1605470"/>
              <a:gd name="connsiteY64" fmla="*/ 4761984 h 6858000"/>
              <a:gd name="connsiteX65" fmla="*/ 747700 w 1605470"/>
              <a:gd name="connsiteY65" fmla="*/ 4690749 h 6858000"/>
              <a:gd name="connsiteX66" fmla="*/ 743180 w 1605470"/>
              <a:gd name="connsiteY66" fmla="*/ 4584173 h 6858000"/>
              <a:gd name="connsiteX67" fmla="*/ 738263 w 1605470"/>
              <a:gd name="connsiteY67" fmla="*/ 4444346 h 6858000"/>
              <a:gd name="connsiteX68" fmla="*/ 734828 w 1605470"/>
              <a:gd name="connsiteY68" fmla="*/ 4375228 h 6858000"/>
              <a:gd name="connsiteX69" fmla="*/ 715481 w 1605470"/>
              <a:gd name="connsiteY69" fmla="*/ 4214165 h 6858000"/>
              <a:gd name="connsiteX70" fmla="*/ 719554 w 1605470"/>
              <a:gd name="connsiteY70" fmla="*/ 4090296 h 6858000"/>
              <a:gd name="connsiteX71" fmla="*/ 704810 w 1605470"/>
              <a:gd name="connsiteY71" fmla="*/ 4033999 h 6858000"/>
              <a:gd name="connsiteX72" fmla="*/ 705959 w 1605470"/>
              <a:gd name="connsiteY72" fmla="*/ 4031933 h 6858000"/>
              <a:gd name="connsiteX73" fmla="*/ 704535 w 1605470"/>
              <a:gd name="connsiteY73" fmla="*/ 4013953 h 6858000"/>
              <a:gd name="connsiteX74" fmla="*/ 700443 w 1605470"/>
              <a:gd name="connsiteY74" fmla="*/ 4010511 h 6858000"/>
              <a:gd name="connsiteX75" fmla="*/ 698282 w 1605470"/>
              <a:gd name="connsiteY75" fmla="*/ 3998331 h 6858000"/>
              <a:gd name="connsiteX76" fmla="*/ 690830 w 1605470"/>
              <a:gd name="connsiteY76" fmla="*/ 3974753 h 6858000"/>
              <a:gd name="connsiteX77" fmla="*/ 692428 w 1605470"/>
              <a:gd name="connsiteY77" fmla="*/ 3969950 h 6858000"/>
              <a:gd name="connsiteX78" fmla="*/ 685850 w 1605470"/>
              <a:gd name="connsiteY78" fmla="*/ 3933779 h 6858000"/>
              <a:gd name="connsiteX79" fmla="*/ 687181 w 1605470"/>
              <a:gd name="connsiteY79" fmla="*/ 3933093 h 6858000"/>
              <a:gd name="connsiteX80" fmla="*/ 691535 w 1605470"/>
              <a:gd name="connsiteY80" fmla="*/ 3922082 h 6858000"/>
              <a:gd name="connsiteX81" fmla="*/ 696613 w 1605470"/>
              <a:gd name="connsiteY81" fmla="*/ 3901461 h 6858000"/>
              <a:gd name="connsiteX82" fmla="*/ 719207 w 1605470"/>
              <a:gd name="connsiteY82" fmla="*/ 3813873 h 6858000"/>
              <a:gd name="connsiteX83" fmla="*/ 718632 w 1605470"/>
              <a:gd name="connsiteY83" fmla="*/ 3806161 h 6858000"/>
              <a:gd name="connsiteX84" fmla="*/ 718939 w 1605470"/>
              <a:gd name="connsiteY84" fmla="*/ 3805957 h 6858000"/>
              <a:gd name="connsiteX85" fmla="*/ 718966 w 1605470"/>
              <a:gd name="connsiteY85" fmla="*/ 3797724 h 6858000"/>
              <a:gd name="connsiteX86" fmla="*/ 717581 w 1605470"/>
              <a:gd name="connsiteY86" fmla="*/ 3792098 h 6858000"/>
              <a:gd name="connsiteX87" fmla="*/ 716465 w 1605470"/>
              <a:gd name="connsiteY87" fmla="*/ 3777135 h 6858000"/>
              <a:gd name="connsiteX88" fmla="*/ 718198 w 1605470"/>
              <a:gd name="connsiteY88" fmla="*/ 3771656 h 6858000"/>
              <a:gd name="connsiteX89" fmla="*/ 721941 w 1605470"/>
              <a:gd name="connsiteY89" fmla="*/ 3769007 h 6858000"/>
              <a:gd name="connsiteX90" fmla="*/ 721407 w 1605470"/>
              <a:gd name="connsiteY90" fmla="*/ 3767709 h 6858000"/>
              <a:gd name="connsiteX91" fmla="*/ 730103 w 1605470"/>
              <a:gd name="connsiteY91" fmla="*/ 3738082 h 6858000"/>
              <a:gd name="connsiteX92" fmla="*/ 737449 w 1605470"/>
              <a:gd name="connsiteY92" fmla="*/ 3673397 h 6858000"/>
              <a:gd name="connsiteX93" fmla="*/ 736745 w 1605470"/>
              <a:gd name="connsiteY93" fmla="*/ 3637109 h 6858000"/>
              <a:gd name="connsiteX94" fmla="*/ 740188 w 1605470"/>
              <a:gd name="connsiteY94" fmla="*/ 3536883 h 6858000"/>
              <a:gd name="connsiteX95" fmla="*/ 747726 w 1605470"/>
              <a:gd name="connsiteY95" fmla="*/ 3435652 h 6858000"/>
              <a:gd name="connsiteX96" fmla="*/ 749397 w 1605470"/>
              <a:gd name="connsiteY96" fmla="*/ 3307769 h 6858000"/>
              <a:gd name="connsiteX97" fmla="*/ 766960 w 1605470"/>
              <a:gd name="connsiteY97" fmla="*/ 3250522 h 6858000"/>
              <a:gd name="connsiteX98" fmla="*/ 767385 w 1605470"/>
              <a:gd name="connsiteY98" fmla="*/ 3229163 h 6858000"/>
              <a:gd name="connsiteX99" fmla="*/ 769208 w 1605470"/>
              <a:gd name="connsiteY99" fmla="*/ 3217217 h 6858000"/>
              <a:gd name="connsiteX100" fmla="*/ 756043 w 1605470"/>
              <a:gd name="connsiteY100" fmla="*/ 3183755 h 6858000"/>
              <a:gd name="connsiteX101" fmla="*/ 756544 w 1605470"/>
              <a:gd name="connsiteY101" fmla="*/ 3178642 h 6858000"/>
              <a:gd name="connsiteX102" fmla="*/ 744144 w 1605470"/>
              <a:gd name="connsiteY102" fmla="*/ 3158586 h 6858000"/>
              <a:gd name="connsiteX103" fmla="*/ 739378 w 1605470"/>
              <a:gd name="connsiteY103" fmla="*/ 3147669 h 6858000"/>
              <a:gd name="connsiteX104" fmla="*/ 729329 w 1605470"/>
              <a:gd name="connsiteY104" fmla="*/ 3129034 h 6858000"/>
              <a:gd name="connsiteX105" fmla="*/ 729994 w 1605470"/>
              <a:gd name="connsiteY105" fmla="*/ 3126682 h 6858000"/>
              <a:gd name="connsiteX106" fmla="*/ 720862 w 1605470"/>
              <a:gd name="connsiteY106" fmla="*/ 3114519 h 6858000"/>
              <a:gd name="connsiteX107" fmla="*/ 707471 w 1605470"/>
              <a:gd name="connsiteY107" fmla="*/ 3106272 h 6858000"/>
              <a:gd name="connsiteX108" fmla="*/ 680201 w 1605470"/>
              <a:gd name="connsiteY108" fmla="*/ 2958185 h 6858000"/>
              <a:gd name="connsiteX109" fmla="*/ 622815 w 1605470"/>
              <a:gd name="connsiteY109" fmla="*/ 2762989 h 6858000"/>
              <a:gd name="connsiteX110" fmla="*/ 571733 w 1605470"/>
              <a:gd name="connsiteY110" fmla="*/ 2554718 h 6858000"/>
              <a:gd name="connsiteX111" fmla="*/ 551827 w 1605470"/>
              <a:gd name="connsiteY111" fmla="*/ 2485734 h 6858000"/>
              <a:gd name="connsiteX112" fmla="*/ 542550 w 1605470"/>
              <a:gd name="connsiteY112" fmla="*/ 2447068 h 6858000"/>
              <a:gd name="connsiteX113" fmla="*/ 529511 w 1605470"/>
              <a:gd name="connsiteY113" fmla="*/ 2425819 h 6858000"/>
              <a:gd name="connsiteX114" fmla="*/ 535510 w 1605470"/>
              <a:gd name="connsiteY114" fmla="*/ 2402874 h 6858000"/>
              <a:gd name="connsiteX115" fmla="*/ 538122 w 1605470"/>
              <a:gd name="connsiteY115" fmla="*/ 2381443 h 6858000"/>
              <a:gd name="connsiteX116" fmla="*/ 514451 w 1605470"/>
              <a:gd name="connsiteY116" fmla="*/ 2261920 h 6858000"/>
              <a:gd name="connsiteX117" fmla="*/ 504338 w 1605470"/>
              <a:gd name="connsiteY117" fmla="*/ 2195378 h 6858000"/>
              <a:gd name="connsiteX118" fmla="*/ 488555 w 1605470"/>
              <a:gd name="connsiteY118" fmla="*/ 2155135 h 6858000"/>
              <a:gd name="connsiteX119" fmla="*/ 486013 w 1605470"/>
              <a:gd name="connsiteY119" fmla="*/ 2118008 h 6858000"/>
              <a:gd name="connsiteX120" fmla="*/ 487006 w 1605470"/>
              <a:gd name="connsiteY120" fmla="*/ 2050531 h 6858000"/>
              <a:gd name="connsiteX121" fmla="*/ 478812 w 1605470"/>
              <a:gd name="connsiteY121" fmla="*/ 1963269 h 6858000"/>
              <a:gd name="connsiteX122" fmla="*/ 459990 w 1605470"/>
              <a:gd name="connsiteY122" fmla="*/ 1906352 h 6858000"/>
              <a:gd name="connsiteX123" fmla="*/ 436547 w 1605470"/>
              <a:gd name="connsiteY123" fmla="*/ 1861531 h 6858000"/>
              <a:gd name="connsiteX124" fmla="*/ 390346 w 1605470"/>
              <a:gd name="connsiteY124" fmla="*/ 1732919 h 6858000"/>
              <a:gd name="connsiteX125" fmla="*/ 362657 w 1605470"/>
              <a:gd name="connsiteY125" fmla="*/ 1663540 h 6858000"/>
              <a:gd name="connsiteX126" fmla="*/ 361783 w 1605470"/>
              <a:gd name="connsiteY126" fmla="*/ 1615777 h 6858000"/>
              <a:gd name="connsiteX127" fmla="*/ 342578 w 1605470"/>
              <a:gd name="connsiteY127" fmla="*/ 1563678 h 6858000"/>
              <a:gd name="connsiteX128" fmla="*/ 355658 w 1605470"/>
              <a:gd name="connsiteY128" fmla="*/ 1519474 h 6858000"/>
              <a:gd name="connsiteX129" fmla="*/ 348400 w 1605470"/>
              <a:gd name="connsiteY129" fmla="*/ 1477995 h 6858000"/>
              <a:gd name="connsiteX130" fmla="*/ 334485 w 1605470"/>
              <a:gd name="connsiteY130" fmla="*/ 1373769 h 6858000"/>
              <a:gd name="connsiteX131" fmla="*/ 342792 w 1605470"/>
              <a:gd name="connsiteY131" fmla="*/ 1307086 h 6858000"/>
              <a:gd name="connsiteX132" fmla="*/ 343980 w 1605470"/>
              <a:gd name="connsiteY132" fmla="*/ 1189033 h 6858000"/>
              <a:gd name="connsiteX133" fmla="*/ 348665 w 1605470"/>
              <a:gd name="connsiteY133" fmla="*/ 1168288 h 6858000"/>
              <a:gd name="connsiteX134" fmla="*/ 340947 w 1605470"/>
              <a:gd name="connsiteY134" fmla="*/ 1142577 h 6858000"/>
              <a:gd name="connsiteX135" fmla="*/ 330253 w 1605470"/>
              <a:gd name="connsiteY135" fmla="*/ 1088484 h 6858000"/>
              <a:gd name="connsiteX136" fmla="*/ 318989 w 1605470"/>
              <a:gd name="connsiteY136" fmla="*/ 1016103 h 6858000"/>
              <a:gd name="connsiteX137" fmla="*/ 320445 w 1605470"/>
              <a:gd name="connsiteY137" fmla="*/ 932283 h 6858000"/>
              <a:gd name="connsiteX138" fmla="*/ 322681 w 1605470"/>
              <a:gd name="connsiteY138" fmla="*/ 915925 h 6858000"/>
              <a:gd name="connsiteX139" fmla="*/ 315310 w 1605470"/>
              <a:gd name="connsiteY139" fmla="*/ 896999 h 6858000"/>
              <a:gd name="connsiteX140" fmla="*/ 284718 w 1605470"/>
              <a:gd name="connsiteY140" fmla="*/ 821517 h 6858000"/>
              <a:gd name="connsiteX141" fmla="*/ 263668 w 1605470"/>
              <a:gd name="connsiteY141" fmla="*/ 751353 h 6858000"/>
              <a:gd name="connsiteX142" fmla="*/ 263226 w 1605470"/>
              <a:gd name="connsiteY142" fmla="*/ 721230 h 6858000"/>
              <a:gd name="connsiteX143" fmla="*/ 248897 w 1605470"/>
              <a:gd name="connsiteY143" fmla="*/ 681659 h 6858000"/>
              <a:gd name="connsiteX144" fmla="*/ 234316 w 1605470"/>
              <a:gd name="connsiteY144" fmla="*/ 635218 h 6858000"/>
              <a:gd name="connsiteX145" fmla="*/ 239327 w 1605470"/>
              <a:gd name="connsiteY145" fmla="*/ 613763 h 6858000"/>
              <a:gd name="connsiteX146" fmla="*/ 225269 w 1605470"/>
              <a:gd name="connsiteY146" fmla="*/ 598582 h 6858000"/>
              <a:gd name="connsiteX147" fmla="*/ 224950 w 1605470"/>
              <a:gd name="connsiteY147" fmla="*/ 576846 h 6858000"/>
              <a:gd name="connsiteX148" fmla="*/ 204576 w 1605470"/>
              <a:gd name="connsiteY148" fmla="*/ 530055 h 6858000"/>
              <a:gd name="connsiteX149" fmla="*/ 219064 w 1605470"/>
              <a:gd name="connsiteY149" fmla="*/ 469651 h 6858000"/>
              <a:gd name="connsiteX150" fmla="*/ 195012 w 1605470"/>
              <a:gd name="connsiteY150" fmla="*/ 448559 h 6858000"/>
              <a:gd name="connsiteX151" fmla="*/ 201434 w 1605470"/>
              <a:gd name="connsiteY151" fmla="*/ 441529 h 6858000"/>
              <a:gd name="connsiteX152" fmla="*/ 200655 w 1605470"/>
              <a:gd name="connsiteY152" fmla="*/ 428927 h 6858000"/>
              <a:gd name="connsiteX153" fmla="*/ 190059 w 1605470"/>
              <a:gd name="connsiteY153" fmla="*/ 430161 h 6858000"/>
              <a:gd name="connsiteX154" fmla="*/ 167079 w 1605470"/>
              <a:gd name="connsiteY154" fmla="*/ 367211 h 6858000"/>
              <a:gd name="connsiteX155" fmla="*/ 124571 w 1605470"/>
              <a:gd name="connsiteY155" fmla="*/ 302178 h 6858000"/>
              <a:gd name="connsiteX156" fmla="*/ 103243 w 1605470"/>
              <a:gd name="connsiteY156" fmla="*/ 211375 h 6858000"/>
              <a:gd name="connsiteX157" fmla="*/ 94571 w 1605470"/>
              <a:gd name="connsiteY157" fmla="*/ 184179 h 6858000"/>
              <a:gd name="connsiteX158" fmla="*/ 13437 w 1605470"/>
              <a:gd name="connsiteY158" fmla="*/ 19287 h 6858000"/>
              <a:gd name="connsiteX159" fmla="*/ 0 w 1605470"/>
              <a:gd name="connsiteY159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8335 w 1605470"/>
              <a:gd name="connsiteY37" fmla="*/ 5665173 h 6858000"/>
              <a:gd name="connsiteX38" fmla="*/ 562052 w 1605470"/>
              <a:gd name="connsiteY38" fmla="*/ 5563435 h 6858000"/>
              <a:gd name="connsiteX39" fmla="*/ 591557 w 1605470"/>
              <a:gd name="connsiteY39" fmla="*/ 5476393 h 6858000"/>
              <a:gd name="connsiteX40" fmla="*/ 622750 w 1605470"/>
              <a:gd name="connsiteY40" fmla="*/ 5396260 h 6858000"/>
              <a:gd name="connsiteX41" fmla="*/ 638731 w 1605470"/>
              <a:gd name="connsiteY41" fmla="*/ 5330009 h 6858000"/>
              <a:gd name="connsiteX42" fmla="*/ 672224 w 1605470"/>
              <a:gd name="connsiteY42" fmla="*/ 5273739 h 6858000"/>
              <a:gd name="connsiteX43" fmla="*/ 681823 w 1605470"/>
              <a:gd name="connsiteY43" fmla="*/ 5241779 h 6858000"/>
              <a:gd name="connsiteX44" fmla="*/ 693049 w 1605470"/>
              <a:gd name="connsiteY44" fmla="*/ 5225268 h 6858000"/>
              <a:gd name="connsiteX45" fmla="*/ 694069 w 1605470"/>
              <a:gd name="connsiteY45" fmla="*/ 5217684 h 6858000"/>
              <a:gd name="connsiteX46" fmla="*/ 701410 w 1605470"/>
              <a:gd name="connsiteY46" fmla="*/ 5193377 h 6858000"/>
              <a:gd name="connsiteX47" fmla="*/ 704713 w 1605470"/>
              <a:gd name="connsiteY47" fmla="*/ 5179288 h 6858000"/>
              <a:gd name="connsiteX48" fmla="*/ 705697 w 1605470"/>
              <a:gd name="connsiteY48" fmla="*/ 5173621 h 6858000"/>
              <a:gd name="connsiteX49" fmla="*/ 701331 w 1605470"/>
              <a:gd name="connsiteY49" fmla="*/ 5159961 h 6858000"/>
              <a:gd name="connsiteX50" fmla="*/ 708008 w 1605470"/>
              <a:gd name="connsiteY50" fmla="*/ 5144295 h 6858000"/>
              <a:gd name="connsiteX51" fmla="*/ 704941 w 1605470"/>
              <a:gd name="connsiteY51" fmla="*/ 5125185 h 6858000"/>
              <a:gd name="connsiteX52" fmla="*/ 711771 w 1605470"/>
              <a:gd name="connsiteY52" fmla="*/ 5121884 h 6858000"/>
              <a:gd name="connsiteX53" fmla="*/ 718807 w 1605470"/>
              <a:gd name="connsiteY53" fmla="*/ 5067850 h 6858000"/>
              <a:gd name="connsiteX54" fmla="*/ 721538 w 1605470"/>
              <a:gd name="connsiteY54" fmla="*/ 5060861 h 6858000"/>
              <a:gd name="connsiteX55" fmla="*/ 718242 w 1605470"/>
              <a:gd name="connsiteY55" fmla="*/ 5034192 h 6858000"/>
              <a:gd name="connsiteX56" fmla="*/ 719796 w 1605470"/>
              <a:gd name="connsiteY56" fmla="*/ 4993030 h 6858000"/>
              <a:gd name="connsiteX57" fmla="*/ 726705 w 1605470"/>
              <a:gd name="connsiteY57" fmla="*/ 4946844 h 6858000"/>
              <a:gd name="connsiteX58" fmla="*/ 722561 w 1605470"/>
              <a:gd name="connsiteY58" fmla="*/ 4932692 h 6858000"/>
              <a:gd name="connsiteX59" fmla="*/ 737964 w 1605470"/>
              <a:gd name="connsiteY59" fmla="*/ 4858827 h 6858000"/>
              <a:gd name="connsiteX60" fmla="*/ 732118 w 1605470"/>
              <a:gd name="connsiteY60" fmla="*/ 4801535 h 6858000"/>
              <a:gd name="connsiteX61" fmla="*/ 739787 w 1605470"/>
              <a:gd name="connsiteY61" fmla="*/ 4797794 h 6858000"/>
              <a:gd name="connsiteX62" fmla="*/ 741081 w 1605470"/>
              <a:gd name="connsiteY62" fmla="*/ 4784526 h 6858000"/>
              <a:gd name="connsiteX63" fmla="*/ 742865 w 1605470"/>
              <a:gd name="connsiteY63" fmla="*/ 4781211 h 6858000"/>
              <a:gd name="connsiteX64" fmla="*/ 751652 w 1605470"/>
              <a:gd name="connsiteY64" fmla="*/ 4761984 h 6858000"/>
              <a:gd name="connsiteX65" fmla="*/ 747700 w 1605470"/>
              <a:gd name="connsiteY65" fmla="*/ 4690749 h 6858000"/>
              <a:gd name="connsiteX66" fmla="*/ 743180 w 1605470"/>
              <a:gd name="connsiteY66" fmla="*/ 4584173 h 6858000"/>
              <a:gd name="connsiteX67" fmla="*/ 738263 w 1605470"/>
              <a:gd name="connsiteY67" fmla="*/ 4444346 h 6858000"/>
              <a:gd name="connsiteX68" fmla="*/ 734828 w 1605470"/>
              <a:gd name="connsiteY68" fmla="*/ 4375228 h 6858000"/>
              <a:gd name="connsiteX69" fmla="*/ 715481 w 1605470"/>
              <a:gd name="connsiteY69" fmla="*/ 4214165 h 6858000"/>
              <a:gd name="connsiteX70" fmla="*/ 719554 w 1605470"/>
              <a:gd name="connsiteY70" fmla="*/ 4090296 h 6858000"/>
              <a:gd name="connsiteX71" fmla="*/ 704810 w 1605470"/>
              <a:gd name="connsiteY71" fmla="*/ 4033999 h 6858000"/>
              <a:gd name="connsiteX72" fmla="*/ 705959 w 1605470"/>
              <a:gd name="connsiteY72" fmla="*/ 4031933 h 6858000"/>
              <a:gd name="connsiteX73" fmla="*/ 704535 w 1605470"/>
              <a:gd name="connsiteY73" fmla="*/ 4013953 h 6858000"/>
              <a:gd name="connsiteX74" fmla="*/ 700443 w 1605470"/>
              <a:gd name="connsiteY74" fmla="*/ 4010511 h 6858000"/>
              <a:gd name="connsiteX75" fmla="*/ 698282 w 1605470"/>
              <a:gd name="connsiteY75" fmla="*/ 3998331 h 6858000"/>
              <a:gd name="connsiteX76" fmla="*/ 690830 w 1605470"/>
              <a:gd name="connsiteY76" fmla="*/ 3974753 h 6858000"/>
              <a:gd name="connsiteX77" fmla="*/ 692428 w 1605470"/>
              <a:gd name="connsiteY77" fmla="*/ 3969950 h 6858000"/>
              <a:gd name="connsiteX78" fmla="*/ 685850 w 1605470"/>
              <a:gd name="connsiteY78" fmla="*/ 3933779 h 6858000"/>
              <a:gd name="connsiteX79" fmla="*/ 687181 w 1605470"/>
              <a:gd name="connsiteY79" fmla="*/ 3933093 h 6858000"/>
              <a:gd name="connsiteX80" fmla="*/ 691535 w 1605470"/>
              <a:gd name="connsiteY80" fmla="*/ 3922082 h 6858000"/>
              <a:gd name="connsiteX81" fmla="*/ 696613 w 1605470"/>
              <a:gd name="connsiteY81" fmla="*/ 3901461 h 6858000"/>
              <a:gd name="connsiteX82" fmla="*/ 719207 w 1605470"/>
              <a:gd name="connsiteY82" fmla="*/ 3813873 h 6858000"/>
              <a:gd name="connsiteX83" fmla="*/ 718632 w 1605470"/>
              <a:gd name="connsiteY83" fmla="*/ 3806161 h 6858000"/>
              <a:gd name="connsiteX84" fmla="*/ 718939 w 1605470"/>
              <a:gd name="connsiteY84" fmla="*/ 3805957 h 6858000"/>
              <a:gd name="connsiteX85" fmla="*/ 718966 w 1605470"/>
              <a:gd name="connsiteY85" fmla="*/ 3797724 h 6858000"/>
              <a:gd name="connsiteX86" fmla="*/ 717581 w 1605470"/>
              <a:gd name="connsiteY86" fmla="*/ 3792098 h 6858000"/>
              <a:gd name="connsiteX87" fmla="*/ 716465 w 1605470"/>
              <a:gd name="connsiteY87" fmla="*/ 3777135 h 6858000"/>
              <a:gd name="connsiteX88" fmla="*/ 718198 w 1605470"/>
              <a:gd name="connsiteY88" fmla="*/ 3771656 h 6858000"/>
              <a:gd name="connsiteX89" fmla="*/ 721941 w 1605470"/>
              <a:gd name="connsiteY89" fmla="*/ 3769007 h 6858000"/>
              <a:gd name="connsiteX90" fmla="*/ 721407 w 1605470"/>
              <a:gd name="connsiteY90" fmla="*/ 3767709 h 6858000"/>
              <a:gd name="connsiteX91" fmla="*/ 730103 w 1605470"/>
              <a:gd name="connsiteY91" fmla="*/ 3738082 h 6858000"/>
              <a:gd name="connsiteX92" fmla="*/ 737449 w 1605470"/>
              <a:gd name="connsiteY92" fmla="*/ 3673397 h 6858000"/>
              <a:gd name="connsiteX93" fmla="*/ 736745 w 1605470"/>
              <a:gd name="connsiteY93" fmla="*/ 3637109 h 6858000"/>
              <a:gd name="connsiteX94" fmla="*/ 740188 w 1605470"/>
              <a:gd name="connsiteY94" fmla="*/ 3536883 h 6858000"/>
              <a:gd name="connsiteX95" fmla="*/ 747726 w 1605470"/>
              <a:gd name="connsiteY95" fmla="*/ 3435652 h 6858000"/>
              <a:gd name="connsiteX96" fmla="*/ 749397 w 1605470"/>
              <a:gd name="connsiteY96" fmla="*/ 3307769 h 6858000"/>
              <a:gd name="connsiteX97" fmla="*/ 766960 w 1605470"/>
              <a:gd name="connsiteY97" fmla="*/ 3250522 h 6858000"/>
              <a:gd name="connsiteX98" fmla="*/ 767385 w 1605470"/>
              <a:gd name="connsiteY98" fmla="*/ 3229163 h 6858000"/>
              <a:gd name="connsiteX99" fmla="*/ 769208 w 1605470"/>
              <a:gd name="connsiteY99" fmla="*/ 3217217 h 6858000"/>
              <a:gd name="connsiteX100" fmla="*/ 756043 w 1605470"/>
              <a:gd name="connsiteY100" fmla="*/ 3183755 h 6858000"/>
              <a:gd name="connsiteX101" fmla="*/ 756544 w 1605470"/>
              <a:gd name="connsiteY101" fmla="*/ 3178642 h 6858000"/>
              <a:gd name="connsiteX102" fmla="*/ 744144 w 1605470"/>
              <a:gd name="connsiteY102" fmla="*/ 3158586 h 6858000"/>
              <a:gd name="connsiteX103" fmla="*/ 729329 w 1605470"/>
              <a:gd name="connsiteY103" fmla="*/ 3129034 h 6858000"/>
              <a:gd name="connsiteX104" fmla="*/ 729994 w 1605470"/>
              <a:gd name="connsiteY104" fmla="*/ 3126682 h 6858000"/>
              <a:gd name="connsiteX105" fmla="*/ 720862 w 1605470"/>
              <a:gd name="connsiteY105" fmla="*/ 3114519 h 6858000"/>
              <a:gd name="connsiteX106" fmla="*/ 707471 w 1605470"/>
              <a:gd name="connsiteY106" fmla="*/ 3106272 h 6858000"/>
              <a:gd name="connsiteX107" fmla="*/ 680201 w 1605470"/>
              <a:gd name="connsiteY107" fmla="*/ 2958185 h 6858000"/>
              <a:gd name="connsiteX108" fmla="*/ 622815 w 1605470"/>
              <a:gd name="connsiteY108" fmla="*/ 2762989 h 6858000"/>
              <a:gd name="connsiteX109" fmla="*/ 571733 w 1605470"/>
              <a:gd name="connsiteY109" fmla="*/ 2554718 h 6858000"/>
              <a:gd name="connsiteX110" fmla="*/ 551827 w 1605470"/>
              <a:gd name="connsiteY110" fmla="*/ 2485734 h 6858000"/>
              <a:gd name="connsiteX111" fmla="*/ 542550 w 1605470"/>
              <a:gd name="connsiteY111" fmla="*/ 2447068 h 6858000"/>
              <a:gd name="connsiteX112" fmla="*/ 529511 w 1605470"/>
              <a:gd name="connsiteY112" fmla="*/ 2425819 h 6858000"/>
              <a:gd name="connsiteX113" fmla="*/ 535510 w 1605470"/>
              <a:gd name="connsiteY113" fmla="*/ 2402874 h 6858000"/>
              <a:gd name="connsiteX114" fmla="*/ 538122 w 1605470"/>
              <a:gd name="connsiteY114" fmla="*/ 2381443 h 6858000"/>
              <a:gd name="connsiteX115" fmla="*/ 514451 w 1605470"/>
              <a:gd name="connsiteY115" fmla="*/ 2261920 h 6858000"/>
              <a:gd name="connsiteX116" fmla="*/ 504338 w 1605470"/>
              <a:gd name="connsiteY116" fmla="*/ 2195378 h 6858000"/>
              <a:gd name="connsiteX117" fmla="*/ 488555 w 1605470"/>
              <a:gd name="connsiteY117" fmla="*/ 2155135 h 6858000"/>
              <a:gd name="connsiteX118" fmla="*/ 486013 w 1605470"/>
              <a:gd name="connsiteY118" fmla="*/ 2118008 h 6858000"/>
              <a:gd name="connsiteX119" fmla="*/ 487006 w 1605470"/>
              <a:gd name="connsiteY119" fmla="*/ 2050531 h 6858000"/>
              <a:gd name="connsiteX120" fmla="*/ 478812 w 1605470"/>
              <a:gd name="connsiteY120" fmla="*/ 1963269 h 6858000"/>
              <a:gd name="connsiteX121" fmla="*/ 459990 w 1605470"/>
              <a:gd name="connsiteY121" fmla="*/ 1906352 h 6858000"/>
              <a:gd name="connsiteX122" fmla="*/ 436547 w 1605470"/>
              <a:gd name="connsiteY122" fmla="*/ 1861531 h 6858000"/>
              <a:gd name="connsiteX123" fmla="*/ 390346 w 1605470"/>
              <a:gd name="connsiteY123" fmla="*/ 1732919 h 6858000"/>
              <a:gd name="connsiteX124" fmla="*/ 362657 w 1605470"/>
              <a:gd name="connsiteY124" fmla="*/ 1663540 h 6858000"/>
              <a:gd name="connsiteX125" fmla="*/ 361783 w 1605470"/>
              <a:gd name="connsiteY125" fmla="*/ 1615777 h 6858000"/>
              <a:gd name="connsiteX126" fmla="*/ 342578 w 1605470"/>
              <a:gd name="connsiteY126" fmla="*/ 1563678 h 6858000"/>
              <a:gd name="connsiteX127" fmla="*/ 355658 w 1605470"/>
              <a:gd name="connsiteY127" fmla="*/ 1519474 h 6858000"/>
              <a:gd name="connsiteX128" fmla="*/ 348400 w 1605470"/>
              <a:gd name="connsiteY128" fmla="*/ 1477995 h 6858000"/>
              <a:gd name="connsiteX129" fmla="*/ 334485 w 1605470"/>
              <a:gd name="connsiteY129" fmla="*/ 1373769 h 6858000"/>
              <a:gd name="connsiteX130" fmla="*/ 342792 w 1605470"/>
              <a:gd name="connsiteY130" fmla="*/ 1307086 h 6858000"/>
              <a:gd name="connsiteX131" fmla="*/ 343980 w 1605470"/>
              <a:gd name="connsiteY131" fmla="*/ 1189033 h 6858000"/>
              <a:gd name="connsiteX132" fmla="*/ 348665 w 1605470"/>
              <a:gd name="connsiteY132" fmla="*/ 1168288 h 6858000"/>
              <a:gd name="connsiteX133" fmla="*/ 340947 w 1605470"/>
              <a:gd name="connsiteY133" fmla="*/ 1142577 h 6858000"/>
              <a:gd name="connsiteX134" fmla="*/ 330253 w 1605470"/>
              <a:gd name="connsiteY134" fmla="*/ 1088484 h 6858000"/>
              <a:gd name="connsiteX135" fmla="*/ 318989 w 1605470"/>
              <a:gd name="connsiteY135" fmla="*/ 1016103 h 6858000"/>
              <a:gd name="connsiteX136" fmla="*/ 320445 w 1605470"/>
              <a:gd name="connsiteY136" fmla="*/ 932283 h 6858000"/>
              <a:gd name="connsiteX137" fmla="*/ 322681 w 1605470"/>
              <a:gd name="connsiteY137" fmla="*/ 915925 h 6858000"/>
              <a:gd name="connsiteX138" fmla="*/ 315310 w 1605470"/>
              <a:gd name="connsiteY138" fmla="*/ 896999 h 6858000"/>
              <a:gd name="connsiteX139" fmla="*/ 284718 w 1605470"/>
              <a:gd name="connsiteY139" fmla="*/ 821517 h 6858000"/>
              <a:gd name="connsiteX140" fmla="*/ 263668 w 1605470"/>
              <a:gd name="connsiteY140" fmla="*/ 751353 h 6858000"/>
              <a:gd name="connsiteX141" fmla="*/ 263226 w 1605470"/>
              <a:gd name="connsiteY141" fmla="*/ 721230 h 6858000"/>
              <a:gd name="connsiteX142" fmla="*/ 248897 w 1605470"/>
              <a:gd name="connsiteY142" fmla="*/ 681659 h 6858000"/>
              <a:gd name="connsiteX143" fmla="*/ 234316 w 1605470"/>
              <a:gd name="connsiteY143" fmla="*/ 635218 h 6858000"/>
              <a:gd name="connsiteX144" fmla="*/ 239327 w 1605470"/>
              <a:gd name="connsiteY144" fmla="*/ 613763 h 6858000"/>
              <a:gd name="connsiteX145" fmla="*/ 225269 w 1605470"/>
              <a:gd name="connsiteY145" fmla="*/ 598582 h 6858000"/>
              <a:gd name="connsiteX146" fmla="*/ 224950 w 1605470"/>
              <a:gd name="connsiteY146" fmla="*/ 576846 h 6858000"/>
              <a:gd name="connsiteX147" fmla="*/ 204576 w 1605470"/>
              <a:gd name="connsiteY147" fmla="*/ 530055 h 6858000"/>
              <a:gd name="connsiteX148" fmla="*/ 219064 w 1605470"/>
              <a:gd name="connsiteY148" fmla="*/ 469651 h 6858000"/>
              <a:gd name="connsiteX149" fmla="*/ 195012 w 1605470"/>
              <a:gd name="connsiteY149" fmla="*/ 448559 h 6858000"/>
              <a:gd name="connsiteX150" fmla="*/ 201434 w 1605470"/>
              <a:gd name="connsiteY150" fmla="*/ 441529 h 6858000"/>
              <a:gd name="connsiteX151" fmla="*/ 200655 w 1605470"/>
              <a:gd name="connsiteY151" fmla="*/ 428927 h 6858000"/>
              <a:gd name="connsiteX152" fmla="*/ 190059 w 1605470"/>
              <a:gd name="connsiteY152" fmla="*/ 430161 h 6858000"/>
              <a:gd name="connsiteX153" fmla="*/ 167079 w 1605470"/>
              <a:gd name="connsiteY153" fmla="*/ 367211 h 6858000"/>
              <a:gd name="connsiteX154" fmla="*/ 124571 w 1605470"/>
              <a:gd name="connsiteY154" fmla="*/ 302178 h 6858000"/>
              <a:gd name="connsiteX155" fmla="*/ 103243 w 1605470"/>
              <a:gd name="connsiteY155" fmla="*/ 211375 h 6858000"/>
              <a:gd name="connsiteX156" fmla="*/ 94571 w 1605470"/>
              <a:gd name="connsiteY156" fmla="*/ 184179 h 6858000"/>
              <a:gd name="connsiteX157" fmla="*/ 13437 w 1605470"/>
              <a:gd name="connsiteY157" fmla="*/ 19287 h 6858000"/>
              <a:gd name="connsiteX158" fmla="*/ 0 w 1605470"/>
              <a:gd name="connsiteY158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8335 w 1605470"/>
              <a:gd name="connsiteY37" fmla="*/ 5665173 h 6858000"/>
              <a:gd name="connsiteX38" fmla="*/ 562052 w 1605470"/>
              <a:gd name="connsiteY38" fmla="*/ 5563435 h 6858000"/>
              <a:gd name="connsiteX39" fmla="*/ 591557 w 1605470"/>
              <a:gd name="connsiteY39" fmla="*/ 5476393 h 6858000"/>
              <a:gd name="connsiteX40" fmla="*/ 622750 w 1605470"/>
              <a:gd name="connsiteY40" fmla="*/ 5396260 h 6858000"/>
              <a:gd name="connsiteX41" fmla="*/ 638731 w 1605470"/>
              <a:gd name="connsiteY41" fmla="*/ 5330009 h 6858000"/>
              <a:gd name="connsiteX42" fmla="*/ 672224 w 1605470"/>
              <a:gd name="connsiteY42" fmla="*/ 5273739 h 6858000"/>
              <a:gd name="connsiteX43" fmla="*/ 681823 w 1605470"/>
              <a:gd name="connsiteY43" fmla="*/ 5241779 h 6858000"/>
              <a:gd name="connsiteX44" fmla="*/ 693049 w 1605470"/>
              <a:gd name="connsiteY44" fmla="*/ 5225268 h 6858000"/>
              <a:gd name="connsiteX45" fmla="*/ 694069 w 1605470"/>
              <a:gd name="connsiteY45" fmla="*/ 5217684 h 6858000"/>
              <a:gd name="connsiteX46" fmla="*/ 701410 w 1605470"/>
              <a:gd name="connsiteY46" fmla="*/ 5193377 h 6858000"/>
              <a:gd name="connsiteX47" fmla="*/ 704713 w 1605470"/>
              <a:gd name="connsiteY47" fmla="*/ 5179288 h 6858000"/>
              <a:gd name="connsiteX48" fmla="*/ 705697 w 1605470"/>
              <a:gd name="connsiteY48" fmla="*/ 5173621 h 6858000"/>
              <a:gd name="connsiteX49" fmla="*/ 701331 w 1605470"/>
              <a:gd name="connsiteY49" fmla="*/ 5159961 h 6858000"/>
              <a:gd name="connsiteX50" fmla="*/ 708008 w 1605470"/>
              <a:gd name="connsiteY50" fmla="*/ 5144295 h 6858000"/>
              <a:gd name="connsiteX51" fmla="*/ 704941 w 1605470"/>
              <a:gd name="connsiteY51" fmla="*/ 5125185 h 6858000"/>
              <a:gd name="connsiteX52" fmla="*/ 711771 w 1605470"/>
              <a:gd name="connsiteY52" fmla="*/ 5121884 h 6858000"/>
              <a:gd name="connsiteX53" fmla="*/ 718807 w 1605470"/>
              <a:gd name="connsiteY53" fmla="*/ 5067850 h 6858000"/>
              <a:gd name="connsiteX54" fmla="*/ 721538 w 1605470"/>
              <a:gd name="connsiteY54" fmla="*/ 5060861 h 6858000"/>
              <a:gd name="connsiteX55" fmla="*/ 718242 w 1605470"/>
              <a:gd name="connsiteY55" fmla="*/ 5034192 h 6858000"/>
              <a:gd name="connsiteX56" fmla="*/ 719796 w 1605470"/>
              <a:gd name="connsiteY56" fmla="*/ 4993030 h 6858000"/>
              <a:gd name="connsiteX57" fmla="*/ 726705 w 1605470"/>
              <a:gd name="connsiteY57" fmla="*/ 4946844 h 6858000"/>
              <a:gd name="connsiteX58" fmla="*/ 722561 w 1605470"/>
              <a:gd name="connsiteY58" fmla="*/ 4932692 h 6858000"/>
              <a:gd name="connsiteX59" fmla="*/ 737964 w 1605470"/>
              <a:gd name="connsiteY59" fmla="*/ 4858827 h 6858000"/>
              <a:gd name="connsiteX60" fmla="*/ 732118 w 1605470"/>
              <a:gd name="connsiteY60" fmla="*/ 4801535 h 6858000"/>
              <a:gd name="connsiteX61" fmla="*/ 739787 w 1605470"/>
              <a:gd name="connsiteY61" fmla="*/ 4797794 h 6858000"/>
              <a:gd name="connsiteX62" fmla="*/ 741081 w 1605470"/>
              <a:gd name="connsiteY62" fmla="*/ 4784526 h 6858000"/>
              <a:gd name="connsiteX63" fmla="*/ 742865 w 1605470"/>
              <a:gd name="connsiteY63" fmla="*/ 4781211 h 6858000"/>
              <a:gd name="connsiteX64" fmla="*/ 751652 w 1605470"/>
              <a:gd name="connsiteY64" fmla="*/ 4761984 h 6858000"/>
              <a:gd name="connsiteX65" fmla="*/ 747700 w 1605470"/>
              <a:gd name="connsiteY65" fmla="*/ 4690749 h 6858000"/>
              <a:gd name="connsiteX66" fmla="*/ 743180 w 1605470"/>
              <a:gd name="connsiteY66" fmla="*/ 4584173 h 6858000"/>
              <a:gd name="connsiteX67" fmla="*/ 738263 w 1605470"/>
              <a:gd name="connsiteY67" fmla="*/ 4444346 h 6858000"/>
              <a:gd name="connsiteX68" fmla="*/ 734828 w 1605470"/>
              <a:gd name="connsiteY68" fmla="*/ 4375228 h 6858000"/>
              <a:gd name="connsiteX69" fmla="*/ 715481 w 1605470"/>
              <a:gd name="connsiteY69" fmla="*/ 4214165 h 6858000"/>
              <a:gd name="connsiteX70" fmla="*/ 719554 w 1605470"/>
              <a:gd name="connsiteY70" fmla="*/ 4090296 h 6858000"/>
              <a:gd name="connsiteX71" fmla="*/ 704810 w 1605470"/>
              <a:gd name="connsiteY71" fmla="*/ 4033999 h 6858000"/>
              <a:gd name="connsiteX72" fmla="*/ 705959 w 1605470"/>
              <a:gd name="connsiteY72" fmla="*/ 4031933 h 6858000"/>
              <a:gd name="connsiteX73" fmla="*/ 704535 w 1605470"/>
              <a:gd name="connsiteY73" fmla="*/ 4013953 h 6858000"/>
              <a:gd name="connsiteX74" fmla="*/ 700443 w 1605470"/>
              <a:gd name="connsiteY74" fmla="*/ 4010511 h 6858000"/>
              <a:gd name="connsiteX75" fmla="*/ 690830 w 1605470"/>
              <a:gd name="connsiteY75" fmla="*/ 3974753 h 6858000"/>
              <a:gd name="connsiteX76" fmla="*/ 692428 w 1605470"/>
              <a:gd name="connsiteY76" fmla="*/ 3969950 h 6858000"/>
              <a:gd name="connsiteX77" fmla="*/ 685850 w 1605470"/>
              <a:gd name="connsiteY77" fmla="*/ 3933779 h 6858000"/>
              <a:gd name="connsiteX78" fmla="*/ 687181 w 1605470"/>
              <a:gd name="connsiteY78" fmla="*/ 3933093 h 6858000"/>
              <a:gd name="connsiteX79" fmla="*/ 691535 w 1605470"/>
              <a:gd name="connsiteY79" fmla="*/ 3922082 h 6858000"/>
              <a:gd name="connsiteX80" fmla="*/ 696613 w 1605470"/>
              <a:gd name="connsiteY80" fmla="*/ 3901461 h 6858000"/>
              <a:gd name="connsiteX81" fmla="*/ 719207 w 1605470"/>
              <a:gd name="connsiteY81" fmla="*/ 3813873 h 6858000"/>
              <a:gd name="connsiteX82" fmla="*/ 718632 w 1605470"/>
              <a:gd name="connsiteY82" fmla="*/ 3806161 h 6858000"/>
              <a:gd name="connsiteX83" fmla="*/ 718939 w 1605470"/>
              <a:gd name="connsiteY83" fmla="*/ 3805957 h 6858000"/>
              <a:gd name="connsiteX84" fmla="*/ 718966 w 1605470"/>
              <a:gd name="connsiteY84" fmla="*/ 3797724 h 6858000"/>
              <a:gd name="connsiteX85" fmla="*/ 717581 w 1605470"/>
              <a:gd name="connsiteY85" fmla="*/ 3792098 h 6858000"/>
              <a:gd name="connsiteX86" fmla="*/ 716465 w 1605470"/>
              <a:gd name="connsiteY86" fmla="*/ 3777135 h 6858000"/>
              <a:gd name="connsiteX87" fmla="*/ 718198 w 1605470"/>
              <a:gd name="connsiteY87" fmla="*/ 3771656 h 6858000"/>
              <a:gd name="connsiteX88" fmla="*/ 721941 w 1605470"/>
              <a:gd name="connsiteY88" fmla="*/ 3769007 h 6858000"/>
              <a:gd name="connsiteX89" fmla="*/ 721407 w 1605470"/>
              <a:gd name="connsiteY89" fmla="*/ 3767709 h 6858000"/>
              <a:gd name="connsiteX90" fmla="*/ 730103 w 1605470"/>
              <a:gd name="connsiteY90" fmla="*/ 3738082 h 6858000"/>
              <a:gd name="connsiteX91" fmla="*/ 737449 w 1605470"/>
              <a:gd name="connsiteY91" fmla="*/ 3673397 h 6858000"/>
              <a:gd name="connsiteX92" fmla="*/ 736745 w 1605470"/>
              <a:gd name="connsiteY92" fmla="*/ 3637109 h 6858000"/>
              <a:gd name="connsiteX93" fmla="*/ 740188 w 1605470"/>
              <a:gd name="connsiteY93" fmla="*/ 3536883 h 6858000"/>
              <a:gd name="connsiteX94" fmla="*/ 747726 w 1605470"/>
              <a:gd name="connsiteY94" fmla="*/ 3435652 h 6858000"/>
              <a:gd name="connsiteX95" fmla="*/ 749397 w 1605470"/>
              <a:gd name="connsiteY95" fmla="*/ 3307769 h 6858000"/>
              <a:gd name="connsiteX96" fmla="*/ 766960 w 1605470"/>
              <a:gd name="connsiteY96" fmla="*/ 3250522 h 6858000"/>
              <a:gd name="connsiteX97" fmla="*/ 767385 w 1605470"/>
              <a:gd name="connsiteY97" fmla="*/ 3229163 h 6858000"/>
              <a:gd name="connsiteX98" fmla="*/ 769208 w 1605470"/>
              <a:gd name="connsiteY98" fmla="*/ 3217217 h 6858000"/>
              <a:gd name="connsiteX99" fmla="*/ 756043 w 1605470"/>
              <a:gd name="connsiteY99" fmla="*/ 3183755 h 6858000"/>
              <a:gd name="connsiteX100" fmla="*/ 756544 w 1605470"/>
              <a:gd name="connsiteY100" fmla="*/ 3178642 h 6858000"/>
              <a:gd name="connsiteX101" fmla="*/ 744144 w 1605470"/>
              <a:gd name="connsiteY101" fmla="*/ 3158586 h 6858000"/>
              <a:gd name="connsiteX102" fmla="*/ 729329 w 1605470"/>
              <a:gd name="connsiteY102" fmla="*/ 3129034 h 6858000"/>
              <a:gd name="connsiteX103" fmla="*/ 729994 w 1605470"/>
              <a:gd name="connsiteY103" fmla="*/ 3126682 h 6858000"/>
              <a:gd name="connsiteX104" fmla="*/ 720862 w 1605470"/>
              <a:gd name="connsiteY104" fmla="*/ 3114519 h 6858000"/>
              <a:gd name="connsiteX105" fmla="*/ 707471 w 1605470"/>
              <a:gd name="connsiteY105" fmla="*/ 3106272 h 6858000"/>
              <a:gd name="connsiteX106" fmla="*/ 680201 w 1605470"/>
              <a:gd name="connsiteY106" fmla="*/ 2958185 h 6858000"/>
              <a:gd name="connsiteX107" fmla="*/ 622815 w 1605470"/>
              <a:gd name="connsiteY107" fmla="*/ 2762989 h 6858000"/>
              <a:gd name="connsiteX108" fmla="*/ 571733 w 1605470"/>
              <a:gd name="connsiteY108" fmla="*/ 2554718 h 6858000"/>
              <a:gd name="connsiteX109" fmla="*/ 551827 w 1605470"/>
              <a:gd name="connsiteY109" fmla="*/ 2485734 h 6858000"/>
              <a:gd name="connsiteX110" fmla="*/ 542550 w 1605470"/>
              <a:gd name="connsiteY110" fmla="*/ 2447068 h 6858000"/>
              <a:gd name="connsiteX111" fmla="*/ 529511 w 1605470"/>
              <a:gd name="connsiteY111" fmla="*/ 2425819 h 6858000"/>
              <a:gd name="connsiteX112" fmla="*/ 535510 w 1605470"/>
              <a:gd name="connsiteY112" fmla="*/ 2402874 h 6858000"/>
              <a:gd name="connsiteX113" fmla="*/ 538122 w 1605470"/>
              <a:gd name="connsiteY113" fmla="*/ 2381443 h 6858000"/>
              <a:gd name="connsiteX114" fmla="*/ 514451 w 1605470"/>
              <a:gd name="connsiteY114" fmla="*/ 2261920 h 6858000"/>
              <a:gd name="connsiteX115" fmla="*/ 504338 w 1605470"/>
              <a:gd name="connsiteY115" fmla="*/ 2195378 h 6858000"/>
              <a:gd name="connsiteX116" fmla="*/ 488555 w 1605470"/>
              <a:gd name="connsiteY116" fmla="*/ 2155135 h 6858000"/>
              <a:gd name="connsiteX117" fmla="*/ 486013 w 1605470"/>
              <a:gd name="connsiteY117" fmla="*/ 2118008 h 6858000"/>
              <a:gd name="connsiteX118" fmla="*/ 487006 w 1605470"/>
              <a:gd name="connsiteY118" fmla="*/ 2050531 h 6858000"/>
              <a:gd name="connsiteX119" fmla="*/ 478812 w 1605470"/>
              <a:gd name="connsiteY119" fmla="*/ 1963269 h 6858000"/>
              <a:gd name="connsiteX120" fmla="*/ 459990 w 1605470"/>
              <a:gd name="connsiteY120" fmla="*/ 1906352 h 6858000"/>
              <a:gd name="connsiteX121" fmla="*/ 436547 w 1605470"/>
              <a:gd name="connsiteY121" fmla="*/ 1861531 h 6858000"/>
              <a:gd name="connsiteX122" fmla="*/ 390346 w 1605470"/>
              <a:gd name="connsiteY122" fmla="*/ 1732919 h 6858000"/>
              <a:gd name="connsiteX123" fmla="*/ 362657 w 1605470"/>
              <a:gd name="connsiteY123" fmla="*/ 1663540 h 6858000"/>
              <a:gd name="connsiteX124" fmla="*/ 361783 w 1605470"/>
              <a:gd name="connsiteY124" fmla="*/ 1615777 h 6858000"/>
              <a:gd name="connsiteX125" fmla="*/ 342578 w 1605470"/>
              <a:gd name="connsiteY125" fmla="*/ 1563678 h 6858000"/>
              <a:gd name="connsiteX126" fmla="*/ 355658 w 1605470"/>
              <a:gd name="connsiteY126" fmla="*/ 1519474 h 6858000"/>
              <a:gd name="connsiteX127" fmla="*/ 348400 w 1605470"/>
              <a:gd name="connsiteY127" fmla="*/ 1477995 h 6858000"/>
              <a:gd name="connsiteX128" fmla="*/ 334485 w 1605470"/>
              <a:gd name="connsiteY128" fmla="*/ 1373769 h 6858000"/>
              <a:gd name="connsiteX129" fmla="*/ 342792 w 1605470"/>
              <a:gd name="connsiteY129" fmla="*/ 1307086 h 6858000"/>
              <a:gd name="connsiteX130" fmla="*/ 343980 w 1605470"/>
              <a:gd name="connsiteY130" fmla="*/ 1189033 h 6858000"/>
              <a:gd name="connsiteX131" fmla="*/ 348665 w 1605470"/>
              <a:gd name="connsiteY131" fmla="*/ 1168288 h 6858000"/>
              <a:gd name="connsiteX132" fmla="*/ 340947 w 1605470"/>
              <a:gd name="connsiteY132" fmla="*/ 1142577 h 6858000"/>
              <a:gd name="connsiteX133" fmla="*/ 330253 w 1605470"/>
              <a:gd name="connsiteY133" fmla="*/ 1088484 h 6858000"/>
              <a:gd name="connsiteX134" fmla="*/ 318989 w 1605470"/>
              <a:gd name="connsiteY134" fmla="*/ 1016103 h 6858000"/>
              <a:gd name="connsiteX135" fmla="*/ 320445 w 1605470"/>
              <a:gd name="connsiteY135" fmla="*/ 932283 h 6858000"/>
              <a:gd name="connsiteX136" fmla="*/ 322681 w 1605470"/>
              <a:gd name="connsiteY136" fmla="*/ 915925 h 6858000"/>
              <a:gd name="connsiteX137" fmla="*/ 315310 w 1605470"/>
              <a:gd name="connsiteY137" fmla="*/ 896999 h 6858000"/>
              <a:gd name="connsiteX138" fmla="*/ 284718 w 1605470"/>
              <a:gd name="connsiteY138" fmla="*/ 821517 h 6858000"/>
              <a:gd name="connsiteX139" fmla="*/ 263668 w 1605470"/>
              <a:gd name="connsiteY139" fmla="*/ 751353 h 6858000"/>
              <a:gd name="connsiteX140" fmla="*/ 263226 w 1605470"/>
              <a:gd name="connsiteY140" fmla="*/ 721230 h 6858000"/>
              <a:gd name="connsiteX141" fmla="*/ 248897 w 1605470"/>
              <a:gd name="connsiteY141" fmla="*/ 681659 h 6858000"/>
              <a:gd name="connsiteX142" fmla="*/ 234316 w 1605470"/>
              <a:gd name="connsiteY142" fmla="*/ 635218 h 6858000"/>
              <a:gd name="connsiteX143" fmla="*/ 239327 w 1605470"/>
              <a:gd name="connsiteY143" fmla="*/ 613763 h 6858000"/>
              <a:gd name="connsiteX144" fmla="*/ 225269 w 1605470"/>
              <a:gd name="connsiteY144" fmla="*/ 598582 h 6858000"/>
              <a:gd name="connsiteX145" fmla="*/ 224950 w 1605470"/>
              <a:gd name="connsiteY145" fmla="*/ 576846 h 6858000"/>
              <a:gd name="connsiteX146" fmla="*/ 204576 w 1605470"/>
              <a:gd name="connsiteY146" fmla="*/ 530055 h 6858000"/>
              <a:gd name="connsiteX147" fmla="*/ 219064 w 1605470"/>
              <a:gd name="connsiteY147" fmla="*/ 469651 h 6858000"/>
              <a:gd name="connsiteX148" fmla="*/ 195012 w 1605470"/>
              <a:gd name="connsiteY148" fmla="*/ 448559 h 6858000"/>
              <a:gd name="connsiteX149" fmla="*/ 201434 w 1605470"/>
              <a:gd name="connsiteY149" fmla="*/ 441529 h 6858000"/>
              <a:gd name="connsiteX150" fmla="*/ 200655 w 1605470"/>
              <a:gd name="connsiteY150" fmla="*/ 428927 h 6858000"/>
              <a:gd name="connsiteX151" fmla="*/ 190059 w 1605470"/>
              <a:gd name="connsiteY151" fmla="*/ 430161 h 6858000"/>
              <a:gd name="connsiteX152" fmla="*/ 167079 w 1605470"/>
              <a:gd name="connsiteY152" fmla="*/ 367211 h 6858000"/>
              <a:gd name="connsiteX153" fmla="*/ 124571 w 1605470"/>
              <a:gd name="connsiteY153" fmla="*/ 302178 h 6858000"/>
              <a:gd name="connsiteX154" fmla="*/ 103243 w 1605470"/>
              <a:gd name="connsiteY154" fmla="*/ 211375 h 6858000"/>
              <a:gd name="connsiteX155" fmla="*/ 94571 w 1605470"/>
              <a:gd name="connsiteY155" fmla="*/ 184179 h 6858000"/>
              <a:gd name="connsiteX156" fmla="*/ 13437 w 1605470"/>
              <a:gd name="connsiteY156" fmla="*/ 19287 h 6858000"/>
              <a:gd name="connsiteX157" fmla="*/ 0 w 1605470"/>
              <a:gd name="connsiteY157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8335 w 1605470"/>
              <a:gd name="connsiteY37" fmla="*/ 5665173 h 6858000"/>
              <a:gd name="connsiteX38" fmla="*/ 562052 w 1605470"/>
              <a:gd name="connsiteY38" fmla="*/ 5563435 h 6858000"/>
              <a:gd name="connsiteX39" fmla="*/ 591557 w 1605470"/>
              <a:gd name="connsiteY39" fmla="*/ 5476393 h 6858000"/>
              <a:gd name="connsiteX40" fmla="*/ 622750 w 1605470"/>
              <a:gd name="connsiteY40" fmla="*/ 5396260 h 6858000"/>
              <a:gd name="connsiteX41" fmla="*/ 638731 w 1605470"/>
              <a:gd name="connsiteY41" fmla="*/ 5330009 h 6858000"/>
              <a:gd name="connsiteX42" fmla="*/ 672224 w 1605470"/>
              <a:gd name="connsiteY42" fmla="*/ 5273739 h 6858000"/>
              <a:gd name="connsiteX43" fmla="*/ 681823 w 1605470"/>
              <a:gd name="connsiteY43" fmla="*/ 5241779 h 6858000"/>
              <a:gd name="connsiteX44" fmla="*/ 693049 w 1605470"/>
              <a:gd name="connsiteY44" fmla="*/ 5225268 h 6858000"/>
              <a:gd name="connsiteX45" fmla="*/ 694069 w 1605470"/>
              <a:gd name="connsiteY45" fmla="*/ 5217684 h 6858000"/>
              <a:gd name="connsiteX46" fmla="*/ 701410 w 1605470"/>
              <a:gd name="connsiteY46" fmla="*/ 5193377 h 6858000"/>
              <a:gd name="connsiteX47" fmla="*/ 704713 w 1605470"/>
              <a:gd name="connsiteY47" fmla="*/ 5179288 h 6858000"/>
              <a:gd name="connsiteX48" fmla="*/ 705697 w 1605470"/>
              <a:gd name="connsiteY48" fmla="*/ 5173621 h 6858000"/>
              <a:gd name="connsiteX49" fmla="*/ 701331 w 1605470"/>
              <a:gd name="connsiteY49" fmla="*/ 5159961 h 6858000"/>
              <a:gd name="connsiteX50" fmla="*/ 708008 w 1605470"/>
              <a:gd name="connsiteY50" fmla="*/ 5144295 h 6858000"/>
              <a:gd name="connsiteX51" fmla="*/ 704941 w 1605470"/>
              <a:gd name="connsiteY51" fmla="*/ 5125185 h 6858000"/>
              <a:gd name="connsiteX52" fmla="*/ 711771 w 1605470"/>
              <a:gd name="connsiteY52" fmla="*/ 5121884 h 6858000"/>
              <a:gd name="connsiteX53" fmla="*/ 718807 w 1605470"/>
              <a:gd name="connsiteY53" fmla="*/ 5067850 h 6858000"/>
              <a:gd name="connsiteX54" fmla="*/ 721538 w 1605470"/>
              <a:gd name="connsiteY54" fmla="*/ 5060861 h 6858000"/>
              <a:gd name="connsiteX55" fmla="*/ 718242 w 1605470"/>
              <a:gd name="connsiteY55" fmla="*/ 5034192 h 6858000"/>
              <a:gd name="connsiteX56" fmla="*/ 719796 w 1605470"/>
              <a:gd name="connsiteY56" fmla="*/ 4993030 h 6858000"/>
              <a:gd name="connsiteX57" fmla="*/ 726705 w 1605470"/>
              <a:gd name="connsiteY57" fmla="*/ 4946844 h 6858000"/>
              <a:gd name="connsiteX58" fmla="*/ 722561 w 1605470"/>
              <a:gd name="connsiteY58" fmla="*/ 4932692 h 6858000"/>
              <a:gd name="connsiteX59" fmla="*/ 737964 w 1605470"/>
              <a:gd name="connsiteY59" fmla="*/ 4858827 h 6858000"/>
              <a:gd name="connsiteX60" fmla="*/ 732118 w 1605470"/>
              <a:gd name="connsiteY60" fmla="*/ 4801535 h 6858000"/>
              <a:gd name="connsiteX61" fmla="*/ 739787 w 1605470"/>
              <a:gd name="connsiteY61" fmla="*/ 4797794 h 6858000"/>
              <a:gd name="connsiteX62" fmla="*/ 741081 w 1605470"/>
              <a:gd name="connsiteY62" fmla="*/ 4784526 h 6858000"/>
              <a:gd name="connsiteX63" fmla="*/ 742865 w 1605470"/>
              <a:gd name="connsiteY63" fmla="*/ 4781211 h 6858000"/>
              <a:gd name="connsiteX64" fmla="*/ 751652 w 1605470"/>
              <a:gd name="connsiteY64" fmla="*/ 4761984 h 6858000"/>
              <a:gd name="connsiteX65" fmla="*/ 747700 w 1605470"/>
              <a:gd name="connsiteY65" fmla="*/ 4690749 h 6858000"/>
              <a:gd name="connsiteX66" fmla="*/ 743180 w 1605470"/>
              <a:gd name="connsiteY66" fmla="*/ 4584173 h 6858000"/>
              <a:gd name="connsiteX67" fmla="*/ 738263 w 1605470"/>
              <a:gd name="connsiteY67" fmla="*/ 4444346 h 6858000"/>
              <a:gd name="connsiteX68" fmla="*/ 734828 w 1605470"/>
              <a:gd name="connsiteY68" fmla="*/ 4375228 h 6858000"/>
              <a:gd name="connsiteX69" fmla="*/ 715481 w 1605470"/>
              <a:gd name="connsiteY69" fmla="*/ 4214165 h 6858000"/>
              <a:gd name="connsiteX70" fmla="*/ 719554 w 1605470"/>
              <a:gd name="connsiteY70" fmla="*/ 4090296 h 6858000"/>
              <a:gd name="connsiteX71" fmla="*/ 704810 w 1605470"/>
              <a:gd name="connsiteY71" fmla="*/ 4033999 h 6858000"/>
              <a:gd name="connsiteX72" fmla="*/ 705959 w 1605470"/>
              <a:gd name="connsiteY72" fmla="*/ 4031933 h 6858000"/>
              <a:gd name="connsiteX73" fmla="*/ 704535 w 1605470"/>
              <a:gd name="connsiteY73" fmla="*/ 4013953 h 6858000"/>
              <a:gd name="connsiteX74" fmla="*/ 690830 w 1605470"/>
              <a:gd name="connsiteY74" fmla="*/ 3974753 h 6858000"/>
              <a:gd name="connsiteX75" fmla="*/ 692428 w 1605470"/>
              <a:gd name="connsiteY75" fmla="*/ 3969950 h 6858000"/>
              <a:gd name="connsiteX76" fmla="*/ 685850 w 1605470"/>
              <a:gd name="connsiteY76" fmla="*/ 3933779 h 6858000"/>
              <a:gd name="connsiteX77" fmla="*/ 687181 w 1605470"/>
              <a:gd name="connsiteY77" fmla="*/ 3933093 h 6858000"/>
              <a:gd name="connsiteX78" fmla="*/ 691535 w 1605470"/>
              <a:gd name="connsiteY78" fmla="*/ 3922082 h 6858000"/>
              <a:gd name="connsiteX79" fmla="*/ 696613 w 1605470"/>
              <a:gd name="connsiteY79" fmla="*/ 3901461 h 6858000"/>
              <a:gd name="connsiteX80" fmla="*/ 719207 w 1605470"/>
              <a:gd name="connsiteY80" fmla="*/ 3813873 h 6858000"/>
              <a:gd name="connsiteX81" fmla="*/ 718632 w 1605470"/>
              <a:gd name="connsiteY81" fmla="*/ 3806161 h 6858000"/>
              <a:gd name="connsiteX82" fmla="*/ 718939 w 1605470"/>
              <a:gd name="connsiteY82" fmla="*/ 3805957 h 6858000"/>
              <a:gd name="connsiteX83" fmla="*/ 718966 w 1605470"/>
              <a:gd name="connsiteY83" fmla="*/ 3797724 h 6858000"/>
              <a:gd name="connsiteX84" fmla="*/ 717581 w 1605470"/>
              <a:gd name="connsiteY84" fmla="*/ 3792098 h 6858000"/>
              <a:gd name="connsiteX85" fmla="*/ 716465 w 1605470"/>
              <a:gd name="connsiteY85" fmla="*/ 3777135 h 6858000"/>
              <a:gd name="connsiteX86" fmla="*/ 718198 w 1605470"/>
              <a:gd name="connsiteY86" fmla="*/ 3771656 h 6858000"/>
              <a:gd name="connsiteX87" fmla="*/ 721941 w 1605470"/>
              <a:gd name="connsiteY87" fmla="*/ 3769007 h 6858000"/>
              <a:gd name="connsiteX88" fmla="*/ 721407 w 1605470"/>
              <a:gd name="connsiteY88" fmla="*/ 3767709 h 6858000"/>
              <a:gd name="connsiteX89" fmla="*/ 730103 w 1605470"/>
              <a:gd name="connsiteY89" fmla="*/ 3738082 h 6858000"/>
              <a:gd name="connsiteX90" fmla="*/ 737449 w 1605470"/>
              <a:gd name="connsiteY90" fmla="*/ 3673397 h 6858000"/>
              <a:gd name="connsiteX91" fmla="*/ 736745 w 1605470"/>
              <a:gd name="connsiteY91" fmla="*/ 3637109 h 6858000"/>
              <a:gd name="connsiteX92" fmla="*/ 740188 w 1605470"/>
              <a:gd name="connsiteY92" fmla="*/ 3536883 h 6858000"/>
              <a:gd name="connsiteX93" fmla="*/ 747726 w 1605470"/>
              <a:gd name="connsiteY93" fmla="*/ 3435652 h 6858000"/>
              <a:gd name="connsiteX94" fmla="*/ 749397 w 1605470"/>
              <a:gd name="connsiteY94" fmla="*/ 3307769 h 6858000"/>
              <a:gd name="connsiteX95" fmla="*/ 766960 w 1605470"/>
              <a:gd name="connsiteY95" fmla="*/ 3250522 h 6858000"/>
              <a:gd name="connsiteX96" fmla="*/ 767385 w 1605470"/>
              <a:gd name="connsiteY96" fmla="*/ 3229163 h 6858000"/>
              <a:gd name="connsiteX97" fmla="*/ 769208 w 1605470"/>
              <a:gd name="connsiteY97" fmla="*/ 3217217 h 6858000"/>
              <a:gd name="connsiteX98" fmla="*/ 756043 w 1605470"/>
              <a:gd name="connsiteY98" fmla="*/ 3183755 h 6858000"/>
              <a:gd name="connsiteX99" fmla="*/ 756544 w 1605470"/>
              <a:gd name="connsiteY99" fmla="*/ 3178642 h 6858000"/>
              <a:gd name="connsiteX100" fmla="*/ 744144 w 1605470"/>
              <a:gd name="connsiteY100" fmla="*/ 3158586 h 6858000"/>
              <a:gd name="connsiteX101" fmla="*/ 729329 w 1605470"/>
              <a:gd name="connsiteY101" fmla="*/ 3129034 h 6858000"/>
              <a:gd name="connsiteX102" fmla="*/ 729994 w 1605470"/>
              <a:gd name="connsiteY102" fmla="*/ 3126682 h 6858000"/>
              <a:gd name="connsiteX103" fmla="*/ 720862 w 1605470"/>
              <a:gd name="connsiteY103" fmla="*/ 3114519 h 6858000"/>
              <a:gd name="connsiteX104" fmla="*/ 707471 w 1605470"/>
              <a:gd name="connsiteY104" fmla="*/ 3106272 h 6858000"/>
              <a:gd name="connsiteX105" fmla="*/ 680201 w 1605470"/>
              <a:gd name="connsiteY105" fmla="*/ 2958185 h 6858000"/>
              <a:gd name="connsiteX106" fmla="*/ 622815 w 1605470"/>
              <a:gd name="connsiteY106" fmla="*/ 2762989 h 6858000"/>
              <a:gd name="connsiteX107" fmla="*/ 571733 w 1605470"/>
              <a:gd name="connsiteY107" fmla="*/ 2554718 h 6858000"/>
              <a:gd name="connsiteX108" fmla="*/ 551827 w 1605470"/>
              <a:gd name="connsiteY108" fmla="*/ 2485734 h 6858000"/>
              <a:gd name="connsiteX109" fmla="*/ 542550 w 1605470"/>
              <a:gd name="connsiteY109" fmla="*/ 2447068 h 6858000"/>
              <a:gd name="connsiteX110" fmla="*/ 529511 w 1605470"/>
              <a:gd name="connsiteY110" fmla="*/ 2425819 h 6858000"/>
              <a:gd name="connsiteX111" fmla="*/ 535510 w 1605470"/>
              <a:gd name="connsiteY111" fmla="*/ 2402874 h 6858000"/>
              <a:gd name="connsiteX112" fmla="*/ 538122 w 1605470"/>
              <a:gd name="connsiteY112" fmla="*/ 2381443 h 6858000"/>
              <a:gd name="connsiteX113" fmla="*/ 514451 w 1605470"/>
              <a:gd name="connsiteY113" fmla="*/ 2261920 h 6858000"/>
              <a:gd name="connsiteX114" fmla="*/ 504338 w 1605470"/>
              <a:gd name="connsiteY114" fmla="*/ 2195378 h 6858000"/>
              <a:gd name="connsiteX115" fmla="*/ 488555 w 1605470"/>
              <a:gd name="connsiteY115" fmla="*/ 2155135 h 6858000"/>
              <a:gd name="connsiteX116" fmla="*/ 486013 w 1605470"/>
              <a:gd name="connsiteY116" fmla="*/ 2118008 h 6858000"/>
              <a:gd name="connsiteX117" fmla="*/ 487006 w 1605470"/>
              <a:gd name="connsiteY117" fmla="*/ 2050531 h 6858000"/>
              <a:gd name="connsiteX118" fmla="*/ 478812 w 1605470"/>
              <a:gd name="connsiteY118" fmla="*/ 1963269 h 6858000"/>
              <a:gd name="connsiteX119" fmla="*/ 459990 w 1605470"/>
              <a:gd name="connsiteY119" fmla="*/ 1906352 h 6858000"/>
              <a:gd name="connsiteX120" fmla="*/ 436547 w 1605470"/>
              <a:gd name="connsiteY120" fmla="*/ 1861531 h 6858000"/>
              <a:gd name="connsiteX121" fmla="*/ 390346 w 1605470"/>
              <a:gd name="connsiteY121" fmla="*/ 1732919 h 6858000"/>
              <a:gd name="connsiteX122" fmla="*/ 362657 w 1605470"/>
              <a:gd name="connsiteY122" fmla="*/ 1663540 h 6858000"/>
              <a:gd name="connsiteX123" fmla="*/ 361783 w 1605470"/>
              <a:gd name="connsiteY123" fmla="*/ 1615777 h 6858000"/>
              <a:gd name="connsiteX124" fmla="*/ 342578 w 1605470"/>
              <a:gd name="connsiteY124" fmla="*/ 1563678 h 6858000"/>
              <a:gd name="connsiteX125" fmla="*/ 355658 w 1605470"/>
              <a:gd name="connsiteY125" fmla="*/ 1519474 h 6858000"/>
              <a:gd name="connsiteX126" fmla="*/ 348400 w 1605470"/>
              <a:gd name="connsiteY126" fmla="*/ 1477995 h 6858000"/>
              <a:gd name="connsiteX127" fmla="*/ 334485 w 1605470"/>
              <a:gd name="connsiteY127" fmla="*/ 1373769 h 6858000"/>
              <a:gd name="connsiteX128" fmla="*/ 342792 w 1605470"/>
              <a:gd name="connsiteY128" fmla="*/ 1307086 h 6858000"/>
              <a:gd name="connsiteX129" fmla="*/ 343980 w 1605470"/>
              <a:gd name="connsiteY129" fmla="*/ 1189033 h 6858000"/>
              <a:gd name="connsiteX130" fmla="*/ 348665 w 1605470"/>
              <a:gd name="connsiteY130" fmla="*/ 1168288 h 6858000"/>
              <a:gd name="connsiteX131" fmla="*/ 340947 w 1605470"/>
              <a:gd name="connsiteY131" fmla="*/ 1142577 h 6858000"/>
              <a:gd name="connsiteX132" fmla="*/ 330253 w 1605470"/>
              <a:gd name="connsiteY132" fmla="*/ 1088484 h 6858000"/>
              <a:gd name="connsiteX133" fmla="*/ 318989 w 1605470"/>
              <a:gd name="connsiteY133" fmla="*/ 1016103 h 6858000"/>
              <a:gd name="connsiteX134" fmla="*/ 320445 w 1605470"/>
              <a:gd name="connsiteY134" fmla="*/ 932283 h 6858000"/>
              <a:gd name="connsiteX135" fmla="*/ 322681 w 1605470"/>
              <a:gd name="connsiteY135" fmla="*/ 915925 h 6858000"/>
              <a:gd name="connsiteX136" fmla="*/ 315310 w 1605470"/>
              <a:gd name="connsiteY136" fmla="*/ 896999 h 6858000"/>
              <a:gd name="connsiteX137" fmla="*/ 284718 w 1605470"/>
              <a:gd name="connsiteY137" fmla="*/ 821517 h 6858000"/>
              <a:gd name="connsiteX138" fmla="*/ 263668 w 1605470"/>
              <a:gd name="connsiteY138" fmla="*/ 751353 h 6858000"/>
              <a:gd name="connsiteX139" fmla="*/ 263226 w 1605470"/>
              <a:gd name="connsiteY139" fmla="*/ 721230 h 6858000"/>
              <a:gd name="connsiteX140" fmla="*/ 248897 w 1605470"/>
              <a:gd name="connsiteY140" fmla="*/ 681659 h 6858000"/>
              <a:gd name="connsiteX141" fmla="*/ 234316 w 1605470"/>
              <a:gd name="connsiteY141" fmla="*/ 635218 h 6858000"/>
              <a:gd name="connsiteX142" fmla="*/ 239327 w 1605470"/>
              <a:gd name="connsiteY142" fmla="*/ 613763 h 6858000"/>
              <a:gd name="connsiteX143" fmla="*/ 225269 w 1605470"/>
              <a:gd name="connsiteY143" fmla="*/ 598582 h 6858000"/>
              <a:gd name="connsiteX144" fmla="*/ 224950 w 1605470"/>
              <a:gd name="connsiteY144" fmla="*/ 576846 h 6858000"/>
              <a:gd name="connsiteX145" fmla="*/ 204576 w 1605470"/>
              <a:gd name="connsiteY145" fmla="*/ 530055 h 6858000"/>
              <a:gd name="connsiteX146" fmla="*/ 219064 w 1605470"/>
              <a:gd name="connsiteY146" fmla="*/ 469651 h 6858000"/>
              <a:gd name="connsiteX147" fmla="*/ 195012 w 1605470"/>
              <a:gd name="connsiteY147" fmla="*/ 448559 h 6858000"/>
              <a:gd name="connsiteX148" fmla="*/ 201434 w 1605470"/>
              <a:gd name="connsiteY148" fmla="*/ 441529 h 6858000"/>
              <a:gd name="connsiteX149" fmla="*/ 200655 w 1605470"/>
              <a:gd name="connsiteY149" fmla="*/ 428927 h 6858000"/>
              <a:gd name="connsiteX150" fmla="*/ 190059 w 1605470"/>
              <a:gd name="connsiteY150" fmla="*/ 430161 h 6858000"/>
              <a:gd name="connsiteX151" fmla="*/ 167079 w 1605470"/>
              <a:gd name="connsiteY151" fmla="*/ 367211 h 6858000"/>
              <a:gd name="connsiteX152" fmla="*/ 124571 w 1605470"/>
              <a:gd name="connsiteY152" fmla="*/ 302178 h 6858000"/>
              <a:gd name="connsiteX153" fmla="*/ 103243 w 1605470"/>
              <a:gd name="connsiteY153" fmla="*/ 211375 h 6858000"/>
              <a:gd name="connsiteX154" fmla="*/ 94571 w 1605470"/>
              <a:gd name="connsiteY154" fmla="*/ 184179 h 6858000"/>
              <a:gd name="connsiteX155" fmla="*/ 13437 w 1605470"/>
              <a:gd name="connsiteY155" fmla="*/ 19287 h 6858000"/>
              <a:gd name="connsiteX156" fmla="*/ 0 w 1605470"/>
              <a:gd name="connsiteY156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8335 w 1605470"/>
              <a:gd name="connsiteY37" fmla="*/ 5665173 h 6858000"/>
              <a:gd name="connsiteX38" fmla="*/ 562052 w 1605470"/>
              <a:gd name="connsiteY38" fmla="*/ 5563435 h 6858000"/>
              <a:gd name="connsiteX39" fmla="*/ 591557 w 1605470"/>
              <a:gd name="connsiteY39" fmla="*/ 5476393 h 6858000"/>
              <a:gd name="connsiteX40" fmla="*/ 622750 w 1605470"/>
              <a:gd name="connsiteY40" fmla="*/ 5396260 h 6858000"/>
              <a:gd name="connsiteX41" fmla="*/ 638731 w 1605470"/>
              <a:gd name="connsiteY41" fmla="*/ 5330009 h 6858000"/>
              <a:gd name="connsiteX42" fmla="*/ 672224 w 1605470"/>
              <a:gd name="connsiteY42" fmla="*/ 5273739 h 6858000"/>
              <a:gd name="connsiteX43" fmla="*/ 681823 w 1605470"/>
              <a:gd name="connsiteY43" fmla="*/ 5241779 h 6858000"/>
              <a:gd name="connsiteX44" fmla="*/ 693049 w 1605470"/>
              <a:gd name="connsiteY44" fmla="*/ 5225268 h 6858000"/>
              <a:gd name="connsiteX45" fmla="*/ 694069 w 1605470"/>
              <a:gd name="connsiteY45" fmla="*/ 5217684 h 6858000"/>
              <a:gd name="connsiteX46" fmla="*/ 701410 w 1605470"/>
              <a:gd name="connsiteY46" fmla="*/ 5193377 h 6858000"/>
              <a:gd name="connsiteX47" fmla="*/ 704713 w 1605470"/>
              <a:gd name="connsiteY47" fmla="*/ 5179288 h 6858000"/>
              <a:gd name="connsiteX48" fmla="*/ 705697 w 1605470"/>
              <a:gd name="connsiteY48" fmla="*/ 5173621 h 6858000"/>
              <a:gd name="connsiteX49" fmla="*/ 701331 w 1605470"/>
              <a:gd name="connsiteY49" fmla="*/ 5159961 h 6858000"/>
              <a:gd name="connsiteX50" fmla="*/ 708008 w 1605470"/>
              <a:gd name="connsiteY50" fmla="*/ 5144295 h 6858000"/>
              <a:gd name="connsiteX51" fmla="*/ 704941 w 1605470"/>
              <a:gd name="connsiteY51" fmla="*/ 5125185 h 6858000"/>
              <a:gd name="connsiteX52" fmla="*/ 711771 w 1605470"/>
              <a:gd name="connsiteY52" fmla="*/ 5121884 h 6858000"/>
              <a:gd name="connsiteX53" fmla="*/ 718807 w 1605470"/>
              <a:gd name="connsiteY53" fmla="*/ 5067850 h 6858000"/>
              <a:gd name="connsiteX54" fmla="*/ 721538 w 1605470"/>
              <a:gd name="connsiteY54" fmla="*/ 5060861 h 6858000"/>
              <a:gd name="connsiteX55" fmla="*/ 718242 w 1605470"/>
              <a:gd name="connsiteY55" fmla="*/ 5034192 h 6858000"/>
              <a:gd name="connsiteX56" fmla="*/ 719796 w 1605470"/>
              <a:gd name="connsiteY56" fmla="*/ 4993030 h 6858000"/>
              <a:gd name="connsiteX57" fmla="*/ 726705 w 1605470"/>
              <a:gd name="connsiteY57" fmla="*/ 4946844 h 6858000"/>
              <a:gd name="connsiteX58" fmla="*/ 722561 w 1605470"/>
              <a:gd name="connsiteY58" fmla="*/ 4932692 h 6858000"/>
              <a:gd name="connsiteX59" fmla="*/ 737964 w 1605470"/>
              <a:gd name="connsiteY59" fmla="*/ 4858827 h 6858000"/>
              <a:gd name="connsiteX60" fmla="*/ 732118 w 1605470"/>
              <a:gd name="connsiteY60" fmla="*/ 4801535 h 6858000"/>
              <a:gd name="connsiteX61" fmla="*/ 739787 w 1605470"/>
              <a:gd name="connsiteY61" fmla="*/ 4797794 h 6858000"/>
              <a:gd name="connsiteX62" fmla="*/ 741081 w 1605470"/>
              <a:gd name="connsiteY62" fmla="*/ 4784526 h 6858000"/>
              <a:gd name="connsiteX63" fmla="*/ 742865 w 1605470"/>
              <a:gd name="connsiteY63" fmla="*/ 4781211 h 6858000"/>
              <a:gd name="connsiteX64" fmla="*/ 751652 w 1605470"/>
              <a:gd name="connsiteY64" fmla="*/ 4761984 h 6858000"/>
              <a:gd name="connsiteX65" fmla="*/ 747700 w 1605470"/>
              <a:gd name="connsiteY65" fmla="*/ 4690749 h 6858000"/>
              <a:gd name="connsiteX66" fmla="*/ 743180 w 1605470"/>
              <a:gd name="connsiteY66" fmla="*/ 4584173 h 6858000"/>
              <a:gd name="connsiteX67" fmla="*/ 738263 w 1605470"/>
              <a:gd name="connsiteY67" fmla="*/ 4444346 h 6858000"/>
              <a:gd name="connsiteX68" fmla="*/ 734828 w 1605470"/>
              <a:gd name="connsiteY68" fmla="*/ 4375228 h 6858000"/>
              <a:gd name="connsiteX69" fmla="*/ 715481 w 1605470"/>
              <a:gd name="connsiteY69" fmla="*/ 4214165 h 6858000"/>
              <a:gd name="connsiteX70" fmla="*/ 719554 w 1605470"/>
              <a:gd name="connsiteY70" fmla="*/ 4090296 h 6858000"/>
              <a:gd name="connsiteX71" fmla="*/ 704810 w 1605470"/>
              <a:gd name="connsiteY71" fmla="*/ 4033999 h 6858000"/>
              <a:gd name="connsiteX72" fmla="*/ 705959 w 1605470"/>
              <a:gd name="connsiteY72" fmla="*/ 4031933 h 6858000"/>
              <a:gd name="connsiteX73" fmla="*/ 704535 w 1605470"/>
              <a:gd name="connsiteY73" fmla="*/ 4013953 h 6858000"/>
              <a:gd name="connsiteX74" fmla="*/ 690830 w 1605470"/>
              <a:gd name="connsiteY74" fmla="*/ 3974753 h 6858000"/>
              <a:gd name="connsiteX75" fmla="*/ 692428 w 1605470"/>
              <a:gd name="connsiteY75" fmla="*/ 3969950 h 6858000"/>
              <a:gd name="connsiteX76" fmla="*/ 685850 w 1605470"/>
              <a:gd name="connsiteY76" fmla="*/ 3933779 h 6858000"/>
              <a:gd name="connsiteX77" fmla="*/ 687181 w 1605470"/>
              <a:gd name="connsiteY77" fmla="*/ 3933093 h 6858000"/>
              <a:gd name="connsiteX78" fmla="*/ 691535 w 1605470"/>
              <a:gd name="connsiteY78" fmla="*/ 3922082 h 6858000"/>
              <a:gd name="connsiteX79" fmla="*/ 696613 w 1605470"/>
              <a:gd name="connsiteY79" fmla="*/ 3901461 h 6858000"/>
              <a:gd name="connsiteX80" fmla="*/ 719207 w 1605470"/>
              <a:gd name="connsiteY80" fmla="*/ 3813873 h 6858000"/>
              <a:gd name="connsiteX81" fmla="*/ 718632 w 1605470"/>
              <a:gd name="connsiteY81" fmla="*/ 3806161 h 6858000"/>
              <a:gd name="connsiteX82" fmla="*/ 718939 w 1605470"/>
              <a:gd name="connsiteY82" fmla="*/ 3805957 h 6858000"/>
              <a:gd name="connsiteX83" fmla="*/ 718966 w 1605470"/>
              <a:gd name="connsiteY83" fmla="*/ 3797724 h 6858000"/>
              <a:gd name="connsiteX84" fmla="*/ 717581 w 1605470"/>
              <a:gd name="connsiteY84" fmla="*/ 3792098 h 6858000"/>
              <a:gd name="connsiteX85" fmla="*/ 716465 w 1605470"/>
              <a:gd name="connsiteY85" fmla="*/ 3777135 h 6858000"/>
              <a:gd name="connsiteX86" fmla="*/ 718198 w 1605470"/>
              <a:gd name="connsiteY86" fmla="*/ 3771656 h 6858000"/>
              <a:gd name="connsiteX87" fmla="*/ 721941 w 1605470"/>
              <a:gd name="connsiteY87" fmla="*/ 3769007 h 6858000"/>
              <a:gd name="connsiteX88" fmla="*/ 721407 w 1605470"/>
              <a:gd name="connsiteY88" fmla="*/ 3767709 h 6858000"/>
              <a:gd name="connsiteX89" fmla="*/ 730103 w 1605470"/>
              <a:gd name="connsiteY89" fmla="*/ 3738082 h 6858000"/>
              <a:gd name="connsiteX90" fmla="*/ 737449 w 1605470"/>
              <a:gd name="connsiteY90" fmla="*/ 3673397 h 6858000"/>
              <a:gd name="connsiteX91" fmla="*/ 736745 w 1605470"/>
              <a:gd name="connsiteY91" fmla="*/ 3637109 h 6858000"/>
              <a:gd name="connsiteX92" fmla="*/ 740188 w 1605470"/>
              <a:gd name="connsiteY92" fmla="*/ 3536883 h 6858000"/>
              <a:gd name="connsiteX93" fmla="*/ 747726 w 1605470"/>
              <a:gd name="connsiteY93" fmla="*/ 3435652 h 6858000"/>
              <a:gd name="connsiteX94" fmla="*/ 749397 w 1605470"/>
              <a:gd name="connsiteY94" fmla="*/ 3307769 h 6858000"/>
              <a:gd name="connsiteX95" fmla="*/ 766960 w 1605470"/>
              <a:gd name="connsiteY95" fmla="*/ 3250522 h 6858000"/>
              <a:gd name="connsiteX96" fmla="*/ 767385 w 1605470"/>
              <a:gd name="connsiteY96" fmla="*/ 3229163 h 6858000"/>
              <a:gd name="connsiteX97" fmla="*/ 769208 w 1605470"/>
              <a:gd name="connsiteY97" fmla="*/ 3217217 h 6858000"/>
              <a:gd name="connsiteX98" fmla="*/ 756043 w 1605470"/>
              <a:gd name="connsiteY98" fmla="*/ 3183755 h 6858000"/>
              <a:gd name="connsiteX99" fmla="*/ 756544 w 1605470"/>
              <a:gd name="connsiteY99" fmla="*/ 3178642 h 6858000"/>
              <a:gd name="connsiteX100" fmla="*/ 744144 w 1605470"/>
              <a:gd name="connsiteY100" fmla="*/ 3158586 h 6858000"/>
              <a:gd name="connsiteX101" fmla="*/ 729329 w 1605470"/>
              <a:gd name="connsiteY101" fmla="*/ 3129034 h 6858000"/>
              <a:gd name="connsiteX102" fmla="*/ 729994 w 1605470"/>
              <a:gd name="connsiteY102" fmla="*/ 3126682 h 6858000"/>
              <a:gd name="connsiteX103" fmla="*/ 720862 w 1605470"/>
              <a:gd name="connsiteY103" fmla="*/ 3114519 h 6858000"/>
              <a:gd name="connsiteX104" fmla="*/ 707471 w 1605470"/>
              <a:gd name="connsiteY104" fmla="*/ 3106272 h 6858000"/>
              <a:gd name="connsiteX105" fmla="*/ 680201 w 1605470"/>
              <a:gd name="connsiteY105" fmla="*/ 2958185 h 6858000"/>
              <a:gd name="connsiteX106" fmla="*/ 622815 w 1605470"/>
              <a:gd name="connsiteY106" fmla="*/ 2762989 h 6858000"/>
              <a:gd name="connsiteX107" fmla="*/ 571733 w 1605470"/>
              <a:gd name="connsiteY107" fmla="*/ 2554718 h 6858000"/>
              <a:gd name="connsiteX108" fmla="*/ 551827 w 1605470"/>
              <a:gd name="connsiteY108" fmla="*/ 2485734 h 6858000"/>
              <a:gd name="connsiteX109" fmla="*/ 542550 w 1605470"/>
              <a:gd name="connsiteY109" fmla="*/ 2447068 h 6858000"/>
              <a:gd name="connsiteX110" fmla="*/ 529511 w 1605470"/>
              <a:gd name="connsiteY110" fmla="*/ 2425819 h 6858000"/>
              <a:gd name="connsiteX111" fmla="*/ 535510 w 1605470"/>
              <a:gd name="connsiteY111" fmla="*/ 2402874 h 6858000"/>
              <a:gd name="connsiteX112" fmla="*/ 538122 w 1605470"/>
              <a:gd name="connsiteY112" fmla="*/ 2381443 h 6858000"/>
              <a:gd name="connsiteX113" fmla="*/ 514451 w 1605470"/>
              <a:gd name="connsiteY113" fmla="*/ 2261920 h 6858000"/>
              <a:gd name="connsiteX114" fmla="*/ 504338 w 1605470"/>
              <a:gd name="connsiteY114" fmla="*/ 2195378 h 6858000"/>
              <a:gd name="connsiteX115" fmla="*/ 488555 w 1605470"/>
              <a:gd name="connsiteY115" fmla="*/ 2155135 h 6858000"/>
              <a:gd name="connsiteX116" fmla="*/ 486013 w 1605470"/>
              <a:gd name="connsiteY116" fmla="*/ 2118008 h 6858000"/>
              <a:gd name="connsiteX117" fmla="*/ 487006 w 1605470"/>
              <a:gd name="connsiteY117" fmla="*/ 2050531 h 6858000"/>
              <a:gd name="connsiteX118" fmla="*/ 478812 w 1605470"/>
              <a:gd name="connsiteY118" fmla="*/ 1963269 h 6858000"/>
              <a:gd name="connsiteX119" fmla="*/ 459990 w 1605470"/>
              <a:gd name="connsiteY119" fmla="*/ 1906352 h 6858000"/>
              <a:gd name="connsiteX120" fmla="*/ 436547 w 1605470"/>
              <a:gd name="connsiteY120" fmla="*/ 1861531 h 6858000"/>
              <a:gd name="connsiteX121" fmla="*/ 390346 w 1605470"/>
              <a:gd name="connsiteY121" fmla="*/ 1732919 h 6858000"/>
              <a:gd name="connsiteX122" fmla="*/ 362657 w 1605470"/>
              <a:gd name="connsiteY122" fmla="*/ 1663540 h 6858000"/>
              <a:gd name="connsiteX123" fmla="*/ 361783 w 1605470"/>
              <a:gd name="connsiteY123" fmla="*/ 1615777 h 6858000"/>
              <a:gd name="connsiteX124" fmla="*/ 342578 w 1605470"/>
              <a:gd name="connsiteY124" fmla="*/ 1563678 h 6858000"/>
              <a:gd name="connsiteX125" fmla="*/ 355658 w 1605470"/>
              <a:gd name="connsiteY125" fmla="*/ 1519474 h 6858000"/>
              <a:gd name="connsiteX126" fmla="*/ 348400 w 1605470"/>
              <a:gd name="connsiteY126" fmla="*/ 1477995 h 6858000"/>
              <a:gd name="connsiteX127" fmla="*/ 334485 w 1605470"/>
              <a:gd name="connsiteY127" fmla="*/ 1373769 h 6858000"/>
              <a:gd name="connsiteX128" fmla="*/ 342792 w 1605470"/>
              <a:gd name="connsiteY128" fmla="*/ 1307086 h 6858000"/>
              <a:gd name="connsiteX129" fmla="*/ 343980 w 1605470"/>
              <a:gd name="connsiteY129" fmla="*/ 1189033 h 6858000"/>
              <a:gd name="connsiteX130" fmla="*/ 348665 w 1605470"/>
              <a:gd name="connsiteY130" fmla="*/ 1168288 h 6858000"/>
              <a:gd name="connsiteX131" fmla="*/ 340947 w 1605470"/>
              <a:gd name="connsiteY131" fmla="*/ 1142577 h 6858000"/>
              <a:gd name="connsiteX132" fmla="*/ 330253 w 1605470"/>
              <a:gd name="connsiteY132" fmla="*/ 1088484 h 6858000"/>
              <a:gd name="connsiteX133" fmla="*/ 318989 w 1605470"/>
              <a:gd name="connsiteY133" fmla="*/ 1016103 h 6858000"/>
              <a:gd name="connsiteX134" fmla="*/ 320445 w 1605470"/>
              <a:gd name="connsiteY134" fmla="*/ 932283 h 6858000"/>
              <a:gd name="connsiteX135" fmla="*/ 322681 w 1605470"/>
              <a:gd name="connsiteY135" fmla="*/ 915925 h 6858000"/>
              <a:gd name="connsiteX136" fmla="*/ 315310 w 1605470"/>
              <a:gd name="connsiteY136" fmla="*/ 896999 h 6858000"/>
              <a:gd name="connsiteX137" fmla="*/ 284718 w 1605470"/>
              <a:gd name="connsiteY137" fmla="*/ 821517 h 6858000"/>
              <a:gd name="connsiteX138" fmla="*/ 263668 w 1605470"/>
              <a:gd name="connsiteY138" fmla="*/ 751353 h 6858000"/>
              <a:gd name="connsiteX139" fmla="*/ 263226 w 1605470"/>
              <a:gd name="connsiteY139" fmla="*/ 721230 h 6858000"/>
              <a:gd name="connsiteX140" fmla="*/ 248897 w 1605470"/>
              <a:gd name="connsiteY140" fmla="*/ 681659 h 6858000"/>
              <a:gd name="connsiteX141" fmla="*/ 234316 w 1605470"/>
              <a:gd name="connsiteY141" fmla="*/ 635218 h 6858000"/>
              <a:gd name="connsiteX142" fmla="*/ 239327 w 1605470"/>
              <a:gd name="connsiteY142" fmla="*/ 613763 h 6858000"/>
              <a:gd name="connsiteX143" fmla="*/ 225269 w 1605470"/>
              <a:gd name="connsiteY143" fmla="*/ 598582 h 6858000"/>
              <a:gd name="connsiteX144" fmla="*/ 224950 w 1605470"/>
              <a:gd name="connsiteY144" fmla="*/ 576846 h 6858000"/>
              <a:gd name="connsiteX145" fmla="*/ 204576 w 1605470"/>
              <a:gd name="connsiteY145" fmla="*/ 530055 h 6858000"/>
              <a:gd name="connsiteX146" fmla="*/ 195012 w 1605470"/>
              <a:gd name="connsiteY146" fmla="*/ 448559 h 6858000"/>
              <a:gd name="connsiteX147" fmla="*/ 201434 w 1605470"/>
              <a:gd name="connsiteY147" fmla="*/ 441529 h 6858000"/>
              <a:gd name="connsiteX148" fmla="*/ 200655 w 1605470"/>
              <a:gd name="connsiteY148" fmla="*/ 428927 h 6858000"/>
              <a:gd name="connsiteX149" fmla="*/ 190059 w 1605470"/>
              <a:gd name="connsiteY149" fmla="*/ 430161 h 6858000"/>
              <a:gd name="connsiteX150" fmla="*/ 167079 w 1605470"/>
              <a:gd name="connsiteY150" fmla="*/ 367211 h 6858000"/>
              <a:gd name="connsiteX151" fmla="*/ 124571 w 1605470"/>
              <a:gd name="connsiteY151" fmla="*/ 302178 h 6858000"/>
              <a:gd name="connsiteX152" fmla="*/ 103243 w 1605470"/>
              <a:gd name="connsiteY152" fmla="*/ 211375 h 6858000"/>
              <a:gd name="connsiteX153" fmla="*/ 94571 w 1605470"/>
              <a:gd name="connsiteY153" fmla="*/ 184179 h 6858000"/>
              <a:gd name="connsiteX154" fmla="*/ 13437 w 1605470"/>
              <a:gd name="connsiteY154" fmla="*/ 19287 h 6858000"/>
              <a:gd name="connsiteX155" fmla="*/ 0 w 1605470"/>
              <a:gd name="connsiteY155" fmla="*/ 0 h 6858000"/>
              <a:gd name="connsiteX0" fmla="*/ 0 w 1605470"/>
              <a:gd name="connsiteY0" fmla="*/ 0 h 6858000"/>
              <a:gd name="connsiteX1" fmla="*/ 1605470 w 1605470"/>
              <a:gd name="connsiteY1" fmla="*/ 0 h 6858000"/>
              <a:gd name="connsiteX2" fmla="*/ 1605470 w 1605470"/>
              <a:gd name="connsiteY2" fmla="*/ 6858000 h 6858000"/>
              <a:gd name="connsiteX3" fmla="*/ 154105 w 1605470"/>
              <a:gd name="connsiteY3" fmla="*/ 6858000 h 6858000"/>
              <a:gd name="connsiteX4" fmla="*/ 154246 w 1605470"/>
              <a:gd name="connsiteY4" fmla="*/ 6857735 h 6858000"/>
              <a:gd name="connsiteX5" fmla="*/ 166295 w 1605470"/>
              <a:gd name="connsiteY5" fmla="*/ 6809549 h 6858000"/>
              <a:gd name="connsiteX6" fmla="*/ 198506 w 1605470"/>
              <a:gd name="connsiteY6" fmla="*/ 6715115 h 6858000"/>
              <a:gd name="connsiteX7" fmla="*/ 208357 w 1605470"/>
              <a:gd name="connsiteY7" fmla="*/ 6680170 h 6858000"/>
              <a:gd name="connsiteX8" fmla="*/ 233907 w 1605470"/>
              <a:gd name="connsiteY8" fmla="*/ 6621207 h 6858000"/>
              <a:gd name="connsiteX9" fmla="*/ 250564 w 1605470"/>
              <a:gd name="connsiteY9" fmla="*/ 6596265 h 6858000"/>
              <a:gd name="connsiteX10" fmla="*/ 250443 w 1605470"/>
              <a:gd name="connsiteY10" fmla="*/ 6594818 h 6858000"/>
              <a:gd name="connsiteX11" fmla="*/ 254688 w 1605470"/>
              <a:gd name="connsiteY11" fmla="*/ 6593735 h 6858000"/>
              <a:gd name="connsiteX12" fmla="*/ 257885 w 1605470"/>
              <a:gd name="connsiteY12" fmla="*/ 6589172 h 6858000"/>
              <a:gd name="connsiteX13" fmla="*/ 261179 w 1605470"/>
              <a:gd name="connsiteY13" fmla="*/ 6574442 h 6858000"/>
              <a:gd name="connsiteX14" fmla="*/ 261519 w 1605470"/>
              <a:gd name="connsiteY14" fmla="*/ 6568530 h 6858000"/>
              <a:gd name="connsiteX15" fmla="*/ 263928 w 1605470"/>
              <a:gd name="connsiteY15" fmla="*/ 6560674 h 6858000"/>
              <a:gd name="connsiteX16" fmla="*/ 264273 w 1605470"/>
              <a:gd name="connsiteY16" fmla="*/ 6560598 h 6858000"/>
              <a:gd name="connsiteX17" fmla="*/ 265970 w 1605470"/>
              <a:gd name="connsiteY17" fmla="*/ 6553006 h 6858000"/>
              <a:gd name="connsiteX18" fmla="*/ 270666 w 1605470"/>
              <a:gd name="connsiteY18" fmla="*/ 6514360 h 6858000"/>
              <a:gd name="connsiteX19" fmla="*/ 312320 w 1605470"/>
              <a:gd name="connsiteY19" fmla="*/ 6478062 h 6858000"/>
              <a:gd name="connsiteX20" fmla="*/ 323009 w 1605470"/>
              <a:gd name="connsiteY20" fmla="*/ 6460325 h 6858000"/>
              <a:gd name="connsiteX21" fmla="*/ 330242 w 1605470"/>
              <a:gd name="connsiteY21" fmla="*/ 6451488 h 6858000"/>
              <a:gd name="connsiteX22" fmla="*/ 331677 w 1605470"/>
              <a:gd name="connsiteY22" fmla="*/ 6451348 h 6858000"/>
              <a:gd name="connsiteX23" fmla="*/ 336035 w 1605470"/>
              <a:gd name="connsiteY23" fmla="*/ 6414240 h 6858000"/>
              <a:gd name="connsiteX24" fmla="*/ 338911 w 1605470"/>
              <a:gd name="connsiteY24" fmla="*/ 6410269 h 6858000"/>
              <a:gd name="connsiteX25" fmla="*/ 338811 w 1605470"/>
              <a:gd name="connsiteY25" fmla="*/ 6384857 h 6858000"/>
              <a:gd name="connsiteX26" fmla="*/ 340328 w 1605470"/>
              <a:gd name="connsiteY26" fmla="*/ 6372381 h 6858000"/>
              <a:gd name="connsiteX27" fmla="*/ 337522 w 1605470"/>
              <a:gd name="connsiteY27" fmla="*/ 6367510 h 6858000"/>
              <a:gd name="connsiteX28" fmla="*/ 341402 w 1605470"/>
              <a:gd name="connsiteY28" fmla="*/ 6349778 h 6858000"/>
              <a:gd name="connsiteX29" fmla="*/ 343067 w 1605470"/>
              <a:gd name="connsiteY29" fmla="*/ 6348250 h 6858000"/>
              <a:gd name="connsiteX30" fmla="*/ 359101 w 1605470"/>
              <a:gd name="connsiteY30" fmla="*/ 6281972 h 6858000"/>
              <a:gd name="connsiteX31" fmla="*/ 369864 w 1605470"/>
              <a:gd name="connsiteY31" fmla="*/ 6211940 h 6858000"/>
              <a:gd name="connsiteX32" fmla="*/ 411359 w 1605470"/>
              <a:gd name="connsiteY32" fmla="*/ 6113913 h 6858000"/>
              <a:gd name="connsiteX33" fmla="*/ 415652 w 1605470"/>
              <a:gd name="connsiteY33" fmla="*/ 6028119 h 6858000"/>
              <a:gd name="connsiteX34" fmla="*/ 442432 w 1605470"/>
              <a:gd name="connsiteY34" fmla="*/ 5934687 h 6858000"/>
              <a:gd name="connsiteX35" fmla="*/ 476444 w 1605470"/>
              <a:gd name="connsiteY35" fmla="*/ 5765594 h 6858000"/>
              <a:gd name="connsiteX36" fmla="*/ 508280 w 1605470"/>
              <a:gd name="connsiteY36" fmla="*/ 5693685 h 6858000"/>
              <a:gd name="connsiteX37" fmla="*/ 528335 w 1605470"/>
              <a:gd name="connsiteY37" fmla="*/ 5665173 h 6858000"/>
              <a:gd name="connsiteX38" fmla="*/ 562052 w 1605470"/>
              <a:gd name="connsiteY38" fmla="*/ 5563435 h 6858000"/>
              <a:gd name="connsiteX39" fmla="*/ 591557 w 1605470"/>
              <a:gd name="connsiteY39" fmla="*/ 5476393 h 6858000"/>
              <a:gd name="connsiteX40" fmla="*/ 622750 w 1605470"/>
              <a:gd name="connsiteY40" fmla="*/ 5396260 h 6858000"/>
              <a:gd name="connsiteX41" fmla="*/ 638731 w 1605470"/>
              <a:gd name="connsiteY41" fmla="*/ 5330009 h 6858000"/>
              <a:gd name="connsiteX42" fmla="*/ 672224 w 1605470"/>
              <a:gd name="connsiteY42" fmla="*/ 5273739 h 6858000"/>
              <a:gd name="connsiteX43" fmla="*/ 681823 w 1605470"/>
              <a:gd name="connsiteY43" fmla="*/ 5241779 h 6858000"/>
              <a:gd name="connsiteX44" fmla="*/ 693049 w 1605470"/>
              <a:gd name="connsiteY44" fmla="*/ 5225268 h 6858000"/>
              <a:gd name="connsiteX45" fmla="*/ 694069 w 1605470"/>
              <a:gd name="connsiteY45" fmla="*/ 5217684 h 6858000"/>
              <a:gd name="connsiteX46" fmla="*/ 701410 w 1605470"/>
              <a:gd name="connsiteY46" fmla="*/ 5193377 h 6858000"/>
              <a:gd name="connsiteX47" fmla="*/ 704713 w 1605470"/>
              <a:gd name="connsiteY47" fmla="*/ 5179288 h 6858000"/>
              <a:gd name="connsiteX48" fmla="*/ 705697 w 1605470"/>
              <a:gd name="connsiteY48" fmla="*/ 5173621 h 6858000"/>
              <a:gd name="connsiteX49" fmla="*/ 701331 w 1605470"/>
              <a:gd name="connsiteY49" fmla="*/ 5159961 h 6858000"/>
              <a:gd name="connsiteX50" fmla="*/ 708008 w 1605470"/>
              <a:gd name="connsiteY50" fmla="*/ 5144295 h 6858000"/>
              <a:gd name="connsiteX51" fmla="*/ 704941 w 1605470"/>
              <a:gd name="connsiteY51" fmla="*/ 5125185 h 6858000"/>
              <a:gd name="connsiteX52" fmla="*/ 711771 w 1605470"/>
              <a:gd name="connsiteY52" fmla="*/ 5121884 h 6858000"/>
              <a:gd name="connsiteX53" fmla="*/ 718807 w 1605470"/>
              <a:gd name="connsiteY53" fmla="*/ 5067850 h 6858000"/>
              <a:gd name="connsiteX54" fmla="*/ 721538 w 1605470"/>
              <a:gd name="connsiteY54" fmla="*/ 5060861 h 6858000"/>
              <a:gd name="connsiteX55" fmla="*/ 718242 w 1605470"/>
              <a:gd name="connsiteY55" fmla="*/ 5034192 h 6858000"/>
              <a:gd name="connsiteX56" fmla="*/ 719796 w 1605470"/>
              <a:gd name="connsiteY56" fmla="*/ 4993030 h 6858000"/>
              <a:gd name="connsiteX57" fmla="*/ 726705 w 1605470"/>
              <a:gd name="connsiteY57" fmla="*/ 4946844 h 6858000"/>
              <a:gd name="connsiteX58" fmla="*/ 722561 w 1605470"/>
              <a:gd name="connsiteY58" fmla="*/ 4932692 h 6858000"/>
              <a:gd name="connsiteX59" fmla="*/ 737964 w 1605470"/>
              <a:gd name="connsiteY59" fmla="*/ 4858827 h 6858000"/>
              <a:gd name="connsiteX60" fmla="*/ 732118 w 1605470"/>
              <a:gd name="connsiteY60" fmla="*/ 4801535 h 6858000"/>
              <a:gd name="connsiteX61" fmla="*/ 739787 w 1605470"/>
              <a:gd name="connsiteY61" fmla="*/ 4797794 h 6858000"/>
              <a:gd name="connsiteX62" fmla="*/ 741081 w 1605470"/>
              <a:gd name="connsiteY62" fmla="*/ 4784526 h 6858000"/>
              <a:gd name="connsiteX63" fmla="*/ 742865 w 1605470"/>
              <a:gd name="connsiteY63" fmla="*/ 4781211 h 6858000"/>
              <a:gd name="connsiteX64" fmla="*/ 751652 w 1605470"/>
              <a:gd name="connsiteY64" fmla="*/ 4761984 h 6858000"/>
              <a:gd name="connsiteX65" fmla="*/ 747700 w 1605470"/>
              <a:gd name="connsiteY65" fmla="*/ 4690749 h 6858000"/>
              <a:gd name="connsiteX66" fmla="*/ 743180 w 1605470"/>
              <a:gd name="connsiteY66" fmla="*/ 4584173 h 6858000"/>
              <a:gd name="connsiteX67" fmla="*/ 738263 w 1605470"/>
              <a:gd name="connsiteY67" fmla="*/ 4444346 h 6858000"/>
              <a:gd name="connsiteX68" fmla="*/ 734828 w 1605470"/>
              <a:gd name="connsiteY68" fmla="*/ 4375228 h 6858000"/>
              <a:gd name="connsiteX69" fmla="*/ 715481 w 1605470"/>
              <a:gd name="connsiteY69" fmla="*/ 4214165 h 6858000"/>
              <a:gd name="connsiteX70" fmla="*/ 719554 w 1605470"/>
              <a:gd name="connsiteY70" fmla="*/ 4090296 h 6858000"/>
              <a:gd name="connsiteX71" fmla="*/ 704810 w 1605470"/>
              <a:gd name="connsiteY71" fmla="*/ 4033999 h 6858000"/>
              <a:gd name="connsiteX72" fmla="*/ 705959 w 1605470"/>
              <a:gd name="connsiteY72" fmla="*/ 4031933 h 6858000"/>
              <a:gd name="connsiteX73" fmla="*/ 704535 w 1605470"/>
              <a:gd name="connsiteY73" fmla="*/ 4013953 h 6858000"/>
              <a:gd name="connsiteX74" fmla="*/ 690830 w 1605470"/>
              <a:gd name="connsiteY74" fmla="*/ 3974753 h 6858000"/>
              <a:gd name="connsiteX75" fmla="*/ 692428 w 1605470"/>
              <a:gd name="connsiteY75" fmla="*/ 3969950 h 6858000"/>
              <a:gd name="connsiteX76" fmla="*/ 685850 w 1605470"/>
              <a:gd name="connsiteY76" fmla="*/ 3933779 h 6858000"/>
              <a:gd name="connsiteX77" fmla="*/ 687181 w 1605470"/>
              <a:gd name="connsiteY77" fmla="*/ 3933093 h 6858000"/>
              <a:gd name="connsiteX78" fmla="*/ 691535 w 1605470"/>
              <a:gd name="connsiteY78" fmla="*/ 3922082 h 6858000"/>
              <a:gd name="connsiteX79" fmla="*/ 696613 w 1605470"/>
              <a:gd name="connsiteY79" fmla="*/ 3901461 h 6858000"/>
              <a:gd name="connsiteX80" fmla="*/ 719207 w 1605470"/>
              <a:gd name="connsiteY80" fmla="*/ 3813873 h 6858000"/>
              <a:gd name="connsiteX81" fmla="*/ 718632 w 1605470"/>
              <a:gd name="connsiteY81" fmla="*/ 3806161 h 6858000"/>
              <a:gd name="connsiteX82" fmla="*/ 718939 w 1605470"/>
              <a:gd name="connsiteY82" fmla="*/ 3805957 h 6858000"/>
              <a:gd name="connsiteX83" fmla="*/ 718966 w 1605470"/>
              <a:gd name="connsiteY83" fmla="*/ 3797724 h 6858000"/>
              <a:gd name="connsiteX84" fmla="*/ 717581 w 1605470"/>
              <a:gd name="connsiteY84" fmla="*/ 3792098 h 6858000"/>
              <a:gd name="connsiteX85" fmla="*/ 716465 w 1605470"/>
              <a:gd name="connsiteY85" fmla="*/ 3777135 h 6858000"/>
              <a:gd name="connsiteX86" fmla="*/ 718198 w 1605470"/>
              <a:gd name="connsiteY86" fmla="*/ 3771656 h 6858000"/>
              <a:gd name="connsiteX87" fmla="*/ 721941 w 1605470"/>
              <a:gd name="connsiteY87" fmla="*/ 3769007 h 6858000"/>
              <a:gd name="connsiteX88" fmla="*/ 721407 w 1605470"/>
              <a:gd name="connsiteY88" fmla="*/ 3767709 h 6858000"/>
              <a:gd name="connsiteX89" fmla="*/ 730103 w 1605470"/>
              <a:gd name="connsiteY89" fmla="*/ 3738082 h 6858000"/>
              <a:gd name="connsiteX90" fmla="*/ 737449 w 1605470"/>
              <a:gd name="connsiteY90" fmla="*/ 3673397 h 6858000"/>
              <a:gd name="connsiteX91" fmla="*/ 736745 w 1605470"/>
              <a:gd name="connsiteY91" fmla="*/ 3637109 h 6858000"/>
              <a:gd name="connsiteX92" fmla="*/ 740188 w 1605470"/>
              <a:gd name="connsiteY92" fmla="*/ 3536883 h 6858000"/>
              <a:gd name="connsiteX93" fmla="*/ 747726 w 1605470"/>
              <a:gd name="connsiteY93" fmla="*/ 3435652 h 6858000"/>
              <a:gd name="connsiteX94" fmla="*/ 749397 w 1605470"/>
              <a:gd name="connsiteY94" fmla="*/ 3307769 h 6858000"/>
              <a:gd name="connsiteX95" fmla="*/ 766960 w 1605470"/>
              <a:gd name="connsiteY95" fmla="*/ 3250522 h 6858000"/>
              <a:gd name="connsiteX96" fmla="*/ 767385 w 1605470"/>
              <a:gd name="connsiteY96" fmla="*/ 3229163 h 6858000"/>
              <a:gd name="connsiteX97" fmla="*/ 769208 w 1605470"/>
              <a:gd name="connsiteY97" fmla="*/ 3217217 h 6858000"/>
              <a:gd name="connsiteX98" fmla="*/ 756043 w 1605470"/>
              <a:gd name="connsiteY98" fmla="*/ 3183755 h 6858000"/>
              <a:gd name="connsiteX99" fmla="*/ 756544 w 1605470"/>
              <a:gd name="connsiteY99" fmla="*/ 3178642 h 6858000"/>
              <a:gd name="connsiteX100" fmla="*/ 744144 w 1605470"/>
              <a:gd name="connsiteY100" fmla="*/ 3158586 h 6858000"/>
              <a:gd name="connsiteX101" fmla="*/ 729329 w 1605470"/>
              <a:gd name="connsiteY101" fmla="*/ 3129034 h 6858000"/>
              <a:gd name="connsiteX102" fmla="*/ 729994 w 1605470"/>
              <a:gd name="connsiteY102" fmla="*/ 3126682 h 6858000"/>
              <a:gd name="connsiteX103" fmla="*/ 720862 w 1605470"/>
              <a:gd name="connsiteY103" fmla="*/ 3114519 h 6858000"/>
              <a:gd name="connsiteX104" fmla="*/ 707471 w 1605470"/>
              <a:gd name="connsiteY104" fmla="*/ 3106272 h 6858000"/>
              <a:gd name="connsiteX105" fmla="*/ 680201 w 1605470"/>
              <a:gd name="connsiteY105" fmla="*/ 2958185 h 6858000"/>
              <a:gd name="connsiteX106" fmla="*/ 622815 w 1605470"/>
              <a:gd name="connsiteY106" fmla="*/ 2762989 h 6858000"/>
              <a:gd name="connsiteX107" fmla="*/ 571733 w 1605470"/>
              <a:gd name="connsiteY107" fmla="*/ 2554718 h 6858000"/>
              <a:gd name="connsiteX108" fmla="*/ 551827 w 1605470"/>
              <a:gd name="connsiteY108" fmla="*/ 2485734 h 6858000"/>
              <a:gd name="connsiteX109" fmla="*/ 542550 w 1605470"/>
              <a:gd name="connsiteY109" fmla="*/ 2447068 h 6858000"/>
              <a:gd name="connsiteX110" fmla="*/ 529511 w 1605470"/>
              <a:gd name="connsiteY110" fmla="*/ 2425819 h 6858000"/>
              <a:gd name="connsiteX111" fmla="*/ 535510 w 1605470"/>
              <a:gd name="connsiteY111" fmla="*/ 2402874 h 6858000"/>
              <a:gd name="connsiteX112" fmla="*/ 538122 w 1605470"/>
              <a:gd name="connsiteY112" fmla="*/ 2381443 h 6858000"/>
              <a:gd name="connsiteX113" fmla="*/ 514451 w 1605470"/>
              <a:gd name="connsiteY113" fmla="*/ 2261920 h 6858000"/>
              <a:gd name="connsiteX114" fmla="*/ 504338 w 1605470"/>
              <a:gd name="connsiteY114" fmla="*/ 2195378 h 6858000"/>
              <a:gd name="connsiteX115" fmla="*/ 488555 w 1605470"/>
              <a:gd name="connsiteY115" fmla="*/ 2155135 h 6858000"/>
              <a:gd name="connsiteX116" fmla="*/ 486013 w 1605470"/>
              <a:gd name="connsiteY116" fmla="*/ 2118008 h 6858000"/>
              <a:gd name="connsiteX117" fmla="*/ 487006 w 1605470"/>
              <a:gd name="connsiteY117" fmla="*/ 2050531 h 6858000"/>
              <a:gd name="connsiteX118" fmla="*/ 478812 w 1605470"/>
              <a:gd name="connsiteY118" fmla="*/ 1963269 h 6858000"/>
              <a:gd name="connsiteX119" fmla="*/ 459990 w 1605470"/>
              <a:gd name="connsiteY119" fmla="*/ 1906352 h 6858000"/>
              <a:gd name="connsiteX120" fmla="*/ 436547 w 1605470"/>
              <a:gd name="connsiteY120" fmla="*/ 1861531 h 6858000"/>
              <a:gd name="connsiteX121" fmla="*/ 390346 w 1605470"/>
              <a:gd name="connsiteY121" fmla="*/ 1732919 h 6858000"/>
              <a:gd name="connsiteX122" fmla="*/ 362657 w 1605470"/>
              <a:gd name="connsiteY122" fmla="*/ 1663540 h 6858000"/>
              <a:gd name="connsiteX123" fmla="*/ 361783 w 1605470"/>
              <a:gd name="connsiteY123" fmla="*/ 1615777 h 6858000"/>
              <a:gd name="connsiteX124" fmla="*/ 342578 w 1605470"/>
              <a:gd name="connsiteY124" fmla="*/ 1563678 h 6858000"/>
              <a:gd name="connsiteX125" fmla="*/ 355658 w 1605470"/>
              <a:gd name="connsiteY125" fmla="*/ 1519474 h 6858000"/>
              <a:gd name="connsiteX126" fmla="*/ 348400 w 1605470"/>
              <a:gd name="connsiteY126" fmla="*/ 1477995 h 6858000"/>
              <a:gd name="connsiteX127" fmla="*/ 334485 w 1605470"/>
              <a:gd name="connsiteY127" fmla="*/ 1373769 h 6858000"/>
              <a:gd name="connsiteX128" fmla="*/ 342792 w 1605470"/>
              <a:gd name="connsiteY128" fmla="*/ 1307086 h 6858000"/>
              <a:gd name="connsiteX129" fmla="*/ 343980 w 1605470"/>
              <a:gd name="connsiteY129" fmla="*/ 1189033 h 6858000"/>
              <a:gd name="connsiteX130" fmla="*/ 348665 w 1605470"/>
              <a:gd name="connsiteY130" fmla="*/ 1168288 h 6858000"/>
              <a:gd name="connsiteX131" fmla="*/ 340947 w 1605470"/>
              <a:gd name="connsiteY131" fmla="*/ 1142577 h 6858000"/>
              <a:gd name="connsiteX132" fmla="*/ 330253 w 1605470"/>
              <a:gd name="connsiteY132" fmla="*/ 1088484 h 6858000"/>
              <a:gd name="connsiteX133" fmla="*/ 318989 w 1605470"/>
              <a:gd name="connsiteY133" fmla="*/ 1016103 h 6858000"/>
              <a:gd name="connsiteX134" fmla="*/ 320445 w 1605470"/>
              <a:gd name="connsiteY134" fmla="*/ 932283 h 6858000"/>
              <a:gd name="connsiteX135" fmla="*/ 322681 w 1605470"/>
              <a:gd name="connsiteY135" fmla="*/ 915925 h 6858000"/>
              <a:gd name="connsiteX136" fmla="*/ 315310 w 1605470"/>
              <a:gd name="connsiteY136" fmla="*/ 896999 h 6858000"/>
              <a:gd name="connsiteX137" fmla="*/ 284718 w 1605470"/>
              <a:gd name="connsiteY137" fmla="*/ 821517 h 6858000"/>
              <a:gd name="connsiteX138" fmla="*/ 263668 w 1605470"/>
              <a:gd name="connsiteY138" fmla="*/ 751353 h 6858000"/>
              <a:gd name="connsiteX139" fmla="*/ 263226 w 1605470"/>
              <a:gd name="connsiteY139" fmla="*/ 721230 h 6858000"/>
              <a:gd name="connsiteX140" fmla="*/ 248897 w 1605470"/>
              <a:gd name="connsiteY140" fmla="*/ 681659 h 6858000"/>
              <a:gd name="connsiteX141" fmla="*/ 234316 w 1605470"/>
              <a:gd name="connsiteY141" fmla="*/ 635218 h 6858000"/>
              <a:gd name="connsiteX142" fmla="*/ 239327 w 1605470"/>
              <a:gd name="connsiteY142" fmla="*/ 613763 h 6858000"/>
              <a:gd name="connsiteX143" fmla="*/ 225269 w 1605470"/>
              <a:gd name="connsiteY143" fmla="*/ 598582 h 6858000"/>
              <a:gd name="connsiteX144" fmla="*/ 224950 w 1605470"/>
              <a:gd name="connsiteY144" fmla="*/ 576846 h 6858000"/>
              <a:gd name="connsiteX145" fmla="*/ 204576 w 1605470"/>
              <a:gd name="connsiteY145" fmla="*/ 530055 h 6858000"/>
              <a:gd name="connsiteX146" fmla="*/ 195012 w 1605470"/>
              <a:gd name="connsiteY146" fmla="*/ 448559 h 6858000"/>
              <a:gd name="connsiteX147" fmla="*/ 201434 w 1605470"/>
              <a:gd name="connsiteY147" fmla="*/ 441529 h 6858000"/>
              <a:gd name="connsiteX148" fmla="*/ 200655 w 1605470"/>
              <a:gd name="connsiteY148" fmla="*/ 428927 h 6858000"/>
              <a:gd name="connsiteX149" fmla="*/ 190059 w 1605470"/>
              <a:gd name="connsiteY149" fmla="*/ 430161 h 6858000"/>
              <a:gd name="connsiteX150" fmla="*/ 167079 w 1605470"/>
              <a:gd name="connsiteY150" fmla="*/ 367211 h 6858000"/>
              <a:gd name="connsiteX151" fmla="*/ 124571 w 1605470"/>
              <a:gd name="connsiteY151" fmla="*/ 302178 h 6858000"/>
              <a:gd name="connsiteX152" fmla="*/ 103243 w 1605470"/>
              <a:gd name="connsiteY152" fmla="*/ 211375 h 6858000"/>
              <a:gd name="connsiteX153" fmla="*/ 94571 w 1605470"/>
              <a:gd name="connsiteY153" fmla="*/ 184179 h 6858000"/>
              <a:gd name="connsiteX154" fmla="*/ 48685 w 1605470"/>
              <a:gd name="connsiteY154" fmla="*/ 13677 h 6858000"/>
              <a:gd name="connsiteX155" fmla="*/ 0 w 1605470"/>
              <a:gd name="connsiteY155" fmla="*/ 0 h 6858000"/>
              <a:gd name="connsiteX0" fmla="*/ 48246 w 1556785"/>
              <a:gd name="connsiteY0" fmla="*/ 0 h 6858000"/>
              <a:gd name="connsiteX1" fmla="*/ 1556785 w 1556785"/>
              <a:gd name="connsiteY1" fmla="*/ 0 h 6858000"/>
              <a:gd name="connsiteX2" fmla="*/ 1556785 w 1556785"/>
              <a:gd name="connsiteY2" fmla="*/ 6858000 h 6858000"/>
              <a:gd name="connsiteX3" fmla="*/ 105420 w 1556785"/>
              <a:gd name="connsiteY3" fmla="*/ 6858000 h 6858000"/>
              <a:gd name="connsiteX4" fmla="*/ 105561 w 1556785"/>
              <a:gd name="connsiteY4" fmla="*/ 6857735 h 6858000"/>
              <a:gd name="connsiteX5" fmla="*/ 117610 w 1556785"/>
              <a:gd name="connsiteY5" fmla="*/ 6809549 h 6858000"/>
              <a:gd name="connsiteX6" fmla="*/ 149821 w 1556785"/>
              <a:gd name="connsiteY6" fmla="*/ 6715115 h 6858000"/>
              <a:gd name="connsiteX7" fmla="*/ 159672 w 1556785"/>
              <a:gd name="connsiteY7" fmla="*/ 6680170 h 6858000"/>
              <a:gd name="connsiteX8" fmla="*/ 185222 w 1556785"/>
              <a:gd name="connsiteY8" fmla="*/ 6621207 h 6858000"/>
              <a:gd name="connsiteX9" fmla="*/ 201879 w 1556785"/>
              <a:gd name="connsiteY9" fmla="*/ 6596265 h 6858000"/>
              <a:gd name="connsiteX10" fmla="*/ 201758 w 1556785"/>
              <a:gd name="connsiteY10" fmla="*/ 6594818 h 6858000"/>
              <a:gd name="connsiteX11" fmla="*/ 206003 w 1556785"/>
              <a:gd name="connsiteY11" fmla="*/ 6593735 h 6858000"/>
              <a:gd name="connsiteX12" fmla="*/ 209200 w 1556785"/>
              <a:gd name="connsiteY12" fmla="*/ 6589172 h 6858000"/>
              <a:gd name="connsiteX13" fmla="*/ 212494 w 1556785"/>
              <a:gd name="connsiteY13" fmla="*/ 6574442 h 6858000"/>
              <a:gd name="connsiteX14" fmla="*/ 212834 w 1556785"/>
              <a:gd name="connsiteY14" fmla="*/ 6568530 h 6858000"/>
              <a:gd name="connsiteX15" fmla="*/ 215243 w 1556785"/>
              <a:gd name="connsiteY15" fmla="*/ 6560674 h 6858000"/>
              <a:gd name="connsiteX16" fmla="*/ 215588 w 1556785"/>
              <a:gd name="connsiteY16" fmla="*/ 6560598 h 6858000"/>
              <a:gd name="connsiteX17" fmla="*/ 217285 w 1556785"/>
              <a:gd name="connsiteY17" fmla="*/ 6553006 h 6858000"/>
              <a:gd name="connsiteX18" fmla="*/ 221981 w 1556785"/>
              <a:gd name="connsiteY18" fmla="*/ 6514360 h 6858000"/>
              <a:gd name="connsiteX19" fmla="*/ 263635 w 1556785"/>
              <a:gd name="connsiteY19" fmla="*/ 6478062 h 6858000"/>
              <a:gd name="connsiteX20" fmla="*/ 274324 w 1556785"/>
              <a:gd name="connsiteY20" fmla="*/ 6460325 h 6858000"/>
              <a:gd name="connsiteX21" fmla="*/ 281557 w 1556785"/>
              <a:gd name="connsiteY21" fmla="*/ 6451488 h 6858000"/>
              <a:gd name="connsiteX22" fmla="*/ 282992 w 1556785"/>
              <a:gd name="connsiteY22" fmla="*/ 6451348 h 6858000"/>
              <a:gd name="connsiteX23" fmla="*/ 287350 w 1556785"/>
              <a:gd name="connsiteY23" fmla="*/ 6414240 h 6858000"/>
              <a:gd name="connsiteX24" fmla="*/ 290226 w 1556785"/>
              <a:gd name="connsiteY24" fmla="*/ 6410269 h 6858000"/>
              <a:gd name="connsiteX25" fmla="*/ 290126 w 1556785"/>
              <a:gd name="connsiteY25" fmla="*/ 6384857 h 6858000"/>
              <a:gd name="connsiteX26" fmla="*/ 291643 w 1556785"/>
              <a:gd name="connsiteY26" fmla="*/ 6372381 h 6858000"/>
              <a:gd name="connsiteX27" fmla="*/ 288837 w 1556785"/>
              <a:gd name="connsiteY27" fmla="*/ 6367510 h 6858000"/>
              <a:gd name="connsiteX28" fmla="*/ 292717 w 1556785"/>
              <a:gd name="connsiteY28" fmla="*/ 6349778 h 6858000"/>
              <a:gd name="connsiteX29" fmla="*/ 294382 w 1556785"/>
              <a:gd name="connsiteY29" fmla="*/ 6348250 h 6858000"/>
              <a:gd name="connsiteX30" fmla="*/ 310416 w 1556785"/>
              <a:gd name="connsiteY30" fmla="*/ 6281972 h 6858000"/>
              <a:gd name="connsiteX31" fmla="*/ 321179 w 1556785"/>
              <a:gd name="connsiteY31" fmla="*/ 6211940 h 6858000"/>
              <a:gd name="connsiteX32" fmla="*/ 362674 w 1556785"/>
              <a:gd name="connsiteY32" fmla="*/ 6113913 h 6858000"/>
              <a:gd name="connsiteX33" fmla="*/ 366967 w 1556785"/>
              <a:gd name="connsiteY33" fmla="*/ 6028119 h 6858000"/>
              <a:gd name="connsiteX34" fmla="*/ 393747 w 1556785"/>
              <a:gd name="connsiteY34" fmla="*/ 5934687 h 6858000"/>
              <a:gd name="connsiteX35" fmla="*/ 427759 w 1556785"/>
              <a:gd name="connsiteY35" fmla="*/ 5765594 h 6858000"/>
              <a:gd name="connsiteX36" fmla="*/ 459595 w 1556785"/>
              <a:gd name="connsiteY36" fmla="*/ 5693685 h 6858000"/>
              <a:gd name="connsiteX37" fmla="*/ 479650 w 1556785"/>
              <a:gd name="connsiteY37" fmla="*/ 5665173 h 6858000"/>
              <a:gd name="connsiteX38" fmla="*/ 513367 w 1556785"/>
              <a:gd name="connsiteY38" fmla="*/ 5563435 h 6858000"/>
              <a:gd name="connsiteX39" fmla="*/ 542872 w 1556785"/>
              <a:gd name="connsiteY39" fmla="*/ 5476393 h 6858000"/>
              <a:gd name="connsiteX40" fmla="*/ 574065 w 1556785"/>
              <a:gd name="connsiteY40" fmla="*/ 5396260 h 6858000"/>
              <a:gd name="connsiteX41" fmla="*/ 590046 w 1556785"/>
              <a:gd name="connsiteY41" fmla="*/ 5330009 h 6858000"/>
              <a:gd name="connsiteX42" fmla="*/ 623539 w 1556785"/>
              <a:gd name="connsiteY42" fmla="*/ 5273739 h 6858000"/>
              <a:gd name="connsiteX43" fmla="*/ 633138 w 1556785"/>
              <a:gd name="connsiteY43" fmla="*/ 5241779 h 6858000"/>
              <a:gd name="connsiteX44" fmla="*/ 644364 w 1556785"/>
              <a:gd name="connsiteY44" fmla="*/ 5225268 h 6858000"/>
              <a:gd name="connsiteX45" fmla="*/ 645384 w 1556785"/>
              <a:gd name="connsiteY45" fmla="*/ 5217684 h 6858000"/>
              <a:gd name="connsiteX46" fmla="*/ 652725 w 1556785"/>
              <a:gd name="connsiteY46" fmla="*/ 5193377 h 6858000"/>
              <a:gd name="connsiteX47" fmla="*/ 656028 w 1556785"/>
              <a:gd name="connsiteY47" fmla="*/ 5179288 h 6858000"/>
              <a:gd name="connsiteX48" fmla="*/ 657012 w 1556785"/>
              <a:gd name="connsiteY48" fmla="*/ 5173621 h 6858000"/>
              <a:gd name="connsiteX49" fmla="*/ 652646 w 1556785"/>
              <a:gd name="connsiteY49" fmla="*/ 5159961 h 6858000"/>
              <a:gd name="connsiteX50" fmla="*/ 659323 w 1556785"/>
              <a:gd name="connsiteY50" fmla="*/ 5144295 h 6858000"/>
              <a:gd name="connsiteX51" fmla="*/ 656256 w 1556785"/>
              <a:gd name="connsiteY51" fmla="*/ 5125185 h 6858000"/>
              <a:gd name="connsiteX52" fmla="*/ 663086 w 1556785"/>
              <a:gd name="connsiteY52" fmla="*/ 5121884 h 6858000"/>
              <a:gd name="connsiteX53" fmla="*/ 670122 w 1556785"/>
              <a:gd name="connsiteY53" fmla="*/ 5067850 h 6858000"/>
              <a:gd name="connsiteX54" fmla="*/ 672853 w 1556785"/>
              <a:gd name="connsiteY54" fmla="*/ 5060861 h 6858000"/>
              <a:gd name="connsiteX55" fmla="*/ 669557 w 1556785"/>
              <a:gd name="connsiteY55" fmla="*/ 5034192 h 6858000"/>
              <a:gd name="connsiteX56" fmla="*/ 671111 w 1556785"/>
              <a:gd name="connsiteY56" fmla="*/ 4993030 h 6858000"/>
              <a:gd name="connsiteX57" fmla="*/ 678020 w 1556785"/>
              <a:gd name="connsiteY57" fmla="*/ 4946844 h 6858000"/>
              <a:gd name="connsiteX58" fmla="*/ 673876 w 1556785"/>
              <a:gd name="connsiteY58" fmla="*/ 4932692 h 6858000"/>
              <a:gd name="connsiteX59" fmla="*/ 689279 w 1556785"/>
              <a:gd name="connsiteY59" fmla="*/ 4858827 h 6858000"/>
              <a:gd name="connsiteX60" fmla="*/ 683433 w 1556785"/>
              <a:gd name="connsiteY60" fmla="*/ 4801535 h 6858000"/>
              <a:gd name="connsiteX61" fmla="*/ 691102 w 1556785"/>
              <a:gd name="connsiteY61" fmla="*/ 4797794 h 6858000"/>
              <a:gd name="connsiteX62" fmla="*/ 692396 w 1556785"/>
              <a:gd name="connsiteY62" fmla="*/ 4784526 h 6858000"/>
              <a:gd name="connsiteX63" fmla="*/ 694180 w 1556785"/>
              <a:gd name="connsiteY63" fmla="*/ 4781211 h 6858000"/>
              <a:gd name="connsiteX64" fmla="*/ 702967 w 1556785"/>
              <a:gd name="connsiteY64" fmla="*/ 4761984 h 6858000"/>
              <a:gd name="connsiteX65" fmla="*/ 699015 w 1556785"/>
              <a:gd name="connsiteY65" fmla="*/ 4690749 h 6858000"/>
              <a:gd name="connsiteX66" fmla="*/ 694495 w 1556785"/>
              <a:gd name="connsiteY66" fmla="*/ 4584173 h 6858000"/>
              <a:gd name="connsiteX67" fmla="*/ 689578 w 1556785"/>
              <a:gd name="connsiteY67" fmla="*/ 4444346 h 6858000"/>
              <a:gd name="connsiteX68" fmla="*/ 686143 w 1556785"/>
              <a:gd name="connsiteY68" fmla="*/ 4375228 h 6858000"/>
              <a:gd name="connsiteX69" fmla="*/ 666796 w 1556785"/>
              <a:gd name="connsiteY69" fmla="*/ 4214165 h 6858000"/>
              <a:gd name="connsiteX70" fmla="*/ 670869 w 1556785"/>
              <a:gd name="connsiteY70" fmla="*/ 4090296 h 6858000"/>
              <a:gd name="connsiteX71" fmla="*/ 656125 w 1556785"/>
              <a:gd name="connsiteY71" fmla="*/ 4033999 h 6858000"/>
              <a:gd name="connsiteX72" fmla="*/ 657274 w 1556785"/>
              <a:gd name="connsiteY72" fmla="*/ 4031933 h 6858000"/>
              <a:gd name="connsiteX73" fmla="*/ 655850 w 1556785"/>
              <a:gd name="connsiteY73" fmla="*/ 4013953 h 6858000"/>
              <a:gd name="connsiteX74" fmla="*/ 642145 w 1556785"/>
              <a:gd name="connsiteY74" fmla="*/ 3974753 h 6858000"/>
              <a:gd name="connsiteX75" fmla="*/ 643743 w 1556785"/>
              <a:gd name="connsiteY75" fmla="*/ 3969950 h 6858000"/>
              <a:gd name="connsiteX76" fmla="*/ 637165 w 1556785"/>
              <a:gd name="connsiteY76" fmla="*/ 3933779 h 6858000"/>
              <a:gd name="connsiteX77" fmla="*/ 638496 w 1556785"/>
              <a:gd name="connsiteY77" fmla="*/ 3933093 h 6858000"/>
              <a:gd name="connsiteX78" fmla="*/ 642850 w 1556785"/>
              <a:gd name="connsiteY78" fmla="*/ 3922082 h 6858000"/>
              <a:gd name="connsiteX79" fmla="*/ 647928 w 1556785"/>
              <a:gd name="connsiteY79" fmla="*/ 3901461 h 6858000"/>
              <a:gd name="connsiteX80" fmla="*/ 670522 w 1556785"/>
              <a:gd name="connsiteY80" fmla="*/ 3813873 h 6858000"/>
              <a:gd name="connsiteX81" fmla="*/ 669947 w 1556785"/>
              <a:gd name="connsiteY81" fmla="*/ 3806161 h 6858000"/>
              <a:gd name="connsiteX82" fmla="*/ 670254 w 1556785"/>
              <a:gd name="connsiteY82" fmla="*/ 3805957 h 6858000"/>
              <a:gd name="connsiteX83" fmla="*/ 670281 w 1556785"/>
              <a:gd name="connsiteY83" fmla="*/ 3797724 h 6858000"/>
              <a:gd name="connsiteX84" fmla="*/ 668896 w 1556785"/>
              <a:gd name="connsiteY84" fmla="*/ 3792098 h 6858000"/>
              <a:gd name="connsiteX85" fmla="*/ 667780 w 1556785"/>
              <a:gd name="connsiteY85" fmla="*/ 3777135 h 6858000"/>
              <a:gd name="connsiteX86" fmla="*/ 669513 w 1556785"/>
              <a:gd name="connsiteY86" fmla="*/ 3771656 h 6858000"/>
              <a:gd name="connsiteX87" fmla="*/ 673256 w 1556785"/>
              <a:gd name="connsiteY87" fmla="*/ 3769007 h 6858000"/>
              <a:gd name="connsiteX88" fmla="*/ 672722 w 1556785"/>
              <a:gd name="connsiteY88" fmla="*/ 3767709 h 6858000"/>
              <a:gd name="connsiteX89" fmla="*/ 681418 w 1556785"/>
              <a:gd name="connsiteY89" fmla="*/ 3738082 h 6858000"/>
              <a:gd name="connsiteX90" fmla="*/ 688764 w 1556785"/>
              <a:gd name="connsiteY90" fmla="*/ 3673397 h 6858000"/>
              <a:gd name="connsiteX91" fmla="*/ 688060 w 1556785"/>
              <a:gd name="connsiteY91" fmla="*/ 3637109 h 6858000"/>
              <a:gd name="connsiteX92" fmla="*/ 691503 w 1556785"/>
              <a:gd name="connsiteY92" fmla="*/ 3536883 h 6858000"/>
              <a:gd name="connsiteX93" fmla="*/ 699041 w 1556785"/>
              <a:gd name="connsiteY93" fmla="*/ 3435652 h 6858000"/>
              <a:gd name="connsiteX94" fmla="*/ 700712 w 1556785"/>
              <a:gd name="connsiteY94" fmla="*/ 3307769 h 6858000"/>
              <a:gd name="connsiteX95" fmla="*/ 718275 w 1556785"/>
              <a:gd name="connsiteY95" fmla="*/ 3250522 h 6858000"/>
              <a:gd name="connsiteX96" fmla="*/ 718700 w 1556785"/>
              <a:gd name="connsiteY96" fmla="*/ 3229163 h 6858000"/>
              <a:gd name="connsiteX97" fmla="*/ 720523 w 1556785"/>
              <a:gd name="connsiteY97" fmla="*/ 3217217 h 6858000"/>
              <a:gd name="connsiteX98" fmla="*/ 707358 w 1556785"/>
              <a:gd name="connsiteY98" fmla="*/ 3183755 h 6858000"/>
              <a:gd name="connsiteX99" fmla="*/ 707859 w 1556785"/>
              <a:gd name="connsiteY99" fmla="*/ 3178642 h 6858000"/>
              <a:gd name="connsiteX100" fmla="*/ 695459 w 1556785"/>
              <a:gd name="connsiteY100" fmla="*/ 3158586 h 6858000"/>
              <a:gd name="connsiteX101" fmla="*/ 680644 w 1556785"/>
              <a:gd name="connsiteY101" fmla="*/ 3129034 h 6858000"/>
              <a:gd name="connsiteX102" fmla="*/ 681309 w 1556785"/>
              <a:gd name="connsiteY102" fmla="*/ 3126682 h 6858000"/>
              <a:gd name="connsiteX103" fmla="*/ 672177 w 1556785"/>
              <a:gd name="connsiteY103" fmla="*/ 3114519 h 6858000"/>
              <a:gd name="connsiteX104" fmla="*/ 658786 w 1556785"/>
              <a:gd name="connsiteY104" fmla="*/ 3106272 h 6858000"/>
              <a:gd name="connsiteX105" fmla="*/ 631516 w 1556785"/>
              <a:gd name="connsiteY105" fmla="*/ 2958185 h 6858000"/>
              <a:gd name="connsiteX106" fmla="*/ 574130 w 1556785"/>
              <a:gd name="connsiteY106" fmla="*/ 2762989 h 6858000"/>
              <a:gd name="connsiteX107" fmla="*/ 523048 w 1556785"/>
              <a:gd name="connsiteY107" fmla="*/ 2554718 h 6858000"/>
              <a:gd name="connsiteX108" fmla="*/ 503142 w 1556785"/>
              <a:gd name="connsiteY108" fmla="*/ 2485734 h 6858000"/>
              <a:gd name="connsiteX109" fmla="*/ 493865 w 1556785"/>
              <a:gd name="connsiteY109" fmla="*/ 2447068 h 6858000"/>
              <a:gd name="connsiteX110" fmla="*/ 480826 w 1556785"/>
              <a:gd name="connsiteY110" fmla="*/ 2425819 h 6858000"/>
              <a:gd name="connsiteX111" fmla="*/ 486825 w 1556785"/>
              <a:gd name="connsiteY111" fmla="*/ 2402874 h 6858000"/>
              <a:gd name="connsiteX112" fmla="*/ 489437 w 1556785"/>
              <a:gd name="connsiteY112" fmla="*/ 2381443 h 6858000"/>
              <a:gd name="connsiteX113" fmla="*/ 465766 w 1556785"/>
              <a:gd name="connsiteY113" fmla="*/ 2261920 h 6858000"/>
              <a:gd name="connsiteX114" fmla="*/ 455653 w 1556785"/>
              <a:gd name="connsiteY114" fmla="*/ 2195378 h 6858000"/>
              <a:gd name="connsiteX115" fmla="*/ 439870 w 1556785"/>
              <a:gd name="connsiteY115" fmla="*/ 2155135 h 6858000"/>
              <a:gd name="connsiteX116" fmla="*/ 437328 w 1556785"/>
              <a:gd name="connsiteY116" fmla="*/ 2118008 h 6858000"/>
              <a:gd name="connsiteX117" fmla="*/ 438321 w 1556785"/>
              <a:gd name="connsiteY117" fmla="*/ 2050531 h 6858000"/>
              <a:gd name="connsiteX118" fmla="*/ 430127 w 1556785"/>
              <a:gd name="connsiteY118" fmla="*/ 1963269 h 6858000"/>
              <a:gd name="connsiteX119" fmla="*/ 411305 w 1556785"/>
              <a:gd name="connsiteY119" fmla="*/ 1906352 h 6858000"/>
              <a:gd name="connsiteX120" fmla="*/ 387862 w 1556785"/>
              <a:gd name="connsiteY120" fmla="*/ 1861531 h 6858000"/>
              <a:gd name="connsiteX121" fmla="*/ 341661 w 1556785"/>
              <a:gd name="connsiteY121" fmla="*/ 1732919 h 6858000"/>
              <a:gd name="connsiteX122" fmla="*/ 313972 w 1556785"/>
              <a:gd name="connsiteY122" fmla="*/ 1663540 h 6858000"/>
              <a:gd name="connsiteX123" fmla="*/ 313098 w 1556785"/>
              <a:gd name="connsiteY123" fmla="*/ 1615777 h 6858000"/>
              <a:gd name="connsiteX124" fmla="*/ 293893 w 1556785"/>
              <a:gd name="connsiteY124" fmla="*/ 1563678 h 6858000"/>
              <a:gd name="connsiteX125" fmla="*/ 306973 w 1556785"/>
              <a:gd name="connsiteY125" fmla="*/ 1519474 h 6858000"/>
              <a:gd name="connsiteX126" fmla="*/ 299715 w 1556785"/>
              <a:gd name="connsiteY126" fmla="*/ 1477995 h 6858000"/>
              <a:gd name="connsiteX127" fmla="*/ 285800 w 1556785"/>
              <a:gd name="connsiteY127" fmla="*/ 1373769 h 6858000"/>
              <a:gd name="connsiteX128" fmla="*/ 294107 w 1556785"/>
              <a:gd name="connsiteY128" fmla="*/ 1307086 h 6858000"/>
              <a:gd name="connsiteX129" fmla="*/ 295295 w 1556785"/>
              <a:gd name="connsiteY129" fmla="*/ 1189033 h 6858000"/>
              <a:gd name="connsiteX130" fmla="*/ 299980 w 1556785"/>
              <a:gd name="connsiteY130" fmla="*/ 1168288 h 6858000"/>
              <a:gd name="connsiteX131" fmla="*/ 292262 w 1556785"/>
              <a:gd name="connsiteY131" fmla="*/ 1142577 h 6858000"/>
              <a:gd name="connsiteX132" fmla="*/ 281568 w 1556785"/>
              <a:gd name="connsiteY132" fmla="*/ 1088484 h 6858000"/>
              <a:gd name="connsiteX133" fmla="*/ 270304 w 1556785"/>
              <a:gd name="connsiteY133" fmla="*/ 1016103 h 6858000"/>
              <a:gd name="connsiteX134" fmla="*/ 271760 w 1556785"/>
              <a:gd name="connsiteY134" fmla="*/ 932283 h 6858000"/>
              <a:gd name="connsiteX135" fmla="*/ 273996 w 1556785"/>
              <a:gd name="connsiteY135" fmla="*/ 915925 h 6858000"/>
              <a:gd name="connsiteX136" fmla="*/ 266625 w 1556785"/>
              <a:gd name="connsiteY136" fmla="*/ 896999 h 6858000"/>
              <a:gd name="connsiteX137" fmla="*/ 236033 w 1556785"/>
              <a:gd name="connsiteY137" fmla="*/ 821517 h 6858000"/>
              <a:gd name="connsiteX138" fmla="*/ 214983 w 1556785"/>
              <a:gd name="connsiteY138" fmla="*/ 751353 h 6858000"/>
              <a:gd name="connsiteX139" fmla="*/ 214541 w 1556785"/>
              <a:gd name="connsiteY139" fmla="*/ 721230 h 6858000"/>
              <a:gd name="connsiteX140" fmla="*/ 200212 w 1556785"/>
              <a:gd name="connsiteY140" fmla="*/ 681659 h 6858000"/>
              <a:gd name="connsiteX141" fmla="*/ 185631 w 1556785"/>
              <a:gd name="connsiteY141" fmla="*/ 635218 h 6858000"/>
              <a:gd name="connsiteX142" fmla="*/ 190642 w 1556785"/>
              <a:gd name="connsiteY142" fmla="*/ 613763 h 6858000"/>
              <a:gd name="connsiteX143" fmla="*/ 176584 w 1556785"/>
              <a:gd name="connsiteY143" fmla="*/ 598582 h 6858000"/>
              <a:gd name="connsiteX144" fmla="*/ 176265 w 1556785"/>
              <a:gd name="connsiteY144" fmla="*/ 576846 h 6858000"/>
              <a:gd name="connsiteX145" fmla="*/ 155891 w 1556785"/>
              <a:gd name="connsiteY145" fmla="*/ 530055 h 6858000"/>
              <a:gd name="connsiteX146" fmla="*/ 146327 w 1556785"/>
              <a:gd name="connsiteY146" fmla="*/ 448559 h 6858000"/>
              <a:gd name="connsiteX147" fmla="*/ 152749 w 1556785"/>
              <a:gd name="connsiteY147" fmla="*/ 441529 h 6858000"/>
              <a:gd name="connsiteX148" fmla="*/ 151970 w 1556785"/>
              <a:gd name="connsiteY148" fmla="*/ 428927 h 6858000"/>
              <a:gd name="connsiteX149" fmla="*/ 141374 w 1556785"/>
              <a:gd name="connsiteY149" fmla="*/ 430161 h 6858000"/>
              <a:gd name="connsiteX150" fmla="*/ 118394 w 1556785"/>
              <a:gd name="connsiteY150" fmla="*/ 367211 h 6858000"/>
              <a:gd name="connsiteX151" fmla="*/ 75886 w 1556785"/>
              <a:gd name="connsiteY151" fmla="*/ 302178 h 6858000"/>
              <a:gd name="connsiteX152" fmla="*/ 54558 w 1556785"/>
              <a:gd name="connsiteY152" fmla="*/ 211375 h 6858000"/>
              <a:gd name="connsiteX153" fmla="*/ 45886 w 1556785"/>
              <a:gd name="connsiteY153" fmla="*/ 184179 h 6858000"/>
              <a:gd name="connsiteX154" fmla="*/ 0 w 1556785"/>
              <a:gd name="connsiteY154" fmla="*/ 13677 h 6858000"/>
              <a:gd name="connsiteX155" fmla="*/ 48246 w 1556785"/>
              <a:gd name="connsiteY155" fmla="*/ 0 h 6858000"/>
              <a:gd name="connsiteX0" fmla="*/ 6323 w 1514862"/>
              <a:gd name="connsiteY0" fmla="*/ 0 h 6858000"/>
              <a:gd name="connsiteX1" fmla="*/ 1514862 w 1514862"/>
              <a:gd name="connsiteY1" fmla="*/ 0 h 6858000"/>
              <a:gd name="connsiteX2" fmla="*/ 1514862 w 1514862"/>
              <a:gd name="connsiteY2" fmla="*/ 6858000 h 6858000"/>
              <a:gd name="connsiteX3" fmla="*/ 63497 w 1514862"/>
              <a:gd name="connsiteY3" fmla="*/ 6858000 h 6858000"/>
              <a:gd name="connsiteX4" fmla="*/ 63638 w 1514862"/>
              <a:gd name="connsiteY4" fmla="*/ 6857735 h 6858000"/>
              <a:gd name="connsiteX5" fmla="*/ 75687 w 1514862"/>
              <a:gd name="connsiteY5" fmla="*/ 6809549 h 6858000"/>
              <a:gd name="connsiteX6" fmla="*/ 107898 w 1514862"/>
              <a:gd name="connsiteY6" fmla="*/ 6715115 h 6858000"/>
              <a:gd name="connsiteX7" fmla="*/ 117749 w 1514862"/>
              <a:gd name="connsiteY7" fmla="*/ 6680170 h 6858000"/>
              <a:gd name="connsiteX8" fmla="*/ 143299 w 1514862"/>
              <a:gd name="connsiteY8" fmla="*/ 6621207 h 6858000"/>
              <a:gd name="connsiteX9" fmla="*/ 159956 w 1514862"/>
              <a:gd name="connsiteY9" fmla="*/ 6596265 h 6858000"/>
              <a:gd name="connsiteX10" fmla="*/ 159835 w 1514862"/>
              <a:gd name="connsiteY10" fmla="*/ 6594818 h 6858000"/>
              <a:gd name="connsiteX11" fmla="*/ 164080 w 1514862"/>
              <a:gd name="connsiteY11" fmla="*/ 6593735 h 6858000"/>
              <a:gd name="connsiteX12" fmla="*/ 167277 w 1514862"/>
              <a:gd name="connsiteY12" fmla="*/ 6589172 h 6858000"/>
              <a:gd name="connsiteX13" fmla="*/ 170571 w 1514862"/>
              <a:gd name="connsiteY13" fmla="*/ 6574442 h 6858000"/>
              <a:gd name="connsiteX14" fmla="*/ 170911 w 1514862"/>
              <a:gd name="connsiteY14" fmla="*/ 6568530 h 6858000"/>
              <a:gd name="connsiteX15" fmla="*/ 173320 w 1514862"/>
              <a:gd name="connsiteY15" fmla="*/ 6560674 h 6858000"/>
              <a:gd name="connsiteX16" fmla="*/ 173665 w 1514862"/>
              <a:gd name="connsiteY16" fmla="*/ 6560598 h 6858000"/>
              <a:gd name="connsiteX17" fmla="*/ 175362 w 1514862"/>
              <a:gd name="connsiteY17" fmla="*/ 6553006 h 6858000"/>
              <a:gd name="connsiteX18" fmla="*/ 180058 w 1514862"/>
              <a:gd name="connsiteY18" fmla="*/ 6514360 h 6858000"/>
              <a:gd name="connsiteX19" fmla="*/ 221712 w 1514862"/>
              <a:gd name="connsiteY19" fmla="*/ 6478062 h 6858000"/>
              <a:gd name="connsiteX20" fmla="*/ 232401 w 1514862"/>
              <a:gd name="connsiteY20" fmla="*/ 6460325 h 6858000"/>
              <a:gd name="connsiteX21" fmla="*/ 239634 w 1514862"/>
              <a:gd name="connsiteY21" fmla="*/ 6451488 h 6858000"/>
              <a:gd name="connsiteX22" fmla="*/ 241069 w 1514862"/>
              <a:gd name="connsiteY22" fmla="*/ 6451348 h 6858000"/>
              <a:gd name="connsiteX23" fmla="*/ 245427 w 1514862"/>
              <a:gd name="connsiteY23" fmla="*/ 6414240 h 6858000"/>
              <a:gd name="connsiteX24" fmla="*/ 248303 w 1514862"/>
              <a:gd name="connsiteY24" fmla="*/ 6410269 h 6858000"/>
              <a:gd name="connsiteX25" fmla="*/ 248203 w 1514862"/>
              <a:gd name="connsiteY25" fmla="*/ 6384857 h 6858000"/>
              <a:gd name="connsiteX26" fmla="*/ 249720 w 1514862"/>
              <a:gd name="connsiteY26" fmla="*/ 6372381 h 6858000"/>
              <a:gd name="connsiteX27" fmla="*/ 246914 w 1514862"/>
              <a:gd name="connsiteY27" fmla="*/ 6367510 h 6858000"/>
              <a:gd name="connsiteX28" fmla="*/ 250794 w 1514862"/>
              <a:gd name="connsiteY28" fmla="*/ 6349778 h 6858000"/>
              <a:gd name="connsiteX29" fmla="*/ 252459 w 1514862"/>
              <a:gd name="connsiteY29" fmla="*/ 6348250 h 6858000"/>
              <a:gd name="connsiteX30" fmla="*/ 268493 w 1514862"/>
              <a:gd name="connsiteY30" fmla="*/ 6281972 h 6858000"/>
              <a:gd name="connsiteX31" fmla="*/ 279256 w 1514862"/>
              <a:gd name="connsiteY31" fmla="*/ 6211940 h 6858000"/>
              <a:gd name="connsiteX32" fmla="*/ 320751 w 1514862"/>
              <a:gd name="connsiteY32" fmla="*/ 6113913 h 6858000"/>
              <a:gd name="connsiteX33" fmla="*/ 325044 w 1514862"/>
              <a:gd name="connsiteY33" fmla="*/ 6028119 h 6858000"/>
              <a:gd name="connsiteX34" fmla="*/ 351824 w 1514862"/>
              <a:gd name="connsiteY34" fmla="*/ 5934687 h 6858000"/>
              <a:gd name="connsiteX35" fmla="*/ 385836 w 1514862"/>
              <a:gd name="connsiteY35" fmla="*/ 5765594 h 6858000"/>
              <a:gd name="connsiteX36" fmla="*/ 417672 w 1514862"/>
              <a:gd name="connsiteY36" fmla="*/ 5693685 h 6858000"/>
              <a:gd name="connsiteX37" fmla="*/ 437727 w 1514862"/>
              <a:gd name="connsiteY37" fmla="*/ 5665173 h 6858000"/>
              <a:gd name="connsiteX38" fmla="*/ 471444 w 1514862"/>
              <a:gd name="connsiteY38" fmla="*/ 5563435 h 6858000"/>
              <a:gd name="connsiteX39" fmla="*/ 500949 w 1514862"/>
              <a:gd name="connsiteY39" fmla="*/ 5476393 h 6858000"/>
              <a:gd name="connsiteX40" fmla="*/ 532142 w 1514862"/>
              <a:gd name="connsiteY40" fmla="*/ 5396260 h 6858000"/>
              <a:gd name="connsiteX41" fmla="*/ 548123 w 1514862"/>
              <a:gd name="connsiteY41" fmla="*/ 5330009 h 6858000"/>
              <a:gd name="connsiteX42" fmla="*/ 581616 w 1514862"/>
              <a:gd name="connsiteY42" fmla="*/ 5273739 h 6858000"/>
              <a:gd name="connsiteX43" fmla="*/ 591215 w 1514862"/>
              <a:gd name="connsiteY43" fmla="*/ 5241779 h 6858000"/>
              <a:gd name="connsiteX44" fmla="*/ 602441 w 1514862"/>
              <a:gd name="connsiteY44" fmla="*/ 5225268 h 6858000"/>
              <a:gd name="connsiteX45" fmla="*/ 603461 w 1514862"/>
              <a:gd name="connsiteY45" fmla="*/ 5217684 h 6858000"/>
              <a:gd name="connsiteX46" fmla="*/ 610802 w 1514862"/>
              <a:gd name="connsiteY46" fmla="*/ 5193377 h 6858000"/>
              <a:gd name="connsiteX47" fmla="*/ 614105 w 1514862"/>
              <a:gd name="connsiteY47" fmla="*/ 5179288 h 6858000"/>
              <a:gd name="connsiteX48" fmla="*/ 615089 w 1514862"/>
              <a:gd name="connsiteY48" fmla="*/ 5173621 h 6858000"/>
              <a:gd name="connsiteX49" fmla="*/ 610723 w 1514862"/>
              <a:gd name="connsiteY49" fmla="*/ 5159961 h 6858000"/>
              <a:gd name="connsiteX50" fmla="*/ 617400 w 1514862"/>
              <a:gd name="connsiteY50" fmla="*/ 5144295 h 6858000"/>
              <a:gd name="connsiteX51" fmla="*/ 614333 w 1514862"/>
              <a:gd name="connsiteY51" fmla="*/ 5125185 h 6858000"/>
              <a:gd name="connsiteX52" fmla="*/ 621163 w 1514862"/>
              <a:gd name="connsiteY52" fmla="*/ 5121884 h 6858000"/>
              <a:gd name="connsiteX53" fmla="*/ 628199 w 1514862"/>
              <a:gd name="connsiteY53" fmla="*/ 5067850 h 6858000"/>
              <a:gd name="connsiteX54" fmla="*/ 630930 w 1514862"/>
              <a:gd name="connsiteY54" fmla="*/ 5060861 h 6858000"/>
              <a:gd name="connsiteX55" fmla="*/ 627634 w 1514862"/>
              <a:gd name="connsiteY55" fmla="*/ 5034192 h 6858000"/>
              <a:gd name="connsiteX56" fmla="*/ 629188 w 1514862"/>
              <a:gd name="connsiteY56" fmla="*/ 4993030 h 6858000"/>
              <a:gd name="connsiteX57" fmla="*/ 636097 w 1514862"/>
              <a:gd name="connsiteY57" fmla="*/ 4946844 h 6858000"/>
              <a:gd name="connsiteX58" fmla="*/ 631953 w 1514862"/>
              <a:gd name="connsiteY58" fmla="*/ 4932692 h 6858000"/>
              <a:gd name="connsiteX59" fmla="*/ 647356 w 1514862"/>
              <a:gd name="connsiteY59" fmla="*/ 4858827 h 6858000"/>
              <a:gd name="connsiteX60" fmla="*/ 641510 w 1514862"/>
              <a:gd name="connsiteY60" fmla="*/ 4801535 h 6858000"/>
              <a:gd name="connsiteX61" fmla="*/ 649179 w 1514862"/>
              <a:gd name="connsiteY61" fmla="*/ 4797794 h 6858000"/>
              <a:gd name="connsiteX62" fmla="*/ 650473 w 1514862"/>
              <a:gd name="connsiteY62" fmla="*/ 4784526 h 6858000"/>
              <a:gd name="connsiteX63" fmla="*/ 652257 w 1514862"/>
              <a:gd name="connsiteY63" fmla="*/ 4781211 h 6858000"/>
              <a:gd name="connsiteX64" fmla="*/ 661044 w 1514862"/>
              <a:gd name="connsiteY64" fmla="*/ 4761984 h 6858000"/>
              <a:gd name="connsiteX65" fmla="*/ 657092 w 1514862"/>
              <a:gd name="connsiteY65" fmla="*/ 4690749 h 6858000"/>
              <a:gd name="connsiteX66" fmla="*/ 652572 w 1514862"/>
              <a:gd name="connsiteY66" fmla="*/ 4584173 h 6858000"/>
              <a:gd name="connsiteX67" fmla="*/ 647655 w 1514862"/>
              <a:gd name="connsiteY67" fmla="*/ 4444346 h 6858000"/>
              <a:gd name="connsiteX68" fmla="*/ 644220 w 1514862"/>
              <a:gd name="connsiteY68" fmla="*/ 4375228 h 6858000"/>
              <a:gd name="connsiteX69" fmla="*/ 624873 w 1514862"/>
              <a:gd name="connsiteY69" fmla="*/ 4214165 h 6858000"/>
              <a:gd name="connsiteX70" fmla="*/ 628946 w 1514862"/>
              <a:gd name="connsiteY70" fmla="*/ 4090296 h 6858000"/>
              <a:gd name="connsiteX71" fmla="*/ 614202 w 1514862"/>
              <a:gd name="connsiteY71" fmla="*/ 4033999 h 6858000"/>
              <a:gd name="connsiteX72" fmla="*/ 615351 w 1514862"/>
              <a:gd name="connsiteY72" fmla="*/ 4031933 h 6858000"/>
              <a:gd name="connsiteX73" fmla="*/ 613927 w 1514862"/>
              <a:gd name="connsiteY73" fmla="*/ 4013953 h 6858000"/>
              <a:gd name="connsiteX74" fmla="*/ 600222 w 1514862"/>
              <a:gd name="connsiteY74" fmla="*/ 3974753 h 6858000"/>
              <a:gd name="connsiteX75" fmla="*/ 601820 w 1514862"/>
              <a:gd name="connsiteY75" fmla="*/ 3969950 h 6858000"/>
              <a:gd name="connsiteX76" fmla="*/ 595242 w 1514862"/>
              <a:gd name="connsiteY76" fmla="*/ 3933779 h 6858000"/>
              <a:gd name="connsiteX77" fmla="*/ 596573 w 1514862"/>
              <a:gd name="connsiteY77" fmla="*/ 3933093 h 6858000"/>
              <a:gd name="connsiteX78" fmla="*/ 600927 w 1514862"/>
              <a:gd name="connsiteY78" fmla="*/ 3922082 h 6858000"/>
              <a:gd name="connsiteX79" fmla="*/ 606005 w 1514862"/>
              <a:gd name="connsiteY79" fmla="*/ 3901461 h 6858000"/>
              <a:gd name="connsiteX80" fmla="*/ 628599 w 1514862"/>
              <a:gd name="connsiteY80" fmla="*/ 3813873 h 6858000"/>
              <a:gd name="connsiteX81" fmla="*/ 628024 w 1514862"/>
              <a:gd name="connsiteY81" fmla="*/ 3806161 h 6858000"/>
              <a:gd name="connsiteX82" fmla="*/ 628331 w 1514862"/>
              <a:gd name="connsiteY82" fmla="*/ 3805957 h 6858000"/>
              <a:gd name="connsiteX83" fmla="*/ 628358 w 1514862"/>
              <a:gd name="connsiteY83" fmla="*/ 3797724 h 6858000"/>
              <a:gd name="connsiteX84" fmla="*/ 626973 w 1514862"/>
              <a:gd name="connsiteY84" fmla="*/ 3792098 h 6858000"/>
              <a:gd name="connsiteX85" fmla="*/ 625857 w 1514862"/>
              <a:gd name="connsiteY85" fmla="*/ 3777135 h 6858000"/>
              <a:gd name="connsiteX86" fmla="*/ 627590 w 1514862"/>
              <a:gd name="connsiteY86" fmla="*/ 3771656 h 6858000"/>
              <a:gd name="connsiteX87" fmla="*/ 631333 w 1514862"/>
              <a:gd name="connsiteY87" fmla="*/ 3769007 h 6858000"/>
              <a:gd name="connsiteX88" fmla="*/ 630799 w 1514862"/>
              <a:gd name="connsiteY88" fmla="*/ 3767709 h 6858000"/>
              <a:gd name="connsiteX89" fmla="*/ 639495 w 1514862"/>
              <a:gd name="connsiteY89" fmla="*/ 3738082 h 6858000"/>
              <a:gd name="connsiteX90" fmla="*/ 646841 w 1514862"/>
              <a:gd name="connsiteY90" fmla="*/ 3673397 h 6858000"/>
              <a:gd name="connsiteX91" fmla="*/ 646137 w 1514862"/>
              <a:gd name="connsiteY91" fmla="*/ 3637109 h 6858000"/>
              <a:gd name="connsiteX92" fmla="*/ 649580 w 1514862"/>
              <a:gd name="connsiteY92" fmla="*/ 3536883 h 6858000"/>
              <a:gd name="connsiteX93" fmla="*/ 657118 w 1514862"/>
              <a:gd name="connsiteY93" fmla="*/ 3435652 h 6858000"/>
              <a:gd name="connsiteX94" fmla="*/ 658789 w 1514862"/>
              <a:gd name="connsiteY94" fmla="*/ 3307769 h 6858000"/>
              <a:gd name="connsiteX95" fmla="*/ 676352 w 1514862"/>
              <a:gd name="connsiteY95" fmla="*/ 3250522 h 6858000"/>
              <a:gd name="connsiteX96" fmla="*/ 676777 w 1514862"/>
              <a:gd name="connsiteY96" fmla="*/ 3229163 h 6858000"/>
              <a:gd name="connsiteX97" fmla="*/ 678600 w 1514862"/>
              <a:gd name="connsiteY97" fmla="*/ 3217217 h 6858000"/>
              <a:gd name="connsiteX98" fmla="*/ 665435 w 1514862"/>
              <a:gd name="connsiteY98" fmla="*/ 3183755 h 6858000"/>
              <a:gd name="connsiteX99" fmla="*/ 665936 w 1514862"/>
              <a:gd name="connsiteY99" fmla="*/ 3178642 h 6858000"/>
              <a:gd name="connsiteX100" fmla="*/ 653536 w 1514862"/>
              <a:gd name="connsiteY100" fmla="*/ 3158586 h 6858000"/>
              <a:gd name="connsiteX101" fmla="*/ 638721 w 1514862"/>
              <a:gd name="connsiteY101" fmla="*/ 3129034 h 6858000"/>
              <a:gd name="connsiteX102" fmla="*/ 639386 w 1514862"/>
              <a:gd name="connsiteY102" fmla="*/ 3126682 h 6858000"/>
              <a:gd name="connsiteX103" fmla="*/ 630254 w 1514862"/>
              <a:gd name="connsiteY103" fmla="*/ 3114519 h 6858000"/>
              <a:gd name="connsiteX104" fmla="*/ 616863 w 1514862"/>
              <a:gd name="connsiteY104" fmla="*/ 3106272 h 6858000"/>
              <a:gd name="connsiteX105" fmla="*/ 589593 w 1514862"/>
              <a:gd name="connsiteY105" fmla="*/ 2958185 h 6858000"/>
              <a:gd name="connsiteX106" fmla="*/ 532207 w 1514862"/>
              <a:gd name="connsiteY106" fmla="*/ 2762989 h 6858000"/>
              <a:gd name="connsiteX107" fmla="*/ 481125 w 1514862"/>
              <a:gd name="connsiteY107" fmla="*/ 2554718 h 6858000"/>
              <a:gd name="connsiteX108" fmla="*/ 461219 w 1514862"/>
              <a:gd name="connsiteY108" fmla="*/ 2485734 h 6858000"/>
              <a:gd name="connsiteX109" fmla="*/ 451942 w 1514862"/>
              <a:gd name="connsiteY109" fmla="*/ 2447068 h 6858000"/>
              <a:gd name="connsiteX110" fmla="*/ 438903 w 1514862"/>
              <a:gd name="connsiteY110" fmla="*/ 2425819 h 6858000"/>
              <a:gd name="connsiteX111" fmla="*/ 444902 w 1514862"/>
              <a:gd name="connsiteY111" fmla="*/ 2402874 h 6858000"/>
              <a:gd name="connsiteX112" fmla="*/ 447514 w 1514862"/>
              <a:gd name="connsiteY112" fmla="*/ 2381443 h 6858000"/>
              <a:gd name="connsiteX113" fmla="*/ 423843 w 1514862"/>
              <a:gd name="connsiteY113" fmla="*/ 2261920 h 6858000"/>
              <a:gd name="connsiteX114" fmla="*/ 413730 w 1514862"/>
              <a:gd name="connsiteY114" fmla="*/ 2195378 h 6858000"/>
              <a:gd name="connsiteX115" fmla="*/ 397947 w 1514862"/>
              <a:gd name="connsiteY115" fmla="*/ 2155135 h 6858000"/>
              <a:gd name="connsiteX116" fmla="*/ 395405 w 1514862"/>
              <a:gd name="connsiteY116" fmla="*/ 2118008 h 6858000"/>
              <a:gd name="connsiteX117" fmla="*/ 396398 w 1514862"/>
              <a:gd name="connsiteY117" fmla="*/ 2050531 h 6858000"/>
              <a:gd name="connsiteX118" fmla="*/ 388204 w 1514862"/>
              <a:gd name="connsiteY118" fmla="*/ 1963269 h 6858000"/>
              <a:gd name="connsiteX119" fmla="*/ 369382 w 1514862"/>
              <a:gd name="connsiteY119" fmla="*/ 1906352 h 6858000"/>
              <a:gd name="connsiteX120" fmla="*/ 345939 w 1514862"/>
              <a:gd name="connsiteY120" fmla="*/ 1861531 h 6858000"/>
              <a:gd name="connsiteX121" fmla="*/ 299738 w 1514862"/>
              <a:gd name="connsiteY121" fmla="*/ 1732919 h 6858000"/>
              <a:gd name="connsiteX122" fmla="*/ 272049 w 1514862"/>
              <a:gd name="connsiteY122" fmla="*/ 1663540 h 6858000"/>
              <a:gd name="connsiteX123" fmla="*/ 271175 w 1514862"/>
              <a:gd name="connsiteY123" fmla="*/ 1615777 h 6858000"/>
              <a:gd name="connsiteX124" fmla="*/ 251970 w 1514862"/>
              <a:gd name="connsiteY124" fmla="*/ 1563678 h 6858000"/>
              <a:gd name="connsiteX125" fmla="*/ 265050 w 1514862"/>
              <a:gd name="connsiteY125" fmla="*/ 1519474 h 6858000"/>
              <a:gd name="connsiteX126" fmla="*/ 257792 w 1514862"/>
              <a:gd name="connsiteY126" fmla="*/ 1477995 h 6858000"/>
              <a:gd name="connsiteX127" fmla="*/ 243877 w 1514862"/>
              <a:gd name="connsiteY127" fmla="*/ 1373769 h 6858000"/>
              <a:gd name="connsiteX128" fmla="*/ 252184 w 1514862"/>
              <a:gd name="connsiteY128" fmla="*/ 1307086 h 6858000"/>
              <a:gd name="connsiteX129" fmla="*/ 253372 w 1514862"/>
              <a:gd name="connsiteY129" fmla="*/ 1189033 h 6858000"/>
              <a:gd name="connsiteX130" fmla="*/ 258057 w 1514862"/>
              <a:gd name="connsiteY130" fmla="*/ 1168288 h 6858000"/>
              <a:gd name="connsiteX131" fmla="*/ 250339 w 1514862"/>
              <a:gd name="connsiteY131" fmla="*/ 1142577 h 6858000"/>
              <a:gd name="connsiteX132" fmla="*/ 239645 w 1514862"/>
              <a:gd name="connsiteY132" fmla="*/ 1088484 h 6858000"/>
              <a:gd name="connsiteX133" fmla="*/ 228381 w 1514862"/>
              <a:gd name="connsiteY133" fmla="*/ 1016103 h 6858000"/>
              <a:gd name="connsiteX134" fmla="*/ 229837 w 1514862"/>
              <a:gd name="connsiteY134" fmla="*/ 932283 h 6858000"/>
              <a:gd name="connsiteX135" fmla="*/ 232073 w 1514862"/>
              <a:gd name="connsiteY135" fmla="*/ 915925 h 6858000"/>
              <a:gd name="connsiteX136" fmla="*/ 224702 w 1514862"/>
              <a:gd name="connsiteY136" fmla="*/ 896999 h 6858000"/>
              <a:gd name="connsiteX137" fmla="*/ 194110 w 1514862"/>
              <a:gd name="connsiteY137" fmla="*/ 821517 h 6858000"/>
              <a:gd name="connsiteX138" fmla="*/ 173060 w 1514862"/>
              <a:gd name="connsiteY138" fmla="*/ 751353 h 6858000"/>
              <a:gd name="connsiteX139" fmla="*/ 172618 w 1514862"/>
              <a:gd name="connsiteY139" fmla="*/ 721230 h 6858000"/>
              <a:gd name="connsiteX140" fmla="*/ 158289 w 1514862"/>
              <a:gd name="connsiteY140" fmla="*/ 681659 h 6858000"/>
              <a:gd name="connsiteX141" fmla="*/ 143708 w 1514862"/>
              <a:gd name="connsiteY141" fmla="*/ 635218 h 6858000"/>
              <a:gd name="connsiteX142" fmla="*/ 148719 w 1514862"/>
              <a:gd name="connsiteY142" fmla="*/ 613763 h 6858000"/>
              <a:gd name="connsiteX143" fmla="*/ 134661 w 1514862"/>
              <a:gd name="connsiteY143" fmla="*/ 598582 h 6858000"/>
              <a:gd name="connsiteX144" fmla="*/ 134342 w 1514862"/>
              <a:gd name="connsiteY144" fmla="*/ 576846 h 6858000"/>
              <a:gd name="connsiteX145" fmla="*/ 113968 w 1514862"/>
              <a:gd name="connsiteY145" fmla="*/ 530055 h 6858000"/>
              <a:gd name="connsiteX146" fmla="*/ 104404 w 1514862"/>
              <a:gd name="connsiteY146" fmla="*/ 448559 h 6858000"/>
              <a:gd name="connsiteX147" fmla="*/ 110826 w 1514862"/>
              <a:gd name="connsiteY147" fmla="*/ 441529 h 6858000"/>
              <a:gd name="connsiteX148" fmla="*/ 110047 w 1514862"/>
              <a:gd name="connsiteY148" fmla="*/ 428927 h 6858000"/>
              <a:gd name="connsiteX149" fmla="*/ 99451 w 1514862"/>
              <a:gd name="connsiteY149" fmla="*/ 430161 h 6858000"/>
              <a:gd name="connsiteX150" fmla="*/ 76471 w 1514862"/>
              <a:gd name="connsiteY150" fmla="*/ 367211 h 6858000"/>
              <a:gd name="connsiteX151" fmla="*/ 33963 w 1514862"/>
              <a:gd name="connsiteY151" fmla="*/ 302178 h 6858000"/>
              <a:gd name="connsiteX152" fmla="*/ 12635 w 1514862"/>
              <a:gd name="connsiteY152" fmla="*/ 211375 h 6858000"/>
              <a:gd name="connsiteX153" fmla="*/ 3963 w 1514862"/>
              <a:gd name="connsiteY153" fmla="*/ 184179 h 6858000"/>
              <a:gd name="connsiteX154" fmla="*/ 25635 w 1514862"/>
              <a:gd name="connsiteY154" fmla="*/ 47336 h 6858000"/>
              <a:gd name="connsiteX155" fmla="*/ 6323 w 1514862"/>
              <a:gd name="connsiteY155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57174 w 1508539"/>
              <a:gd name="connsiteY3" fmla="*/ 6858000 h 6858000"/>
              <a:gd name="connsiteX4" fmla="*/ 57315 w 1508539"/>
              <a:gd name="connsiteY4" fmla="*/ 6857735 h 6858000"/>
              <a:gd name="connsiteX5" fmla="*/ 69364 w 1508539"/>
              <a:gd name="connsiteY5" fmla="*/ 6809549 h 6858000"/>
              <a:gd name="connsiteX6" fmla="*/ 101575 w 1508539"/>
              <a:gd name="connsiteY6" fmla="*/ 6715115 h 6858000"/>
              <a:gd name="connsiteX7" fmla="*/ 111426 w 1508539"/>
              <a:gd name="connsiteY7" fmla="*/ 6680170 h 6858000"/>
              <a:gd name="connsiteX8" fmla="*/ 136976 w 1508539"/>
              <a:gd name="connsiteY8" fmla="*/ 6621207 h 6858000"/>
              <a:gd name="connsiteX9" fmla="*/ 153633 w 1508539"/>
              <a:gd name="connsiteY9" fmla="*/ 6596265 h 6858000"/>
              <a:gd name="connsiteX10" fmla="*/ 153512 w 1508539"/>
              <a:gd name="connsiteY10" fmla="*/ 6594818 h 6858000"/>
              <a:gd name="connsiteX11" fmla="*/ 157757 w 1508539"/>
              <a:gd name="connsiteY11" fmla="*/ 6593735 h 6858000"/>
              <a:gd name="connsiteX12" fmla="*/ 160954 w 1508539"/>
              <a:gd name="connsiteY12" fmla="*/ 6589172 h 6858000"/>
              <a:gd name="connsiteX13" fmla="*/ 164248 w 1508539"/>
              <a:gd name="connsiteY13" fmla="*/ 6574442 h 6858000"/>
              <a:gd name="connsiteX14" fmla="*/ 164588 w 1508539"/>
              <a:gd name="connsiteY14" fmla="*/ 6568530 h 6858000"/>
              <a:gd name="connsiteX15" fmla="*/ 166997 w 1508539"/>
              <a:gd name="connsiteY15" fmla="*/ 6560674 h 6858000"/>
              <a:gd name="connsiteX16" fmla="*/ 167342 w 1508539"/>
              <a:gd name="connsiteY16" fmla="*/ 6560598 h 6858000"/>
              <a:gd name="connsiteX17" fmla="*/ 169039 w 1508539"/>
              <a:gd name="connsiteY17" fmla="*/ 6553006 h 6858000"/>
              <a:gd name="connsiteX18" fmla="*/ 173735 w 1508539"/>
              <a:gd name="connsiteY18" fmla="*/ 6514360 h 6858000"/>
              <a:gd name="connsiteX19" fmla="*/ 215389 w 1508539"/>
              <a:gd name="connsiteY19" fmla="*/ 6478062 h 6858000"/>
              <a:gd name="connsiteX20" fmla="*/ 226078 w 1508539"/>
              <a:gd name="connsiteY20" fmla="*/ 6460325 h 6858000"/>
              <a:gd name="connsiteX21" fmla="*/ 233311 w 1508539"/>
              <a:gd name="connsiteY21" fmla="*/ 6451488 h 6858000"/>
              <a:gd name="connsiteX22" fmla="*/ 234746 w 1508539"/>
              <a:gd name="connsiteY22" fmla="*/ 6451348 h 6858000"/>
              <a:gd name="connsiteX23" fmla="*/ 239104 w 1508539"/>
              <a:gd name="connsiteY23" fmla="*/ 6414240 h 6858000"/>
              <a:gd name="connsiteX24" fmla="*/ 241980 w 1508539"/>
              <a:gd name="connsiteY24" fmla="*/ 6410269 h 6858000"/>
              <a:gd name="connsiteX25" fmla="*/ 241880 w 1508539"/>
              <a:gd name="connsiteY25" fmla="*/ 6384857 h 6858000"/>
              <a:gd name="connsiteX26" fmla="*/ 243397 w 1508539"/>
              <a:gd name="connsiteY26" fmla="*/ 6372381 h 6858000"/>
              <a:gd name="connsiteX27" fmla="*/ 240591 w 1508539"/>
              <a:gd name="connsiteY27" fmla="*/ 6367510 h 6858000"/>
              <a:gd name="connsiteX28" fmla="*/ 244471 w 1508539"/>
              <a:gd name="connsiteY28" fmla="*/ 6349778 h 6858000"/>
              <a:gd name="connsiteX29" fmla="*/ 246136 w 1508539"/>
              <a:gd name="connsiteY29" fmla="*/ 6348250 h 6858000"/>
              <a:gd name="connsiteX30" fmla="*/ 262170 w 1508539"/>
              <a:gd name="connsiteY30" fmla="*/ 6281972 h 6858000"/>
              <a:gd name="connsiteX31" fmla="*/ 272933 w 1508539"/>
              <a:gd name="connsiteY31" fmla="*/ 6211940 h 6858000"/>
              <a:gd name="connsiteX32" fmla="*/ 314428 w 1508539"/>
              <a:gd name="connsiteY32" fmla="*/ 6113913 h 6858000"/>
              <a:gd name="connsiteX33" fmla="*/ 318721 w 1508539"/>
              <a:gd name="connsiteY33" fmla="*/ 6028119 h 6858000"/>
              <a:gd name="connsiteX34" fmla="*/ 345501 w 1508539"/>
              <a:gd name="connsiteY34" fmla="*/ 5934687 h 6858000"/>
              <a:gd name="connsiteX35" fmla="*/ 379513 w 1508539"/>
              <a:gd name="connsiteY35" fmla="*/ 5765594 h 6858000"/>
              <a:gd name="connsiteX36" fmla="*/ 411349 w 1508539"/>
              <a:gd name="connsiteY36" fmla="*/ 5693685 h 6858000"/>
              <a:gd name="connsiteX37" fmla="*/ 431404 w 1508539"/>
              <a:gd name="connsiteY37" fmla="*/ 5665173 h 6858000"/>
              <a:gd name="connsiteX38" fmla="*/ 465121 w 1508539"/>
              <a:gd name="connsiteY38" fmla="*/ 5563435 h 6858000"/>
              <a:gd name="connsiteX39" fmla="*/ 494626 w 1508539"/>
              <a:gd name="connsiteY39" fmla="*/ 5476393 h 6858000"/>
              <a:gd name="connsiteX40" fmla="*/ 525819 w 1508539"/>
              <a:gd name="connsiteY40" fmla="*/ 5396260 h 6858000"/>
              <a:gd name="connsiteX41" fmla="*/ 541800 w 1508539"/>
              <a:gd name="connsiteY41" fmla="*/ 5330009 h 6858000"/>
              <a:gd name="connsiteX42" fmla="*/ 575293 w 1508539"/>
              <a:gd name="connsiteY42" fmla="*/ 5273739 h 6858000"/>
              <a:gd name="connsiteX43" fmla="*/ 584892 w 1508539"/>
              <a:gd name="connsiteY43" fmla="*/ 5241779 h 6858000"/>
              <a:gd name="connsiteX44" fmla="*/ 596118 w 1508539"/>
              <a:gd name="connsiteY44" fmla="*/ 5225268 h 6858000"/>
              <a:gd name="connsiteX45" fmla="*/ 597138 w 1508539"/>
              <a:gd name="connsiteY45" fmla="*/ 5217684 h 6858000"/>
              <a:gd name="connsiteX46" fmla="*/ 604479 w 1508539"/>
              <a:gd name="connsiteY46" fmla="*/ 5193377 h 6858000"/>
              <a:gd name="connsiteX47" fmla="*/ 607782 w 1508539"/>
              <a:gd name="connsiteY47" fmla="*/ 5179288 h 6858000"/>
              <a:gd name="connsiteX48" fmla="*/ 608766 w 1508539"/>
              <a:gd name="connsiteY48" fmla="*/ 5173621 h 6858000"/>
              <a:gd name="connsiteX49" fmla="*/ 604400 w 1508539"/>
              <a:gd name="connsiteY49" fmla="*/ 5159961 h 6858000"/>
              <a:gd name="connsiteX50" fmla="*/ 611077 w 1508539"/>
              <a:gd name="connsiteY50" fmla="*/ 5144295 h 6858000"/>
              <a:gd name="connsiteX51" fmla="*/ 608010 w 1508539"/>
              <a:gd name="connsiteY51" fmla="*/ 5125185 h 6858000"/>
              <a:gd name="connsiteX52" fmla="*/ 614840 w 1508539"/>
              <a:gd name="connsiteY52" fmla="*/ 5121884 h 6858000"/>
              <a:gd name="connsiteX53" fmla="*/ 621876 w 1508539"/>
              <a:gd name="connsiteY53" fmla="*/ 5067850 h 6858000"/>
              <a:gd name="connsiteX54" fmla="*/ 624607 w 1508539"/>
              <a:gd name="connsiteY54" fmla="*/ 5060861 h 6858000"/>
              <a:gd name="connsiteX55" fmla="*/ 621311 w 1508539"/>
              <a:gd name="connsiteY55" fmla="*/ 5034192 h 6858000"/>
              <a:gd name="connsiteX56" fmla="*/ 622865 w 1508539"/>
              <a:gd name="connsiteY56" fmla="*/ 4993030 h 6858000"/>
              <a:gd name="connsiteX57" fmla="*/ 629774 w 1508539"/>
              <a:gd name="connsiteY57" fmla="*/ 4946844 h 6858000"/>
              <a:gd name="connsiteX58" fmla="*/ 625630 w 1508539"/>
              <a:gd name="connsiteY58" fmla="*/ 4932692 h 6858000"/>
              <a:gd name="connsiteX59" fmla="*/ 641033 w 1508539"/>
              <a:gd name="connsiteY59" fmla="*/ 4858827 h 6858000"/>
              <a:gd name="connsiteX60" fmla="*/ 635187 w 1508539"/>
              <a:gd name="connsiteY60" fmla="*/ 4801535 h 6858000"/>
              <a:gd name="connsiteX61" fmla="*/ 642856 w 1508539"/>
              <a:gd name="connsiteY61" fmla="*/ 4797794 h 6858000"/>
              <a:gd name="connsiteX62" fmla="*/ 644150 w 1508539"/>
              <a:gd name="connsiteY62" fmla="*/ 4784526 h 6858000"/>
              <a:gd name="connsiteX63" fmla="*/ 645934 w 1508539"/>
              <a:gd name="connsiteY63" fmla="*/ 4781211 h 6858000"/>
              <a:gd name="connsiteX64" fmla="*/ 654721 w 1508539"/>
              <a:gd name="connsiteY64" fmla="*/ 4761984 h 6858000"/>
              <a:gd name="connsiteX65" fmla="*/ 650769 w 1508539"/>
              <a:gd name="connsiteY65" fmla="*/ 4690749 h 6858000"/>
              <a:gd name="connsiteX66" fmla="*/ 646249 w 1508539"/>
              <a:gd name="connsiteY66" fmla="*/ 4584173 h 6858000"/>
              <a:gd name="connsiteX67" fmla="*/ 641332 w 1508539"/>
              <a:gd name="connsiteY67" fmla="*/ 4444346 h 6858000"/>
              <a:gd name="connsiteX68" fmla="*/ 637897 w 1508539"/>
              <a:gd name="connsiteY68" fmla="*/ 4375228 h 6858000"/>
              <a:gd name="connsiteX69" fmla="*/ 618550 w 1508539"/>
              <a:gd name="connsiteY69" fmla="*/ 4214165 h 6858000"/>
              <a:gd name="connsiteX70" fmla="*/ 622623 w 1508539"/>
              <a:gd name="connsiteY70" fmla="*/ 4090296 h 6858000"/>
              <a:gd name="connsiteX71" fmla="*/ 607879 w 1508539"/>
              <a:gd name="connsiteY71" fmla="*/ 4033999 h 6858000"/>
              <a:gd name="connsiteX72" fmla="*/ 609028 w 1508539"/>
              <a:gd name="connsiteY72" fmla="*/ 4031933 h 6858000"/>
              <a:gd name="connsiteX73" fmla="*/ 607604 w 1508539"/>
              <a:gd name="connsiteY73" fmla="*/ 4013953 h 6858000"/>
              <a:gd name="connsiteX74" fmla="*/ 593899 w 1508539"/>
              <a:gd name="connsiteY74" fmla="*/ 3974753 h 6858000"/>
              <a:gd name="connsiteX75" fmla="*/ 595497 w 1508539"/>
              <a:gd name="connsiteY75" fmla="*/ 3969950 h 6858000"/>
              <a:gd name="connsiteX76" fmla="*/ 588919 w 1508539"/>
              <a:gd name="connsiteY76" fmla="*/ 3933779 h 6858000"/>
              <a:gd name="connsiteX77" fmla="*/ 590250 w 1508539"/>
              <a:gd name="connsiteY77" fmla="*/ 3933093 h 6858000"/>
              <a:gd name="connsiteX78" fmla="*/ 594604 w 1508539"/>
              <a:gd name="connsiteY78" fmla="*/ 3922082 h 6858000"/>
              <a:gd name="connsiteX79" fmla="*/ 599682 w 1508539"/>
              <a:gd name="connsiteY79" fmla="*/ 3901461 h 6858000"/>
              <a:gd name="connsiteX80" fmla="*/ 622276 w 1508539"/>
              <a:gd name="connsiteY80" fmla="*/ 3813873 h 6858000"/>
              <a:gd name="connsiteX81" fmla="*/ 621701 w 1508539"/>
              <a:gd name="connsiteY81" fmla="*/ 3806161 h 6858000"/>
              <a:gd name="connsiteX82" fmla="*/ 622008 w 1508539"/>
              <a:gd name="connsiteY82" fmla="*/ 3805957 h 6858000"/>
              <a:gd name="connsiteX83" fmla="*/ 622035 w 1508539"/>
              <a:gd name="connsiteY83" fmla="*/ 3797724 h 6858000"/>
              <a:gd name="connsiteX84" fmla="*/ 620650 w 1508539"/>
              <a:gd name="connsiteY84" fmla="*/ 3792098 h 6858000"/>
              <a:gd name="connsiteX85" fmla="*/ 619534 w 1508539"/>
              <a:gd name="connsiteY85" fmla="*/ 3777135 h 6858000"/>
              <a:gd name="connsiteX86" fmla="*/ 621267 w 1508539"/>
              <a:gd name="connsiteY86" fmla="*/ 3771656 h 6858000"/>
              <a:gd name="connsiteX87" fmla="*/ 625010 w 1508539"/>
              <a:gd name="connsiteY87" fmla="*/ 3769007 h 6858000"/>
              <a:gd name="connsiteX88" fmla="*/ 624476 w 1508539"/>
              <a:gd name="connsiteY88" fmla="*/ 3767709 h 6858000"/>
              <a:gd name="connsiteX89" fmla="*/ 633172 w 1508539"/>
              <a:gd name="connsiteY89" fmla="*/ 3738082 h 6858000"/>
              <a:gd name="connsiteX90" fmla="*/ 640518 w 1508539"/>
              <a:gd name="connsiteY90" fmla="*/ 3673397 h 6858000"/>
              <a:gd name="connsiteX91" fmla="*/ 639814 w 1508539"/>
              <a:gd name="connsiteY91" fmla="*/ 3637109 h 6858000"/>
              <a:gd name="connsiteX92" fmla="*/ 643257 w 1508539"/>
              <a:gd name="connsiteY92" fmla="*/ 3536883 h 6858000"/>
              <a:gd name="connsiteX93" fmla="*/ 650795 w 1508539"/>
              <a:gd name="connsiteY93" fmla="*/ 3435652 h 6858000"/>
              <a:gd name="connsiteX94" fmla="*/ 652466 w 1508539"/>
              <a:gd name="connsiteY94" fmla="*/ 3307769 h 6858000"/>
              <a:gd name="connsiteX95" fmla="*/ 670029 w 1508539"/>
              <a:gd name="connsiteY95" fmla="*/ 3250522 h 6858000"/>
              <a:gd name="connsiteX96" fmla="*/ 670454 w 1508539"/>
              <a:gd name="connsiteY96" fmla="*/ 3229163 h 6858000"/>
              <a:gd name="connsiteX97" fmla="*/ 672277 w 1508539"/>
              <a:gd name="connsiteY97" fmla="*/ 3217217 h 6858000"/>
              <a:gd name="connsiteX98" fmla="*/ 659112 w 1508539"/>
              <a:gd name="connsiteY98" fmla="*/ 3183755 h 6858000"/>
              <a:gd name="connsiteX99" fmla="*/ 659613 w 1508539"/>
              <a:gd name="connsiteY99" fmla="*/ 3178642 h 6858000"/>
              <a:gd name="connsiteX100" fmla="*/ 647213 w 1508539"/>
              <a:gd name="connsiteY100" fmla="*/ 3158586 h 6858000"/>
              <a:gd name="connsiteX101" fmla="*/ 632398 w 1508539"/>
              <a:gd name="connsiteY101" fmla="*/ 3129034 h 6858000"/>
              <a:gd name="connsiteX102" fmla="*/ 633063 w 1508539"/>
              <a:gd name="connsiteY102" fmla="*/ 3126682 h 6858000"/>
              <a:gd name="connsiteX103" fmla="*/ 623931 w 1508539"/>
              <a:gd name="connsiteY103" fmla="*/ 3114519 h 6858000"/>
              <a:gd name="connsiteX104" fmla="*/ 610540 w 1508539"/>
              <a:gd name="connsiteY104" fmla="*/ 3106272 h 6858000"/>
              <a:gd name="connsiteX105" fmla="*/ 583270 w 1508539"/>
              <a:gd name="connsiteY105" fmla="*/ 2958185 h 6858000"/>
              <a:gd name="connsiteX106" fmla="*/ 525884 w 1508539"/>
              <a:gd name="connsiteY106" fmla="*/ 2762989 h 6858000"/>
              <a:gd name="connsiteX107" fmla="*/ 474802 w 1508539"/>
              <a:gd name="connsiteY107" fmla="*/ 2554718 h 6858000"/>
              <a:gd name="connsiteX108" fmla="*/ 454896 w 1508539"/>
              <a:gd name="connsiteY108" fmla="*/ 2485734 h 6858000"/>
              <a:gd name="connsiteX109" fmla="*/ 445619 w 1508539"/>
              <a:gd name="connsiteY109" fmla="*/ 2447068 h 6858000"/>
              <a:gd name="connsiteX110" fmla="*/ 432580 w 1508539"/>
              <a:gd name="connsiteY110" fmla="*/ 2425819 h 6858000"/>
              <a:gd name="connsiteX111" fmla="*/ 438579 w 1508539"/>
              <a:gd name="connsiteY111" fmla="*/ 2402874 h 6858000"/>
              <a:gd name="connsiteX112" fmla="*/ 441191 w 1508539"/>
              <a:gd name="connsiteY112" fmla="*/ 2381443 h 6858000"/>
              <a:gd name="connsiteX113" fmla="*/ 417520 w 1508539"/>
              <a:gd name="connsiteY113" fmla="*/ 2261920 h 6858000"/>
              <a:gd name="connsiteX114" fmla="*/ 407407 w 1508539"/>
              <a:gd name="connsiteY114" fmla="*/ 2195378 h 6858000"/>
              <a:gd name="connsiteX115" fmla="*/ 391624 w 1508539"/>
              <a:gd name="connsiteY115" fmla="*/ 2155135 h 6858000"/>
              <a:gd name="connsiteX116" fmla="*/ 389082 w 1508539"/>
              <a:gd name="connsiteY116" fmla="*/ 2118008 h 6858000"/>
              <a:gd name="connsiteX117" fmla="*/ 390075 w 1508539"/>
              <a:gd name="connsiteY117" fmla="*/ 2050531 h 6858000"/>
              <a:gd name="connsiteX118" fmla="*/ 381881 w 1508539"/>
              <a:gd name="connsiteY118" fmla="*/ 1963269 h 6858000"/>
              <a:gd name="connsiteX119" fmla="*/ 363059 w 1508539"/>
              <a:gd name="connsiteY119" fmla="*/ 1906352 h 6858000"/>
              <a:gd name="connsiteX120" fmla="*/ 339616 w 1508539"/>
              <a:gd name="connsiteY120" fmla="*/ 1861531 h 6858000"/>
              <a:gd name="connsiteX121" fmla="*/ 293415 w 1508539"/>
              <a:gd name="connsiteY121" fmla="*/ 1732919 h 6858000"/>
              <a:gd name="connsiteX122" fmla="*/ 265726 w 1508539"/>
              <a:gd name="connsiteY122" fmla="*/ 1663540 h 6858000"/>
              <a:gd name="connsiteX123" fmla="*/ 264852 w 1508539"/>
              <a:gd name="connsiteY123" fmla="*/ 1615777 h 6858000"/>
              <a:gd name="connsiteX124" fmla="*/ 245647 w 1508539"/>
              <a:gd name="connsiteY124" fmla="*/ 1563678 h 6858000"/>
              <a:gd name="connsiteX125" fmla="*/ 258727 w 1508539"/>
              <a:gd name="connsiteY125" fmla="*/ 1519474 h 6858000"/>
              <a:gd name="connsiteX126" fmla="*/ 251469 w 1508539"/>
              <a:gd name="connsiteY126" fmla="*/ 1477995 h 6858000"/>
              <a:gd name="connsiteX127" fmla="*/ 237554 w 1508539"/>
              <a:gd name="connsiteY127" fmla="*/ 1373769 h 6858000"/>
              <a:gd name="connsiteX128" fmla="*/ 245861 w 1508539"/>
              <a:gd name="connsiteY128" fmla="*/ 1307086 h 6858000"/>
              <a:gd name="connsiteX129" fmla="*/ 247049 w 1508539"/>
              <a:gd name="connsiteY129" fmla="*/ 1189033 h 6858000"/>
              <a:gd name="connsiteX130" fmla="*/ 251734 w 1508539"/>
              <a:gd name="connsiteY130" fmla="*/ 1168288 h 6858000"/>
              <a:gd name="connsiteX131" fmla="*/ 244016 w 1508539"/>
              <a:gd name="connsiteY131" fmla="*/ 1142577 h 6858000"/>
              <a:gd name="connsiteX132" fmla="*/ 233322 w 1508539"/>
              <a:gd name="connsiteY132" fmla="*/ 1088484 h 6858000"/>
              <a:gd name="connsiteX133" fmla="*/ 222058 w 1508539"/>
              <a:gd name="connsiteY133" fmla="*/ 1016103 h 6858000"/>
              <a:gd name="connsiteX134" fmla="*/ 223514 w 1508539"/>
              <a:gd name="connsiteY134" fmla="*/ 932283 h 6858000"/>
              <a:gd name="connsiteX135" fmla="*/ 225750 w 1508539"/>
              <a:gd name="connsiteY135" fmla="*/ 915925 h 6858000"/>
              <a:gd name="connsiteX136" fmla="*/ 218379 w 1508539"/>
              <a:gd name="connsiteY136" fmla="*/ 896999 h 6858000"/>
              <a:gd name="connsiteX137" fmla="*/ 187787 w 1508539"/>
              <a:gd name="connsiteY137" fmla="*/ 821517 h 6858000"/>
              <a:gd name="connsiteX138" fmla="*/ 166737 w 1508539"/>
              <a:gd name="connsiteY138" fmla="*/ 751353 h 6858000"/>
              <a:gd name="connsiteX139" fmla="*/ 166295 w 1508539"/>
              <a:gd name="connsiteY139" fmla="*/ 721230 h 6858000"/>
              <a:gd name="connsiteX140" fmla="*/ 151966 w 1508539"/>
              <a:gd name="connsiteY140" fmla="*/ 681659 h 6858000"/>
              <a:gd name="connsiteX141" fmla="*/ 137385 w 1508539"/>
              <a:gd name="connsiteY141" fmla="*/ 635218 h 6858000"/>
              <a:gd name="connsiteX142" fmla="*/ 142396 w 1508539"/>
              <a:gd name="connsiteY142" fmla="*/ 613763 h 6858000"/>
              <a:gd name="connsiteX143" fmla="*/ 128338 w 1508539"/>
              <a:gd name="connsiteY143" fmla="*/ 598582 h 6858000"/>
              <a:gd name="connsiteX144" fmla="*/ 128019 w 1508539"/>
              <a:gd name="connsiteY144" fmla="*/ 576846 h 6858000"/>
              <a:gd name="connsiteX145" fmla="*/ 107645 w 1508539"/>
              <a:gd name="connsiteY145" fmla="*/ 530055 h 6858000"/>
              <a:gd name="connsiteX146" fmla="*/ 98081 w 1508539"/>
              <a:gd name="connsiteY146" fmla="*/ 448559 h 6858000"/>
              <a:gd name="connsiteX147" fmla="*/ 104503 w 1508539"/>
              <a:gd name="connsiteY147" fmla="*/ 441529 h 6858000"/>
              <a:gd name="connsiteX148" fmla="*/ 103724 w 1508539"/>
              <a:gd name="connsiteY148" fmla="*/ 428927 h 6858000"/>
              <a:gd name="connsiteX149" fmla="*/ 93128 w 1508539"/>
              <a:gd name="connsiteY149" fmla="*/ 430161 h 6858000"/>
              <a:gd name="connsiteX150" fmla="*/ 70148 w 1508539"/>
              <a:gd name="connsiteY150" fmla="*/ 367211 h 6858000"/>
              <a:gd name="connsiteX151" fmla="*/ 27640 w 1508539"/>
              <a:gd name="connsiteY151" fmla="*/ 302178 h 6858000"/>
              <a:gd name="connsiteX152" fmla="*/ 6312 w 1508539"/>
              <a:gd name="connsiteY152" fmla="*/ 211375 h 6858000"/>
              <a:gd name="connsiteX153" fmla="*/ 19312 w 1508539"/>
              <a:gd name="connsiteY153" fmla="*/ 47336 h 6858000"/>
              <a:gd name="connsiteX154" fmla="*/ 0 w 1508539"/>
              <a:gd name="connsiteY154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57174 w 1508539"/>
              <a:gd name="connsiteY3" fmla="*/ 6858000 h 6858000"/>
              <a:gd name="connsiteX4" fmla="*/ 57315 w 1508539"/>
              <a:gd name="connsiteY4" fmla="*/ 6857735 h 6858000"/>
              <a:gd name="connsiteX5" fmla="*/ 69364 w 1508539"/>
              <a:gd name="connsiteY5" fmla="*/ 6809549 h 6858000"/>
              <a:gd name="connsiteX6" fmla="*/ 101575 w 1508539"/>
              <a:gd name="connsiteY6" fmla="*/ 6715115 h 6858000"/>
              <a:gd name="connsiteX7" fmla="*/ 111426 w 1508539"/>
              <a:gd name="connsiteY7" fmla="*/ 6680170 h 6858000"/>
              <a:gd name="connsiteX8" fmla="*/ 136976 w 1508539"/>
              <a:gd name="connsiteY8" fmla="*/ 6621207 h 6858000"/>
              <a:gd name="connsiteX9" fmla="*/ 153633 w 1508539"/>
              <a:gd name="connsiteY9" fmla="*/ 6596265 h 6858000"/>
              <a:gd name="connsiteX10" fmla="*/ 153512 w 1508539"/>
              <a:gd name="connsiteY10" fmla="*/ 6594818 h 6858000"/>
              <a:gd name="connsiteX11" fmla="*/ 157757 w 1508539"/>
              <a:gd name="connsiteY11" fmla="*/ 6593735 h 6858000"/>
              <a:gd name="connsiteX12" fmla="*/ 160954 w 1508539"/>
              <a:gd name="connsiteY12" fmla="*/ 6589172 h 6858000"/>
              <a:gd name="connsiteX13" fmla="*/ 164248 w 1508539"/>
              <a:gd name="connsiteY13" fmla="*/ 6574442 h 6858000"/>
              <a:gd name="connsiteX14" fmla="*/ 164588 w 1508539"/>
              <a:gd name="connsiteY14" fmla="*/ 6568530 h 6858000"/>
              <a:gd name="connsiteX15" fmla="*/ 166997 w 1508539"/>
              <a:gd name="connsiteY15" fmla="*/ 6560674 h 6858000"/>
              <a:gd name="connsiteX16" fmla="*/ 167342 w 1508539"/>
              <a:gd name="connsiteY16" fmla="*/ 6560598 h 6858000"/>
              <a:gd name="connsiteX17" fmla="*/ 169039 w 1508539"/>
              <a:gd name="connsiteY17" fmla="*/ 6553006 h 6858000"/>
              <a:gd name="connsiteX18" fmla="*/ 173735 w 1508539"/>
              <a:gd name="connsiteY18" fmla="*/ 6514360 h 6858000"/>
              <a:gd name="connsiteX19" fmla="*/ 215389 w 1508539"/>
              <a:gd name="connsiteY19" fmla="*/ 6478062 h 6858000"/>
              <a:gd name="connsiteX20" fmla="*/ 226078 w 1508539"/>
              <a:gd name="connsiteY20" fmla="*/ 6460325 h 6858000"/>
              <a:gd name="connsiteX21" fmla="*/ 233311 w 1508539"/>
              <a:gd name="connsiteY21" fmla="*/ 6451488 h 6858000"/>
              <a:gd name="connsiteX22" fmla="*/ 234746 w 1508539"/>
              <a:gd name="connsiteY22" fmla="*/ 6451348 h 6858000"/>
              <a:gd name="connsiteX23" fmla="*/ 239104 w 1508539"/>
              <a:gd name="connsiteY23" fmla="*/ 6414240 h 6858000"/>
              <a:gd name="connsiteX24" fmla="*/ 241980 w 1508539"/>
              <a:gd name="connsiteY24" fmla="*/ 6410269 h 6858000"/>
              <a:gd name="connsiteX25" fmla="*/ 241880 w 1508539"/>
              <a:gd name="connsiteY25" fmla="*/ 6384857 h 6858000"/>
              <a:gd name="connsiteX26" fmla="*/ 243397 w 1508539"/>
              <a:gd name="connsiteY26" fmla="*/ 6372381 h 6858000"/>
              <a:gd name="connsiteX27" fmla="*/ 240591 w 1508539"/>
              <a:gd name="connsiteY27" fmla="*/ 6367510 h 6858000"/>
              <a:gd name="connsiteX28" fmla="*/ 244471 w 1508539"/>
              <a:gd name="connsiteY28" fmla="*/ 6349778 h 6858000"/>
              <a:gd name="connsiteX29" fmla="*/ 246136 w 1508539"/>
              <a:gd name="connsiteY29" fmla="*/ 6348250 h 6858000"/>
              <a:gd name="connsiteX30" fmla="*/ 262170 w 1508539"/>
              <a:gd name="connsiteY30" fmla="*/ 6281972 h 6858000"/>
              <a:gd name="connsiteX31" fmla="*/ 272933 w 1508539"/>
              <a:gd name="connsiteY31" fmla="*/ 6211940 h 6858000"/>
              <a:gd name="connsiteX32" fmla="*/ 314428 w 1508539"/>
              <a:gd name="connsiteY32" fmla="*/ 6113913 h 6858000"/>
              <a:gd name="connsiteX33" fmla="*/ 318721 w 1508539"/>
              <a:gd name="connsiteY33" fmla="*/ 6028119 h 6858000"/>
              <a:gd name="connsiteX34" fmla="*/ 345501 w 1508539"/>
              <a:gd name="connsiteY34" fmla="*/ 5934687 h 6858000"/>
              <a:gd name="connsiteX35" fmla="*/ 379513 w 1508539"/>
              <a:gd name="connsiteY35" fmla="*/ 5765594 h 6858000"/>
              <a:gd name="connsiteX36" fmla="*/ 411349 w 1508539"/>
              <a:gd name="connsiteY36" fmla="*/ 5693685 h 6858000"/>
              <a:gd name="connsiteX37" fmla="*/ 431404 w 1508539"/>
              <a:gd name="connsiteY37" fmla="*/ 5665173 h 6858000"/>
              <a:gd name="connsiteX38" fmla="*/ 465121 w 1508539"/>
              <a:gd name="connsiteY38" fmla="*/ 5563435 h 6858000"/>
              <a:gd name="connsiteX39" fmla="*/ 494626 w 1508539"/>
              <a:gd name="connsiteY39" fmla="*/ 5476393 h 6858000"/>
              <a:gd name="connsiteX40" fmla="*/ 525819 w 1508539"/>
              <a:gd name="connsiteY40" fmla="*/ 5396260 h 6858000"/>
              <a:gd name="connsiteX41" fmla="*/ 541800 w 1508539"/>
              <a:gd name="connsiteY41" fmla="*/ 5330009 h 6858000"/>
              <a:gd name="connsiteX42" fmla="*/ 575293 w 1508539"/>
              <a:gd name="connsiteY42" fmla="*/ 5273739 h 6858000"/>
              <a:gd name="connsiteX43" fmla="*/ 584892 w 1508539"/>
              <a:gd name="connsiteY43" fmla="*/ 5241779 h 6858000"/>
              <a:gd name="connsiteX44" fmla="*/ 596118 w 1508539"/>
              <a:gd name="connsiteY44" fmla="*/ 5225268 h 6858000"/>
              <a:gd name="connsiteX45" fmla="*/ 597138 w 1508539"/>
              <a:gd name="connsiteY45" fmla="*/ 5217684 h 6858000"/>
              <a:gd name="connsiteX46" fmla="*/ 604479 w 1508539"/>
              <a:gd name="connsiteY46" fmla="*/ 5193377 h 6858000"/>
              <a:gd name="connsiteX47" fmla="*/ 607782 w 1508539"/>
              <a:gd name="connsiteY47" fmla="*/ 5179288 h 6858000"/>
              <a:gd name="connsiteX48" fmla="*/ 608766 w 1508539"/>
              <a:gd name="connsiteY48" fmla="*/ 5173621 h 6858000"/>
              <a:gd name="connsiteX49" fmla="*/ 604400 w 1508539"/>
              <a:gd name="connsiteY49" fmla="*/ 5159961 h 6858000"/>
              <a:gd name="connsiteX50" fmla="*/ 611077 w 1508539"/>
              <a:gd name="connsiteY50" fmla="*/ 5144295 h 6858000"/>
              <a:gd name="connsiteX51" fmla="*/ 608010 w 1508539"/>
              <a:gd name="connsiteY51" fmla="*/ 5125185 h 6858000"/>
              <a:gd name="connsiteX52" fmla="*/ 614840 w 1508539"/>
              <a:gd name="connsiteY52" fmla="*/ 5121884 h 6858000"/>
              <a:gd name="connsiteX53" fmla="*/ 621876 w 1508539"/>
              <a:gd name="connsiteY53" fmla="*/ 5067850 h 6858000"/>
              <a:gd name="connsiteX54" fmla="*/ 624607 w 1508539"/>
              <a:gd name="connsiteY54" fmla="*/ 5060861 h 6858000"/>
              <a:gd name="connsiteX55" fmla="*/ 621311 w 1508539"/>
              <a:gd name="connsiteY55" fmla="*/ 5034192 h 6858000"/>
              <a:gd name="connsiteX56" fmla="*/ 622865 w 1508539"/>
              <a:gd name="connsiteY56" fmla="*/ 4993030 h 6858000"/>
              <a:gd name="connsiteX57" fmla="*/ 629774 w 1508539"/>
              <a:gd name="connsiteY57" fmla="*/ 4946844 h 6858000"/>
              <a:gd name="connsiteX58" fmla="*/ 625630 w 1508539"/>
              <a:gd name="connsiteY58" fmla="*/ 4932692 h 6858000"/>
              <a:gd name="connsiteX59" fmla="*/ 641033 w 1508539"/>
              <a:gd name="connsiteY59" fmla="*/ 4858827 h 6858000"/>
              <a:gd name="connsiteX60" fmla="*/ 635187 w 1508539"/>
              <a:gd name="connsiteY60" fmla="*/ 4801535 h 6858000"/>
              <a:gd name="connsiteX61" fmla="*/ 642856 w 1508539"/>
              <a:gd name="connsiteY61" fmla="*/ 4797794 h 6858000"/>
              <a:gd name="connsiteX62" fmla="*/ 644150 w 1508539"/>
              <a:gd name="connsiteY62" fmla="*/ 4784526 h 6858000"/>
              <a:gd name="connsiteX63" fmla="*/ 645934 w 1508539"/>
              <a:gd name="connsiteY63" fmla="*/ 4781211 h 6858000"/>
              <a:gd name="connsiteX64" fmla="*/ 654721 w 1508539"/>
              <a:gd name="connsiteY64" fmla="*/ 4761984 h 6858000"/>
              <a:gd name="connsiteX65" fmla="*/ 650769 w 1508539"/>
              <a:gd name="connsiteY65" fmla="*/ 4690749 h 6858000"/>
              <a:gd name="connsiteX66" fmla="*/ 646249 w 1508539"/>
              <a:gd name="connsiteY66" fmla="*/ 4584173 h 6858000"/>
              <a:gd name="connsiteX67" fmla="*/ 641332 w 1508539"/>
              <a:gd name="connsiteY67" fmla="*/ 4444346 h 6858000"/>
              <a:gd name="connsiteX68" fmla="*/ 637897 w 1508539"/>
              <a:gd name="connsiteY68" fmla="*/ 4375228 h 6858000"/>
              <a:gd name="connsiteX69" fmla="*/ 618550 w 1508539"/>
              <a:gd name="connsiteY69" fmla="*/ 4214165 h 6858000"/>
              <a:gd name="connsiteX70" fmla="*/ 622623 w 1508539"/>
              <a:gd name="connsiteY70" fmla="*/ 4090296 h 6858000"/>
              <a:gd name="connsiteX71" fmla="*/ 607879 w 1508539"/>
              <a:gd name="connsiteY71" fmla="*/ 4033999 h 6858000"/>
              <a:gd name="connsiteX72" fmla="*/ 609028 w 1508539"/>
              <a:gd name="connsiteY72" fmla="*/ 4031933 h 6858000"/>
              <a:gd name="connsiteX73" fmla="*/ 607604 w 1508539"/>
              <a:gd name="connsiteY73" fmla="*/ 4013953 h 6858000"/>
              <a:gd name="connsiteX74" fmla="*/ 593899 w 1508539"/>
              <a:gd name="connsiteY74" fmla="*/ 3974753 h 6858000"/>
              <a:gd name="connsiteX75" fmla="*/ 595497 w 1508539"/>
              <a:gd name="connsiteY75" fmla="*/ 3969950 h 6858000"/>
              <a:gd name="connsiteX76" fmla="*/ 588919 w 1508539"/>
              <a:gd name="connsiteY76" fmla="*/ 3933779 h 6858000"/>
              <a:gd name="connsiteX77" fmla="*/ 590250 w 1508539"/>
              <a:gd name="connsiteY77" fmla="*/ 3933093 h 6858000"/>
              <a:gd name="connsiteX78" fmla="*/ 594604 w 1508539"/>
              <a:gd name="connsiteY78" fmla="*/ 3922082 h 6858000"/>
              <a:gd name="connsiteX79" fmla="*/ 599682 w 1508539"/>
              <a:gd name="connsiteY79" fmla="*/ 3901461 h 6858000"/>
              <a:gd name="connsiteX80" fmla="*/ 622276 w 1508539"/>
              <a:gd name="connsiteY80" fmla="*/ 3813873 h 6858000"/>
              <a:gd name="connsiteX81" fmla="*/ 621701 w 1508539"/>
              <a:gd name="connsiteY81" fmla="*/ 3806161 h 6858000"/>
              <a:gd name="connsiteX82" fmla="*/ 622008 w 1508539"/>
              <a:gd name="connsiteY82" fmla="*/ 3805957 h 6858000"/>
              <a:gd name="connsiteX83" fmla="*/ 622035 w 1508539"/>
              <a:gd name="connsiteY83" fmla="*/ 3797724 h 6858000"/>
              <a:gd name="connsiteX84" fmla="*/ 620650 w 1508539"/>
              <a:gd name="connsiteY84" fmla="*/ 3792098 h 6858000"/>
              <a:gd name="connsiteX85" fmla="*/ 619534 w 1508539"/>
              <a:gd name="connsiteY85" fmla="*/ 3777135 h 6858000"/>
              <a:gd name="connsiteX86" fmla="*/ 621267 w 1508539"/>
              <a:gd name="connsiteY86" fmla="*/ 3771656 h 6858000"/>
              <a:gd name="connsiteX87" fmla="*/ 625010 w 1508539"/>
              <a:gd name="connsiteY87" fmla="*/ 3769007 h 6858000"/>
              <a:gd name="connsiteX88" fmla="*/ 624476 w 1508539"/>
              <a:gd name="connsiteY88" fmla="*/ 3767709 h 6858000"/>
              <a:gd name="connsiteX89" fmla="*/ 633172 w 1508539"/>
              <a:gd name="connsiteY89" fmla="*/ 3738082 h 6858000"/>
              <a:gd name="connsiteX90" fmla="*/ 640518 w 1508539"/>
              <a:gd name="connsiteY90" fmla="*/ 3673397 h 6858000"/>
              <a:gd name="connsiteX91" fmla="*/ 639814 w 1508539"/>
              <a:gd name="connsiteY91" fmla="*/ 3637109 h 6858000"/>
              <a:gd name="connsiteX92" fmla="*/ 643257 w 1508539"/>
              <a:gd name="connsiteY92" fmla="*/ 3536883 h 6858000"/>
              <a:gd name="connsiteX93" fmla="*/ 650795 w 1508539"/>
              <a:gd name="connsiteY93" fmla="*/ 3435652 h 6858000"/>
              <a:gd name="connsiteX94" fmla="*/ 652466 w 1508539"/>
              <a:gd name="connsiteY94" fmla="*/ 3307769 h 6858000"/>
              <a:gd name="connsiteX95" fmla="*/ 670029 w 1508539"/>
              <a:gd name="connsiteY95" fmla="*/ 3250522 h 6858000"/>
              <a:gd name="connsiteX96" fmla="*/ 670454 w 1508539"/>
              <a:gd name="connsiteY96" fmla="*/ 3229163 h 6858000"/>
              <a:gd name="connsiteX97" fmla="*/ 672277 w 1508539"/>
              <a:gd name="connsiteY97" fmla="*/ 3217217 h 6858000"/>
              <a:gd name="connsiteX98" fmla="*/ 659112 w 1508539"/>
              <a:gd name="connsiteY98" fmla="*/ 3183755 h 6858000"/>
              <a:gd name="connsiteX99" fmla="*/ 659613 w 1508539"/>
              <a:gd name="connsiteY99" fmla="*/ 3178642 h 6858000"/>
              <a:gd name="connsiteX100" fmla="*/ 647213 w 1508539"/>
              <a:gd name="connsiteY100" fmla="*/ 3158586 h 6858000"/>
              <a:gd name="connsiteX101" fmla="*/ 632398 w 1508539"/>
              <a:gd name="connsiteY101" fmla="*/ 3129034 h 6858000"/>
              <a:gd name="connsiteX102" fmla="*/ 633063 w 1508539"/>
              <a:gd name="connsiteY102" fmla="*/ 3126682 h 6858000"/>
              <a:gd name="connsiteX103" fmla="*/ 623931 w 1508539"/>
              <a:gd name="connsiteY103" fmla="*/ 3114519 h 6858000"/>
              <a:gd name="connsiteX104" fmla="*/ 610540 w 1508539"/>
              <a:gd name="connsiteY104" fmla="*/ 3106272 h 6858000"/>
              <a:gd name="connsiteX105" fmla="*/ 583270 w 1508539"/>
              <a:gd name="connsiteY105" fmla="*/ 2958185 h 6858000"/>
              <a:gd name="connsiteX106" fmla="*/ 525884 w 1508539"/>
              <a:gd name="connsiteY106" fmla="*/ 2762989 h 6858000"/>
              <a:gd name="connsiteX107" fmla="*/ 474802 w 1508539"/>
              <a:gd name="connsiteY107" fmla="*/ 2554718 h 6858000"/>
              <a:gd name="connsiteX108" fmla="*/ 454896 w 1508539"/>
              <a:gd name="connsiteY108" fmla="*/ 2485734 h 6858000"/>
              <a:gd name="connsiteX109" fmla="*/ 445619 w 1508539"/>
              <a:gd name="connsiteY109" fmla="*/ 2447068 h 6858000"/>
              <a:gd name="connsiteX110" fmla="*/ 432580 w 1508539"/>
              <a:gd name="connsiteY110" fmla="*/ 2425819 h 6858000"/>
              <a:gd name="connsiteX111" fmla="*/ 438579 w 1508539"/>
              <a:gd name="connsiteY111" fmla="*/ 2402874 h 6858000"/>
              <a:gd name="connsiteX112" fmla="*/ 441191 w 1508539"/>
              <a:gd name="connsiteY112" fmla="*/ 2381443 h 6858000"/>
              <a:gd name="connsiteX113" fmla="*/ 417520 w 1508539"/>
              <a:gd name="connsiteY113" fmla="*/ 2261920 h 6858000"/>
              <a:gd name="connsiteX114" fmla="*/ 407407 w 1508539"/>
              <a:gd name="connsiteY114" fmla="*/ 2195378 h 6858000"/>
              <a:gd name="connsiteX115" fmla="*/ 391624 w 1508539"/>
              <a:gd name="connsiteY115" fmla="*/ 2155135 h 6858000"/>
              <a:gd name="connsiteX116" fmla="*/ 389082 w 1508539"/>
              <a:gd name="connsiteY116" fmla="*/ 2118008 h 6858000"/>
              <a:gd name="connsiteX117" fmla="*/ 390075 w 1508539"/>
              <a:gd name="connsiteY117" fmla="*/ 2050531 h 6858000"/>
              <a:gd name="connsiteX118" fmla="*/ 381881 w 1508539"/>
              <a:gd name="connsiteY118" fmla="*/ 1963269 h 6858000"/>
              <a:gd name="connsiteX119" fmla="*/ 363059 w 1508539"/>
              <a:gd name="connsiteY119" fmla="*/ 1906352 h 6858000"/>
              <a:gd name="connsiteX120" fmla="*/ 339616 w 1508539"/>
              <a:gd name="connsiteY120" fmla="*/ 1861531 h 6858000"/>
              <a:gd name="connsiteX121" fmla="*/ 293415 w 1508539"/>
              <a:gd name="connsiteY121" fmla="*/ 1732919 h 6858000"/>
              <a:gd name="connsiteX122" fmla="*/ 265726 w 1508539"/>
              <a:gd name="connsiteY122" fmla="*/ 1663540 h 6858000"/>
              <a:gd name="connsiteX123" fmla="*/ 264852 w 1508539"/>
              <a:gd name="connsiteY123" fmla="*/ 1615777 h 6858000"/>
              <a:gd name="connsiteX124" fmla="*/ 245647 w 1508539"/>
              <a:gd name="connsiteY124" fmla="*/ 1563678 h 6858000"/>
              <a:gd name="connsiteX125" fmla="*/ 258727 w 1508539"/>
              <a:gd name="connsiteY125" fmla="*/ 1519474 h 6858000"/>
              <a:gd name="connsiteX126" fmla="*/ 251469 w 1508539"/>
              <a:gd name="connsiteY126" fmla="*/ 1477995 h 6858000"/>
              <a:gd name="connsiteX127" fmla="*/ 237554 w 1508539"/>
              <a:gd name="connsiteY127" fmla="*/ 1373769 h 6858000"/>
              <a:gd name="connsiteX128" fmla="*/ 245861 w 1508539"/>
              <a:gd name="connsiteY128" fmla="*/ 1307086 h 6858000"/>
              <a:gd name="connsiteX129" fmla="*/ 247049 w 1508539"/>
              <a:gd name="connsiteY129" fmla="*/ 1189033 h 6858000"/>
              <a:gd name="connsiteX130" fmla="*/ 251734 w 1508539"/>
              <a:gd name="connsiteY130" fmla="*/ 1168288 h 6858000"/>
              <a:gd name="connsiteX131" fmla="*/ 244016 w 1508539"/>
              <a:gd name="connsiteY131" fmla="*/ 1142577 h 6858000"/>
              <a:gd name="connsiteX132" fmla="*/ 233322 w 1508539"/>
              <a:gd name="connsiteY132" fmla="*/ 1088484 h 6858000"/>
              <a:gd name="connsiteX133" fmla="*/ 222058 w 1508539"/>
              <a:gd name="connsiteY133" fmla="*/ 1016103 h 6858000"/>
              <a:gd name="connsiteX134" fmla="*/ 223514 w 1508539"/>
              <a:gd name="connsiteY134" fmla="*/ 932283 h 6858000"/>
              <a:gd name="connsiteX135" fmla="*/ 225750 w 1508539"/>
              <a:gd name="connsiteY135" fmla="*/ 915925 h 6858000"/>
              <a:gd name="connsiteX136" fmla="*/ 218379 w 1508539"/>
              <a:gd name="connsiteY136" fmla="*/ 896999 h 6858000"/>
              <a:gd name="connsiteX137" fmla="*/ 187787 w 1508539"/>
              <a:gd name="connsiteY137" fmla="*/ 821517 h 6858000"/>
              <a:gd name="connsiteX138" fmla="*/ 166737 w 1508539"/>
              <a:gd name="connsiteY138" fmla="*/ 751353 h 6858000"/>
              <a:gd name="connsiteX139" fmla="*/ 166295 w 1508539"/>
              <a:gd name="connsiteY139" fmla="*/ 721230 h 6858000"/>
              <a:gd name="connsiteX140" fmla="*/ 151966 w 1508539"/>
              <a:gd name="connsiteY140" fmla="*/ 681659 h 6858000"/>
              <a:gd name="connsiteX141" fmla="*/ 137385 w 1508539"/>
              <a:gd name="connsiteY141" fmla="*/ 635218 h 6858000"/>
              <a:gd name="connsiteX142" fmla="*/ 142396 w 1508539"/>
              <a:gd name="connsiteY142" fmla="*/ 613763 h 6858000"/>
              <a:gd name="connsiteX143" fmla="*/ 128338 w 1508539"/>
              <a:gd name="connsiteY143" fmla="*/ 598582 h 6858000"/>
              <a:gd name="connsiteX144" fmla="*/ 128019 w 1508539"/>
              <a:gd name="connsiteY144" fmla="*/ 576846 h 6858000"/>
              <a:gd name="connsiteX145" fmla="*/ 107645 w 1508539"/>
              <a:gd name="connsiteY145" fmla="*/ 530055 h 6858000"/>
              <a:gd name="connsiteX146" fmla="*/ 98081 w 1508539"/>
              <a:gd name="connsiteY146" fmla="*/ 448559 h 6858000"/>
              <a:gd name="connsiteX147" fmla="*/ 104503 w 1508539"/>
              <a:gd name="connsiteY147" fmla="*/ 441529 h 6858000"/>
              <a:gd name="connsiteX148" fmla="*/ 103724 w 1508539"/>
              <a:gd name="connsiteY148" fmla="*/ 428927 h 6858000"/>
              <a:gd name="connsiteX149" fmla="*/ 93128 w 1508539"/>
              <a:gd name="connsiteY149" fmla="*/ 430161 h 6858000"/>
              <a:gd name="connsiteX150" fmla="*/ 70148 w 1508539"/>
              <a:gd name="connsiteY150" fmla="*/ 367211 h 6858000"/>
              <a:gd name="connsiteX151" fmla="*/ 27640 w 1508539"/>
              <a:gd name="connsiteY151" fmla="*/ 302178 h 6858000"/>
              <a:gd name="connsiteX152" fmla="*/ 32747 w 1508539"/>
              <a:gd name="connsiteY152" fmla="*/ 158081 h 6858000"/>
              <a:gd name="connsiteX153" fmla="*/ 19312 w 1508539"/>
              <a:gd name="connsiteY153" fmla="*/ 47336 h 6858000"/>
              <a:gd name="connsiteX154" fmla="*/ 0 w 1508539"/>
              <a:gd name="connsiteY154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57174 w 1508539"/>
              <a:gd name="connsiteY3" fmla="*/ 6858000 h 6858000"/>
              <a:gd name="connsiteX4" fmla="*/ 57315 w 1508539"/>
              <a:gd name="connsiteY4" fmla="*/ 6857735 h 6858000"/>
              <a:gd name="connsiteX5" fmla="*/ 69364 w 1508539"/>
              <a:gd name="connsiteY5" fmla="*/ 6809549 h 6858000"/>
              <a:gd name="connsiteX6" fmla="*/ 101575 w 1508539"/>
              <a:gd name="connsiteY6" fmla="*/ 6715115 h 6858000"/>
              <a:gd name="connsiteX7" fmla="*/ 111426 w 1508539"/>
              <a:gd name="connsiteY7" fmla="*/ 6680170 h 6858000"/>
              <a:gd name="connsiteX8" fmla="*/ 136976 w 1508539"/>
              <a:gd name="connsiteY8" fmla="*/ 6621207 h 6858000"/>
              <a:gd name="connsiteX9" fmla="*/ 153633 w 1508539"/>
              <a:gd name="connsiteY9" fmla="*/ 6596265 h 6858000"/>
              <a:gd name="connsiteX10" fmla="*/ 153512 w 1508539"/>
              <a:gd name="connsiteY10" fmla="*/ 6594818 h 6858000"/>
              <a:gd name="connsiteX11" fmla="*/ 157757 w 1508539"/>
              <a:gd name="connsiteY11" fmla="*/ 6593735 h 6858000"/>
              <a:gd name="connsiteX12" fmla="*/ 160954 w 1508539"/>
              <a:gd name="connsiteY12" fmla="*/ 6589172 h 6858000"/>
              <a:gd name="connsiteX13" fmla="*/ 164248 w 1508539"/>
              <a:gd name="connsiteY13" fmla="*/ 6574442 h 6858000"/>
              <a:gd name="connsiteX14" fmla="*/ 164588 w 1508539"/>
              <a:gd name="connsiteY14" fmla="*/ 6568530 h 6858000"/>
              <a:gd name="connsiteX15" fmla="*/ 166997 w 1508539"/>
              <a:gd name="connsiteY15" fmla="*/ 6560674 h 6858000"/>
              <a:gd name="connsiteX16" fmla="*/ 167342 w 1508539"/>
              <a:gd name="connsiteY16" fmla="*/ 6560598 h 6858000"/>
              <a:gd name="connsiteX17" fmla="*/ 169039 w 1508539"/>
              <a:gd name="connsiteY17" fmla="*/ 6553006 h 6858000"/>
              <a:gd name="connsiteX18" fmla="*/ 173735 w 1508539"/>
              <a:gd name="connsiteY18" fmla="*/ 6514360 h 6858000"/>
              <a:gd name="connsiteX19" fmla="*/ 215389 w 1508539"/>
              <a:gd name="connsiteY19" fmla="*/ 6478062 h 6858000"/>
              <a:gd name="connsiteX20" fmla="*/ 226078 w 1508539"/>
              <a:gd name="connsiteY20" fmla="*/ 6460325 h 6858000"/>
              <a:gd name="connsiteX21" fmla="*/ 233311 w 1508539"/>
              <a:gd name="connsiteY21" fmla="*/ 6451488 h 6858000"/>
              <a:gd name="connsiteX22" fmla="*/ 234746 w 1508539"/>
              <a:gd name="connsiteY22" fmla="*/ 6451348 h 6858000"/>
              <a:gd name="connsiteX23" fmla="*/ 239104 w 1508539"/>
              <a:gd name="connsiteY23" fmla="*/ 6414240 h 6858000"/>
              <a:gd name="connsiteX24" fmla="*/ 241980 w 1508539"/>
              <a:gd name="connsiteY24" fmla="*/ 6410269 h 6858000"/>
              <a:gd name="connsiteX25" fmla="*/ 241880 w 1508539"/>
              <a:gd name="connsiteY25" fmla="*/ 6384857 h 6858000"/>
              <a:gd name="connsiteX26" fmla="*/ 243397 w 1508539"/>
              <a:gd name="connsiteY26" fmla="*/ 6372381 h 6858000"/>
              <a:gd name="connsiteX27" fmla="*/ 240591 w 1508539"/>
              <a:gd name="connsiteY27" fmla="*/ 6367510 h 6858000"/>
              <a:gd name="connsiteX28" fmla="*/ 244471 w 1508539"/>
              <a:gd name="connsiteY28" fmla="*/ 6349778 h 6858000"/>
              <a:gd name="connsiteX29" fmla="*/ 246136 w 1508539"/>
              <a:gd name="connsiteY29" fmla="*/ 6348250 h 6858000"/>
              <a:gd name="connsiteX30" fmla="*/ 262170 w 1508539"/>
              <a:gd name="connsiteY30" fmla="*/ 6281972 h 6858000"/>
              <a:gd name="connsiteX31" fmla="*/ 272933 w 1508539"/>
              <a:gd name="connsiteY31" fmla="*/ 6211940 h 6858000"/>
              <a:gd name="connsiteX32" fmla="*/ 314428 w 1508539"/>
              <a:gd name="connsiteY32" fmla="*/ 6113913 h 6858000"/>
              <a:gd name="connsiteX33" fmla="*/ 318721 w 1508539"/>
              <a:gd name="connsiteY33" fmla="*/ 6028119 h 6858000"/>
              <a:gd name="connsiteX34" fmla="*/ 345501 w 1508539"/>
              <a:gd name="connsiteY34" fmla="*/ 5934687 h 6858000"/>
              <a:gd name="connsiteX35" fmla="*/ 379513 w 1508539"/>
              <a:gd name="connsiteY35" fmla="*/ 5765594 h 6858000"/>
              <a:gd name="connsiteX36" fmla="*/ 411349 w 1508539"/>
              <a:gd name="connsiteY36" fmla="*/ 5693685 h 6858000"/>
              <a:gd name="connsiteX37" fmla="*/ 431404 w 1508539"/>
              <a:gd name="connsiteY37" fmla="*/ 5665173 h 6858000"/>
              <a:gd name="connsiteX38" fmla="*/ 465121 w 1508539"/>
              <a:gd name="connsiteY38" fmla="*/ 5563435 h 6858000"/>
              <a:gd name="connsiteX39" fmla="*/ 494626 w 1508539"/>
              <a:gd name="connsiteY39" fmla="*/ 5476393 h 6858000"/>
              <a:gd name="connsiteX40" fmla="*/ 525819 w 1508539"/>
              <a:gd name="connsiteY40" fmla="*/ 5396260 h 6858000"/>
              <a:gd name="connsiteX41" fmla="*/ 541800 w 1508539"/>
              <a:gd name="connsiteY41" fmla="*/ 5330009 h 6858000"/>
              <a:gd name="connsiteX42" fmla="*/ 575293 w 1508539"/>
              <a:gd name="connsiteY42" fmla="*/ 5273739 h 6858000"/>
              <a:gd name="connsiteX43" fmla="*/ 584892 w 1508539"/>
              <a:gd name="connsiteY43" fmla="*/ 5241779 h 6858000"/>
              <a:gd name="connsiteX44" fmla="*/ 596118 w 1508539"/>
              <a:gd name="connsiteY44" fmla="*/ 5225268 h 6858000"/>
              <a:gd name="connsiteX45" fmla="*/ 597138 w 1508539"/>
              <a:gd name="connsiteY45" fmla="*/ 5217684 h 6858000"/>
              <a:gd name="connsiteX46" fmla="*/ 604479 w 1508539"/>
              <a:gd name="connsiteY46" fmla="*/ 5193377 h 6858000"/>
              <a:gd name="connsiteX47" fmla="*/ 607782 w 1508539"/>
              <a:gd name="connsiteY47" fmla="*/ 5179288 h 6858000"/>
              <a:gd name="connsiteX48" fmla="*/ 608766 w 1508539"/>
              <a:gd name="connsiteY48" fmla="*/ 5173621 h 6858000"/>
              <a:gd name="connsiteX49" fmla="*/ 604400 w 1508539"/>
              <a:gd name="connsiteY49" fmla="*/ 5159961 h 6858000"/>
              <a:gd name="connsiteX50" fmla="*/ 611077 w 1508539"/>
              <a:gd name="connsiteY50" fmla="*/ 5144295 h 6858000"/>
              <a:gd name="connsiteX51" fmla="*/ 608010 w 1508539"/>
              <a:gd name="connsiteY51" fmla="*/ 5125185 h 6858000"/>
              <a:gd name="connsiteX52" fmla="*/ 614840 w 1508539"/>
              <a:gd name="connsiteY52" fmla="*/ 5121884 h 6858000"/>
              <a:gd name="connsiteX53" fmla="*/ 621876 w 1508539"/>
              <a:gd name="connsiteY53" fmla="*/ 5067850 h 6858000"/>
              <a:gd name="connsiteX54" fmla="*/ 624607 w 1508539"/>
              <a:gd name="connsiteY54" fmla="*/ 5060861 h 6858000"/>
              <a:gd name="connsiteX55" fmla="*/ 621311 w 1508539"/>
              <a:gd name="connsiteY55" fmla="*/ 5034192 h 6858000"/>
              <a:gd name="connsiteX56" fmla="*/ 622865 w 1508539"/>
              <a:gd name="connsiteY56" fmla="*/ 4993030 h 6858000"/>
              <a:gd name="connsiteX57" fmla="*/ 629774 w 1508539"/>
              <a:gd name="connsiteY57" fmla="*/ 4946844 h 6858000"/>
              <a:gd name="connsiteX58" fmla="*/ 625630 w 1508539"/>
              <a:gd name="connsiteY58" fmla="*/ 4932692 h 6858000"/>
              <a:gd name="connsiteX59" fmla="*/ 641033 w 1508539"/>
              <a:gd name="connsiteY59" fmla="*/ 4858827 h 6858000"/>
              <a:gd name="connsiteX60" fmla="*/ 635187 w 1508539"/>
              <a:gd name="connsiteY60" fmla="*/ 4801535 h 6858000"/>
              <a:gd name="connsiteX61" fmla="*/ 642856 w 1508539"/>
              <a:gd name="connsiteY61" fmla="*/ 4797794 h 6858000"/>
              <a:gd name="connsiteX62" fmla="*/ 644150 w 1508539"/>
              <a:gd name="connsiteY62" fmla="*/ 4784526 h 6858000"/>
              <a:gd name="connsiteX63" fmla="*/ 645934 w 1508539"/>
              <a:gd name="connsiteY63" fmla="*/ 4781211 h 6858000"/>
              <a:gd name="connsiteX64" fmla="*/ 654721 w 1508539"/>
              <a:gd name="connsiteY64" fmla="*/ 4761984 h 6858000"/>
              <a:gd name="connsiteX65" fmla="*/ 650769 w 1508539"/>
              <a:gd name="connsiteY65" fmla="*/ 4690749 h 6858000"/>
              <a:gd name="connsiteX66" fmla="*/ 646249 w 1508539"/>
              <a:gd name="connsiteY66" fmla="*/ 4584173 h 6858000"/>
              <a:gd name="connsiteX67" fmla="*/ 641332 w 1508539"/>
              <a:gd name="connsiteY67" fmla="*/ 4444346 h 6858000"/>
              <a:gd name="connsiteX68" fmla="*/ 637897 w 1508539"/>
              <a:gd name="connsiteY68" fmla="*/ 4375228 h 6858000"/>
              <a:gd name="connsiteX69" fmla="*/ 618550 w 1508539"/>
              <a:gd name="connsiteY69" fmla="*/ 4214165 h 6858000"/>
              <a:gd name="connsiteX70" fmla="*/ 622623 w 1508539"/>
              <a:gd name="connsiteY70" fmla="*/ 4090296 h 6858000"/>
              <a:gd name="connsiteX71" fmla="*/ 607879 w 1508539"/>
              <a:gd name="connsiteY71" fmla="*/ 4033999 h 6858000"/>
              <a:gd name="connsiteX72" fmla="*/ 609028 w 1508539"/>
              <a:gd name="connsiteY72" fmla="*/ 4031933 h 6858000"/>
              <a:gd name="connsiteX73" fmla="*/ 607604 w 1508539"/>
              <a:gd name="connsiteY73" fmla="*/ 4013953 h 6858000"/>
              <a:gd name="connsiteX74" fmla="*/ 593899 w 1508539"/>
              <a:gd name="connsiteY74" fmla="*/ 3974753 h 6858000"/>
              <a:gd name="connsiteX75" fmla="*/ 595497 w 1508539"/>
              <a:gd name="connsiteY75" fmla="*/ 3969950 h 6858000"/>
              <a:gd name="connsiteX76" fmla="*/ 588919 w 1508539"/>
              <a:gd name="connsiteY76" fmla="*/ 3933779 h 6858000"/>
              <a:gd name="connsiteX77" fmla="*/ 590250 w 1508539"/>
              <a:gd name="connsiteY77" fmla="*/ 3933093 h 6858000"/>
              <a:gd name="connsiteX78" fmla="*/ 594604 w 1508539"/>
              <a:gd name="connsiteY78" fmla="*/ 3922082 h 6858000"/>
              <a:gd name="connsiteX79" fmla="*/ 599682 w 1508539"/>
              <a:gd name="connsiteY79" fmla="*/ 3901461 h 6858000"/>
              <a:gd name="connsiteX80" fmla="*/ 622276 w 1508539"/>
              <a:gd name="connsiteY80" fmla="*/ 3813873 h 6858000"/>
              <a:gd name="connsiteX81" fmla="*/ 621701 w 1508539"/>
              <a:gd name="connsiteY81" fmla="*/ 3806161 h 6858000"/>
              <a:gd name="connsiteX82" fmla="*/ 622008 w 1508539"/>
              <a:gd name="connsiteY82" fmla="*/ 3805957 h 6858000"/>
              <a:gd name="connsiteX83" fmla="*/ 622035 w 1508539"/>
              <a:gd name="connsiteY83" fmla="*/ 3797724 h 6858000"/>
              <a:gd name="connsiteX84" fmla="*/ 620650 w 1508539"/>
              <a:gd name="connsiteY84" fmla="*/ 3792098 h 6858000"/>
              <a:gd name="connsiteX85" fmla="*/ 619534 w 1508539"/>
              <a:gd name="connsiteY85" fmla="*/ 3777135 h 6858000"/>
              <a:gd name="connsiteX86" fmla="*/ 621267 w 1508539"/>
              <a:gd name="connsiteY86" fmla="*/ 3771656 h 6858000"/>
              <a:gd name="connsiteX87" fmla="*/ 625010 w 1508539"/>
              <a:gd name="connsiteY87" fmla="*/ 3769007 h 6858000"/>
              <a:gd name="connsiteX88" fmla="*/ 624476 w 1508539"/>
              <a:gd name="connsiteY88" fmla="*/ 3767709 h 6858000"/>
              <a:gd name="connsiteX89" fmla="*/ 633172 w 1508539"/>
              <a:gd name="connsiteY89" fmla="*/ 3738082 h 6858000"/>
              <a:gd name="connsiteX90" fmla="*/ 640518 w 1508539"/>
              <a:gd name="connsiteY90" fmla="*/ 3673397 h 6858000"/>
              <a:gd name="connsiteX91" fmla="*/ 639814 w 1508539"/>
              <a:gd name="connsiteY91" fmla="*/ 3637109 h 6858000"/>
              <a:gd name="connsiteX92" fmla="*/ 643257 w 1508539"/>
              <a:gd name="connsiteY92" fmla="*/ 3536883 h 6858000"/>
              <a:gd name="connsiteX93" fmla="*/ 650795 w 1508539"/>
              <a:gd name="connsiteY93" fmla="*/ 3435652 h 6858000"/>
              <a:gd name="connsiteX94" fmla="*/ 652466 w 1508539"/>
              <a:gd name="connsiteY94" fmla="*/ 3307769 h 6858000"/>
              <a:gd name="connsiteX95" fmla="*/ 670029 w 1508539"/>
              <a:gd name="connsiteY95" fmla="*/ 3250522 h 6858000"/>
              <a:gd name="connsiteX96" fmla="*/ 670454 w 1508539"/>
              <a:gd name="connsiteY96" fmla="*/ 3229163 h 6858000"/>
              <a:gd name="connsiteX97" fmla="*/ 672277 w 1508539"/>
              <a:gd name="connsiteY97" fmla="*/ 3217217 h 6858000"/>
              <a:gd name="connsiteX98" fmla="*/ 659112 w 1508539"/>
              <a:gd name="connsiteY98" fmla="*/ 3183755 h 6858000"/>
              <a:gd name="connsiteX99" fmla="*/ 659613 w 1508539"/>
              <a:gd name="connsiteY99" fmla="*/ 3178642 h 6858000"/>
              <a:gd name="connsiteX100" fmla="*/ 647213 w 1508539"/>
              <a:gd name="connsiteY100" fmla="*/ 3158586 h 6858000"/>
              <a:gd name="connsiteX101" fmla="*/ 632398 w 1508539"/>
              <a:gd name="connsiteY101" fmla="*/ 3129034 h 6858000"/>
              <a:gd name="connsiteX102" fmla="*/ 633063 w 1508539"/>
              <a:gd name="connsiteY102" fmla="*/ 3126682 h 6858000"/>
              <a:gd name="connsiteX103" fmla="*/ 623931 w 1508539"/>
              <a:gd name="connsiteY103" fmla="*/ 3114519 h 6858000"/>
              <a:gd name="connsiteX104" fmla="*/ 610540 w 1508539"/>
              <a:gd name="connsiteY104" fmla="*/ 3106272 h 6858000"/>
              <a:gd name="connsiteX105" fmla="*/ 583270 w 1508539"/>
              <a:gd name="connsiteY105" fmla="*/ 2958185 h 6858000"/>
              <a:gd name="connsiteX106" fmla="*/ 525884 w 1508539"/>
              <a:gd name="connsiteY106" fmla="*/ 2762989 h 6858000"/>
              <a:gd name="connsiteX107" fmla="*/ 474802 w 1508539"/>
              <a:gd name="connsiteY107" fmla="*/ 2554718 h 6858000"/>
              <a:gd name="connsiteX108" fmla="*/ 454896 w 1508539"/>
              <a:gd name="connsiteY108" fmla="*/ 2485734 h 6858000"/>
              <a:gd name="connsiteX109" fmla="*/ 445619 w 1508539"/>
              <a:gd name="connsiteY109" fmla="*/ 2447068 h 6858000"/>
              <a:gd name="connsiteX110" fmla="*/ 432580 w 1508539"/>
              <a:gd name="connsiteY110" fmla="*/ 2425819 h 6858000"/>
              <a:gd name="connsiteX111" fmla="*/ 438579 w 1508539"/>
              <a:gd name="connsiteY111" fmla="*/ 2402874 h 6858000"/>
              <a:gd name="connsiteX112" fmla="*/ 441191 w 1508539"/>
              <a:gd name="connsiteY112" fmla="*/ 2381443 h 6858000"/>
              <a:gd name="connsiteX113" fmla="*/ 417520 w 1508539"/>
              <a:gd name="connsiteY113" fmla="*/ 2261920 h 6858000"/>
              <a:gd name="connsiteX114" fmla="*/ 407407 w 1508539"/>
              <a:gd name="connsiteY114" fmla="*/ 2195378 h 6858000"/>
              <a:gd name="connsiteX115" fmla="*/ 391624 w 1508539"/>
              <a:gd name="connsiteY115" fmla="*/ 2155135 h 6858000"/>
              <a:gd name="connsiteX116" fmla="*/ 389082 w 1508539"/>
              <a:gd name="connsiteY116" fmla="*/ 2118008 h 6858000"/>
              <a:gd name="connsiteX117" fmla="*/ 390075 w 1508539"/>
              <a:gd name="connsiteY117" fmla="*/ 2050531 h 6858000"/>
              <a:gd name="connsiteX118" fmla="*/ 381881 w 1508539"/>
              <a:gd name="connsiteY118" fmla="*/ 1963269 h 6858000"/>
              <a:gd name="connsiteX119" fmla="*/ 363059 w 1508539"/>
              <a:gd name="connsiteY119" fmla="*/ 1906352 h 6858000"/>
              <a:gd name="connsiteX120" fmla="*/ 339616 w 1508539"/>
              <a:gd name="connsiteY120" fmla="*/ 1861531 h 6858000"/>
              <a:gd name="connsiteX121" fmla="*/ 293415 w 1508539"/>
              <a:gd name="connsiteY121" fmla="*/ 1732919 h 6858000"/>
              <a:gd name="connsiteX122" fmla="*/ 265726 w 1508539"/>
              <a:gd name="connsiteY122" fmla="*/ 1663540 h 6858000"/>
              <a:gd name="connsiteX123" fmla="*/ 264852 w 1508539"/>
              <a:gd name="connsiteY123" fmla="*/ 1615777 h 6858000"/>
              <a:gd name="connsiteX124" fmla="*/ 245647 w 1508539"/>
              <a:gd name="connsiteY124" fmla="*/ 1563678 h 6858000"/>
              <a:gd name="connsiteX125" fmla="*/ 258727 w 1508539"/>
              <a:gd name="connsiteY125" fmla="*/ 1519474 h 6858000"/>
              <a:gd name="connsiteX126" fmla="*/ 251469 w 1508539"/>
              <a:gd name="connsiteY126" fmla="*/ 1477995 h 6858000"/>
              <a:gd name="connsiteX127" fmla="*/ 237554 w 1508539"/>
              <a:gd name="connsiteY127" fmla="*/ 1373769 h 6858000"/>
              <a:gd name="connsiteX128" fmla="*/ 245861 w 1508539"/>
              <a:gd name="connsiteY128" fmla="*/ 1307086 h 6858000"/>
              <a:gd name="connsiteX129" fmla="*/ 247049 w 1508539"/>
              <a:gd name="connsiteY129" fmla="*/ 1189033 h 6858000"/>
              <a:gd name="connsiteX130" fmla="*/ 251734 w 1508539"/>
              <a:gd name="connsiteY130" fmla="*/ 1168288 h 6858000"/>
              <a:gd name="connsiteX131" fmla="*/ 244016 w 1508539"/>
              <a:gd name="connsiteY131" fmla="*/ 1142577 h 6858000"/>
              <a:gd name="connsiteX132" fmla="*/ 233322 w 1508539"/>
              <a:gd name="connsiteY132" fmla="*/ 1088484 h 6858000"/>
              <a:gd name="connsiteX133" fmla="*/ 222058 w 1508539"/>
              <a:gd name="connsiteY133" fmla="*/ 1016103 h 6858000"/>
              <a:gd name="connsiteX134" fmla="*/ 223514 w 1508539"/>
              <a:gd name="connsiteY134" fmla="*/ 932283 h 6858000"/>
              <a:gd name="connsiteX135" fmla="*/ 225750 w 1508539"/>
              <a:gd name="connsiteY135" fmla="*/ 915925 h 6858000"/>
              <a:gd name="connsiteX136" fmla="*/ 218379 w 1508539"/>
              <a:gd name="connsiteY136" fmla="*/ 896999 h 6858000"/>
              <a:gd name="connsiteX137" fmla="*/ 187787 w 1508539"/>
              <a:gd name="connsiteY137" fmla="*/ 821517 h 6858000"/>
              <a:gd name="connsiteX138" fmla="*/ 166737 w 1508539"/>
              <a:gd name="connsiteY138" fmla="*/ 751353 h 6858000"/>
              <a:gd name="connsiteX139" fmla="*/ 166295 w 1508539"/>
              <a:gd name="connsiteY139" fmla="*/ 721230 h 6858000"/>
              <a:gd name="connsiteX140" fmla="*/ 151966 w 1508539"/>
              <a:gd name="connsiteY140" fmla="*/ 681659 h 6858000"/>
              <a:gd name="connsiteX141" fmla="*/ 137385 w 1508539"/>
              <a:gd name="connsiteY141" fmla="*/ 635218 h 6858000"/>
              <a:gd name="connsiteX142" fmla="*/ 142396 w 1508539"/>
              <a:gd name="connsiteY142" fmla="*/ 613763 h 6858000"/>
              <a:gd name="connsiteX143" fmla="*/ 128338 w 1508539"/>
              <a:gd name="connsiteY143" fmla="*/ 598582 h 6858000"/>
              <a:gd name="connsiteX144" fmla="*/ 128019 w 1508539"/>
              <a:gd name="connsiteY144" fmla="*/ 576846 h 6858000"/>
              <a:gd name="connsiteX145" fmla="*/ 107645 w 1508539"/>
              <a:gd name="connsiteY145" fmla="*/ 530055 h 6858000"/>
              <a:gd name="connsiteX146" fmla="*/ 98081 w 1508539"/>
              <a:gd name="connsiteY146" fmla="*/ 448559 h 6858000"/>
              <a:gd name="connsiteX147" fmla="*/ 104503 w 1508539"/>
              <a:gd name="connsiteY147" fmla="*/ 441529 h 6858000"/>
              <a:gd name="connsiteX148" fmla="*/ 103724 w 1508539"/>
              <a:gd name="connsiteY148" fmla="*/ 428927 h 6858000"/>
              <a:gd name="connsiteX149" fmla="*/ 93128 w 1508539"/>
              <a:gd name="connsiteY149" fmla="*/ 430161 h 6858000"/>
              <a:gd name="connsiteX150" fmla="*/ 70148 w 1508539"/>
              <a:gd name="connsiteY150" fmla="*/ 367211 h 6858000"/>
              <a:gd name="connsiteX151" fmla="*/ 36452 w 1508539"/>
              <a:gd name="connsiteY151" fmla="*/ 268519 h 6858000"/>
              <a:gd name="connsiteX152" fmla="*/ 32747 w 1508539"/>
              <a:gd name="connsiteY152" fmla="*/ 158081 h 6858000"/>
              <a:gd name="connsiteX153" fmla="*/ 19312 w 1508539"/>
              <a:gd name="connsiteY153" fmla="*/ 47336 h 6858000"/>
              <a:gd name="connsiteX154" fmla="*/ 0 w 1508539"/>
              <a:gd name="connsiteY154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57174 w 1508539"/>
              <a:gd name="connsiteY3" fmla="*/ 6858000 h 6858000"/>
              <a:gd name="connsiteX4" fmla="*/ 57315 w 1508539"/>
              <a:gd name="connsiteY4" fmla="*/ 6857735 h 6858000"/>
              <a:gd name="connsiteX5" fmla="*/ 69364 w 1508539"/>
              <a:gd name="connsiteY5" fmla="*/ 6809549 h 6858000"/>
              <a:gd name="connsiteX6" fmla="*/ 101575 w 1508539"/>
              <a:gd name="connsiteY6" fmla="*/ 6715115 h 6858000"/>
              <a:gd name="connsiteX7" fmla="*/ 111426 w 1508539"/>
              <a:gd name="connsiteY7" fmla="*/ 6680170 h 6858000"/>
              <a:gd name="connsiteX8" fmla="*/ 136976 w 1508539"/>
              <a:gd name="connsiteY8" fmla="*/ 6621207 h 6858000"/>
              <a:gd name="connsiteX9" fmla="*/ 153633 w 1508539"/>
              <a:gd name="connsiteY9" fmla="*/ 6596265 h 6858000"/>
              <a:gd name="connsiteX10" fmla="*/ 153512 w 1508539"/>
              <a:gd name="connsiteY10" fmla="*/ 6594818 h 6858000"/>
              <a:gd name="connsiteX11" fmla="*/ 157757 w 1508539"/>
              <a:gd name="connsiteY11" fmla="*/ 6593735 h 6858000"/>
              <a:gd name="connsiteX12" fmla="*/ 160954 w 1508539"/>
              <a:gd name="connsiteY12" fmla="*/ 6589172 h 6858000"/>
              <a:gd name="connsiteX13" fmla="*/ 164248 w 1508539"/>
              <a:gd name="connsiteY13" fmla="*/ 6574442 h 6858000"/>
              <a:gd name="connsiteX14" fmla="*/ 164588 w 1508539"/>
              <a:gd name="connsiteY14" fmla="*/ 6568530 h 6858000"/>
              <a:gd name="connsiteX15" fmla="*/ 166997 w 1508539"/>
              <a:gd name="connsiteY15" fmla="*/ 6560674 h 6858000"/>
              <a:gd name="connsiteX16" fmla="*/ 167342 w 1508539"/>
              <a:gd name="connsiteY16" fmla="*/ 6560598 h 6858000"/>
              <a:gd name="connsiteX17" fmla="*/ 169039 w 1508539"/>
              <a:gd name="connsiteY17" fmla="*/ 6553006 h 6858000"/>
              <a:gd name="connsiteX18" fmla="*/ 173735 w 1508539"/>
              <a:gd name="connsiteY18" fmla="*/ 6514360 h 6858000"/>
              <a:gd name="connsiteX19" fmla="*/ 215389 w 1508539"/>
              <a:gd name="connsiteY19" fmla="*/ 6478062 h 6858000"/>
              <a:gd name="connsiteX20" fmla="*/ 226078 w 1508539"/>
              <a:gd name="connsiteY20" fmla="*/ 6460325 h 6858000"/>
              <a:gd name="connsiteX21" fmla="*/ 233311 w 1508539"/>
              <a:gd name="connsiteY21" fmla="*/ 6451488 h 6858000"/>
              <a:gd name="connsiteX22" fmla="*/ 234746 w 1508539"/>
              <a:gd name="connsiteY22" fmla="*/ 6451348 h 6858000"/>
              <a:gd name="connsiteX23" fmla="*/ 239104 w 1508539"/>
              <a:gd name="connsiteY23" fmla="*/ 6414240 h 6858000"/>
              <a:gd name="connsiteX24" fmla="*/ 241980 w 1508539"/>
              <a:gd name="connsiteY24" fmla="*/ 6410269 h 6858000"/>
              <a:gd name="connsiteX25" fmla="*/ 241880 w 1508539"/>
              <a:gd name="connsiteY25" fmla="*/ 6384857 h 6858000"/>
              <a:gd name="connsiteX26" fmla="*/ 243397 w 1508539"/>
              <a:gd name="connsiteY26" fmla="*/ 6372381 h 6858000"/>
              <a:gd name="connsiteX27" fmla="*/ 240591 w 1508539"/>
              <a:gd name="connsiteY27" fmla="*/ 6367510 h 6858000"/>
              <a:gd name="connsiteX28" fmla="*/ 244471 w 1508539"/>
              <a:gd name="connsiteY28" fmla="*/ 6349778 h 6858000"/>
              <a:gd name="connsiteX29" fmla="*/ 246136 w 1508539"/>
              <a:gd name="connsiteY29" fmla="*/ 6348250 h 6858000"/>
              <a:gd name="connsiteX30" fmla="*/ 262170 w 1508539"/>
              <a:gd name="connsiteY30" fmla="*/ 6281972 h 6858000"/>
              <a:gd name="connsiteX31" fmla="*/ 272933 w 1508539"/>
              <a:gd name="connsiteY31" fmla="*/ 6211940 h 6858000"/>
              <a:gd name="connsiteX32" fmla="*/ 314428 w 1508539"/>
              <a:gd name="connsiteY32" fmla="*/ 6113913 h 6858000"/>
              <a:gd name="connsiteX33" fmla="*/ 318721 w 1508539"/>
              <a:gd name="connsiteY33" fmla="*/ 6028119 h 6858000"/>
              <a:gd name="connsiteX34" fmla="*/ 345501 w 1508539"/>
              <a:gd name="connsiteY34" fmla="*/ 5934687 h 6858000"/>
              <a:gd name="connsiteX35" fmla="*/ 379513 w 1508539"/>
              <a:gd name="connsiteY35" fmla="*/ 5765594 h 6858000"/>
              <a:gd name="connsiteX36" fmla="*/ 411349 w 1508539"/>
              <a:gd name="connsiteY36" fmla="*/ 5693685 h 6858000"/>
              <a:gd name="connsiteX37" fmla="*/ 431404 w 1508539"/>
              <a:gd name="connsiteY37" fmla="*/ 5665173 h 6858000"/>
              <a:gd name="connsiteX38" fmla="*/ 465121 w 1508539"/>
              <a:gd name="connsiteY38" fmla="*/ 5563435 h 6858000"/>
              <a:gd name="connsiteX39" fmla="*/ 494626 w 1508539"/>
              <a:gd name="connsiteY39" fmla="*/ 5476393 h 6858000"/>
              <a:gd name="connsiteX40" fmla="*/ 525819 w 1508539"/>
              <a:gd name="connsiteY40" fmla="*/ 5396260 h 6858000"/>
              <a:gd name="connsiteX41" fmla="*/ 541800 w 1508539"/>
              <a:gd name="connsiteY41" fmla="*/ 5330009 h 6858000"/>
              <a:gd name="connsiteX42" fmla="*/ 575293 w 1508539"/>
              <a:gd name="connsiteY42" fmla="*/ 5273739 h 6858000"/>
              <a:gd name="connsiteX43" fmla="*/ 584892 w 1508539"/>
              <a:gd name="connsiteY43" fmla="*/ 5241779 h 6858000"/>
              <a:gd name="connsiteX44" fmla="*/ 596118 w 1508539"/>
              <a:gd name="connsiteY44" fmla="*/ 5225268 h 6858000"/>
              <a:gd name="connsiteX45" fmla="*/ 597138 w 1508539"/>
              <a:gd name="connsiteY45" fmla="*/ 5217684 h 6858000"/>
              <a:gd name="connsiteX46" fmla="*/ 604479 w 1508539"/>
              <a:gd name="connsiteY46" fmla="*/ 5193377 h 6858000"/>
              <a:gd name="connsiteX47" fmla="*/ 607782 w 1508539"/>
              <a:gd name="connsiteY47" fmla="*/ 5179288 h 6858000"/>
              <a:gd name="connsiteX48" fmla="*/ 608766 w 1508539"/>
              <a:gd name="connsiteY48" fmla="*/ 5173621 h 6858000"/>
              <a:gd name="connsiteX49" fmla="*/ 604400 w 1508539"/>
              <a:gd name="connsiteY49" fmla="*/ 5159961 h 6858000"/>
              <a:gd name="connsiteX50" fmla="*/ 611077 w 1508539"/>
              <a:gd name="connsiteY50" fmla="*/ 5144295 h 6858000"/>
              <a:gd name="connsiteX51" fmla="*/ 608010 w 1508539"/>
              <a:gd name="connsiteY51" fmla="*/ 5125185 h 6858000"/>
              <a:gd name="connsiteX52" fmla="*/ 614840 w 1508539"/>
              <a:gd name="connsiteY52" fmla="*/ 5121884 h 6858000"/>
              <a:gd name="connsiteX53" fmla="*/ 621876 w 1508539"/>
              <a:gd name="connsiteY53" fmla="*/ 5067850 h 6858000"/>
              <a:gd name="connsiteX54" fmla="*/ 624607 w 1508539"/>
              <a:gd name="connsiteY54" fmla="*/ 5060861 h 6858000"/>
              <a:gd name="connsiteX55" fmla="*/ 621311 w 1508539"/>
              <a:gd name="connsiteY55" fmla="*/ 5034192 h 6858000"/>
              <a:gd name="connsiteX56" fmla="*/ 622865 w 1508539"/>
              <a:gd name="connsiteY56" fmla="*/ 4993030 h 6858000"/>
              <a:gd name="connsiteX57" fmla="*/ 629774 w 1508539"/>
              <a:gd name="connsiteY57" fmla="*/ 4946844 h 6858000"/>
              <a:gd name="connsiteX58" fmla="*/ 625630 w 1508539"/>
              <a:gd name="connsiteY58" fmla="*/ 4932692 h 6858000"/>
              <a:gd name="connsiteX59" fmla="*/ 641033 w 1508539"/>
              <a:gd name="connsiteY59" fmla="*/ 4858827 h 6858000"/>
              <a:gd name="connsiteX60" fmla="*/ 635187 w 1508539"/>
              <a:gd name="connsiteY60" fmla="*/ 4801535 h 6858000"/>
              <a:gd name="connsiteX61" fmla="*/ 642856 w 1508539"/>
              <a:gd name="connsiteY61" fmla="*/ 4797794 h 6858000"/>
              <a:gd name="connsiteX62" fmla="*/ 644150 w 1508539"/>
              <a:gd name="connsiteY62" fmla="*/ 4784526 h 6858000"/>
              <a:gd name="connsiteX63" fmla="*/ 645934 w 1508539"/>
              <a:gd name="connsiteY63" fmla="*/ 4781211 h 6858000"/>
              <a:gd name="connsiteX64" fmla="*/ 654721 w 1508539"/>
              <a:gd name="connsiteY64" fmla="*/ 4761984 h 6858000"/>
              <a:gd name="connsiteX65" fmla="*/ 650769 w 1508539"/>
              <a:gd name="connsiteY65" fmla="*/ 4690749 h 6858000"/>
              <a:gd name="connsiteX66" fmla="*/ 646249 w 1508539"/>
              <a:gd name="connsiteY66" fmla="*/ 4584173 h 6858000"/>
              <a:gd name="connsiteX67" fmla="*/ 641332 w 1508539"/>
              <a:gd name="connsiteY67" fmla="*/ 4444346 h 6858000"/>
              <a:gd name="connsiteX68" fmla="*/ 637897 w 1508539"/>
              <a:gd name="connsiteY68" fmla="*/ 4375228 h 6858000"/>
              <a:gd name="connsiteX69" fmla="*/ 618550 w 1508539"/>
              <a:gd name="connsiteY69" fmla="*/ 4214165 h 6858000"/>
              <a:gd name="connsiteX70" fmla="*/ 622623 w 1508539"/>
              <a:gd name="connsiteY70" fmla="*/ 4090296 h 6858000"/>
              <a:gd name="connsiteX71" fmla="*/ 607879 w 1508539"/>
              <a:gd name="connsiteY71" fmla="*/ 4033999 h 6858000"/>
              <a:gd name="connsiteX72" fmla="*/ 609028 w 1508539"/>
              <a:gd name="connsiteY72" fmla="*/ 4031933 h 6858000"/>
              <a:gd name="connsiteX73" fmla="*/ 607604 w 1508539"/>
              <a:gd name="connsiteY73" fmla="*/ 4013953 h 6858000"/>
              <a:gd name="connsiteX74" fmla="*/ 593899 w 1508539"/>
              <a:gd name="connsiteY74" fmla="*/ 3974753 h 6858000"/>
              <a:gd name="connsiteX75" fmla="*/ 595497 w 1508539"/>
              <a:gd name="connsiteY75" fmla="*/ 3969950 h 6858000"/>
              <a:gd name="connsiteX76" fmla="*/ 588919 w 1508539"/>
              <a:gd name="connsiteY76" fmla="*/ 3933779 h 6858000"/>
              <a:gd name="connsiteX77" fmla="*/ 590250 w 1508539"/>
              <a:gd name="connsiteY77" fmla="*/ 3933093 h 6858000"/>
              <a:gd name="connsiteX78" fmla="*/ 594604 w 1508539"/>
              <a:gd name="connsiteY78" fmla="*/ 3922082 h 6858000"/>
              <a:gd name="connsiteX79" fmla="*/ 599682 w 1508539"/>
              <a:gd name="connsiteY79" fmla="*/ 3901461 h 6858000"/>
              <a:gd name="connsiteX80" fmla="*/ 622276 w 1508539"/>
              <a:gd name="connsiteY80" fmla="*/ 3813873 h 6858000"/>
              <a:gd name="connsiteX81" fmla="*/ 621701 w 1508539"/>
              <a:gd name="connsiteY81" fmla="*/ 3806161 h 6858000"/>
              <a:gd name="connsiteX82" fmla="*/ 622008 w 1508539"/>
              <a:gd name="connsiteY82" fmla="*/ 3805957 h 6858000"/>
              <a:gd name="connsiteX83" fmla="*/ 622035 w 1508539"/>
              <a:gd name="connsiteY83" fmla="*/ 3797724 h 6858000"/>
              <a:gd name="connsiteX84" fmla="*/ 620650 w 1508539"/>
              <a:gd name="connsiteY84" fmla="*/ 3792098 h 6858000"/>
              <a:gd name="connsiteX85" fmla="*/ 619534 w 1508539"/>
              <a:gd name="connsiteY85" fmla="*/ 3777135 h 6858000"/>
              <a:gd name="connsiteX86" fmla="*/ 621267 w 1508539"/>
              <a:gd name="connsiteY86" fmla="*/ 3771656 h 6858000"/>
              <a:gd name="connsiteX87" fmla="*/ 625010 w 1508539"/>
              <a:gd name="connsiteY87" fmla="*/ 3769007 h 6858000"/>
              <a:gd name="connsiteX88" fmla="*/ 624476 w 1508539"/>
              <a:gd name="connsiteY88" fmla="*/ 3767709 h 6858000"/>
              <a:gd name="connsiteX89" fmla="*/ 633172 w 1508539"/>
              <a:gd name="connsiteY89" fmla="*/ 3738082 h 6858000"/>
              <a:gd name="connsiteX90" fmla="*/ 640518 w 1508539"/>
              <a:gd name="connsiteY90" fmla="*/ 3673397 h 6858000"/>
              <a:gd name="connsiteX91" fmla="*/ 639814 w 1508539"/>
              <a:gd name="connsiteY91" fmla="*/ 3637109 h 6858000"/>
              <a:gd name="connsiteX92" fmla="*/ 643257 w 1508539"/>
              <a:gd name="connsiteY92" fmla="*/ 3536883 h 6858000"/>
              <a:gd name="connsiteX93" fmla="*/ 650795 w 1508539"/>
              <a:gd name="connsiteY93" fmla="*/ 3435652 h 6858000"/>
              <a:gd name="connsiteX94" fmla="*/ 652466 w 1508539"/>
              <a:gd name="connsiteY94" fmla="*/ 3307769 h 6858000"/>
              <a:gd name="connsiteX95" fmla="*/ 670029 w 1508539"/>
              <a:gd name="connsiteY95" fmla="*/ 3250522 h 6858000"/>
              <a:gd name="connsiteX96" fmla="*/ 670454 w 1508539"/>
              <a:gd name="connsiteY96" fmla="*/ 3229163 h 6858000"/>
              <a:gd name="connsiteX97" fmla="*/ 672277 w 1508539"/>
              <a:gd name="connsiteY97" fmla="*/ 3217217 h 6858000"/>
              <a:gd name="connsiteX98" fmla="*/ 659112 w 1508539"/>
              <a:gd name="connsiteY98" fmla="*/ 3183755 h 6858000"/>
              <a:gd name="connsiteX99" fmla="*/ 659613 w 1508539"/>
              <a:gd name="connsiteY99" fmla="*/ 3178642 h 6858000"/>
              <a:gd name="connsiteX100" fmla="*/ 647213 w 1508539"/>
              <a:gd name="connsiteY100" fmla="*/ 3158586 h 6858000"/>
              <a:gd name="connsiteX101" fmla="*/ 632398 w 1508539"/>
              <a:gd name="connsiteY101" fmla="*/ 3129034 h 6858000"/>
              <a:gd name="connsiteX102" fmla="*/ 633063 w 1508539"/>
              <a:gd name="connsiteY102" fmla="*/ 3126682 h 6858000"/>
              <a:gd name="connsiteX103" fmla="*/ 623931 w 1508539"/>
              <a:gd name="connsiteY103" fmla="*/ 3114519 h 6858000"/>
              <a:gd name="connsiteX104" fmla="*/ 610540 w 1508539"/>
              <a:gd name="connsiteY104" fmla="*/ 3106272 h 6858000"/>
              <a:gd name="connsiteX105" fmla="*/ 583270 w 1508539"/>
              <a:gd name="connsiteY105" fmla="*/ 2958185 h 6858000"/>
              <a:gd name="connsiteX106" fmla="*/ 525884 w 1508539"/>
              <a:gd name="connsiteY106" fmla="*/ 2762989 h 6858000"/>
              <a:gd name="connsiteX107" fmla="*/ 474802 w 1508539"/>
              <a:gd name="connsiteY107" fmla="*/ 2554718 h 6858000"/>
              <a:gd name="connsiteX108" fmla="*/ 454896 w 1508539"/>
              <a:gd name="connsiteY108" fmla="*/ 2485734 h 6858000"/>
              <a:gd name="connsiteX109" fmla="*/ 445619 w 1508539"/>
              <a:gd name="connsiteY109" fmla="*/ 2447068 h 6858000"/>
              <a:gd name="connsiteX110" fmla="*/ 432580 w 1508539"/>
              <a:gd name="connsiteY110" fmla="*/ 2425819 h 6858000"/>
              <a:gd name="connsiteX111" fmla="*/ 438579 w 1508539"/>
              <a:gd name="connsiteY111" fmla="*/ 2402874 h 6858000"/>
              <a:gd name="connsiteX112" fmla="*/ 441191 w 1508539"/>
              <a:gd name="connsiteY112" fmla="*/ 2381443 h 6858000"/>
              <a:gd name="connsiteX113" fmla="*/ 417520 w 1508539"/>
              <a:gd name="connsiteY113" fmla="*/ 2261920 h 6858000"/>
              <a:gd name="connsiteX114" fmla="*/ 407407 w 1508539"/>
              <a:gd name="connsiteY114" fmla="*/ 2195378 h 6858000"/>
              <a:gd name="connsiteX115" fmla="*/ 391624 w 1508539"/>
              <a:gd name="connsiteY115" fmla="*/ 2155135 h 6858000"/>
              <a:gd name="connsiteX116" fmla="*/ 389082 w 1508539"/>
              <a:gd name="connsiteY116" fmla="*/ 2118008 h 6858000"/>
              <a:gd name="connsiteX117" fmla="*/ 390075 w 1508539"/>
              <a:gd name="connsiteY117" fmla="*/ 2050531 h 6858000"/>
              <a:gd name="connsiteX118" fmla="*/ 381881 w 1508539"/>
              <a:gd name="connsiteY118" fmla="*/ 1963269 h 6858000"/>
              <a:gd name="connsiteX119" fmla="*/ 363059 w 1508539"/>
              <a:gd name="connsiteY119" fmla="*/ 1906352 h 6858000"/>
              <a:gd name="connsiteX120" fmla="*/ 339616 w 1508539"/>
              <a:gd name="connsiteY120" fmla="*/ 1861531 h 6858000"/>
              <a:gd name="connsiteX121" fmla="*/ 293415 w 1508539"/>
              <a:gd name="connsiteY121" fmla="*/ 1732919 h 6858000"/>
              <a:gd name="connsiteX122" fmla="*/ 265726 w 1508539"/>
              <a:gd name="connsiteY122" fmla="*/ 1663540 h 6858000"/>
              <a:gd name="connsiteX123" fmla="*/ 264852 w 1508539"/>
              <a:gd name="connsiteY123" fmla="*/ 1615777 h 6858000"/>
              <a:gd name="connsiteX124" fmla="*/ 245647 w 1508539"/>
              <a:gd name="connsiteY124" fmla="*/ 1563678 h 6858000"/>
              <a:gd name="connsiteX125" fmla="*/ 258727 w 1508539"/>
              <a:gd name="connsiteY125" fmla="*/ 1519474 h 6858000"/>
              <a:gd name="connsiteX126" fmla="*/ 251469 w 1508539"/>
              <a:gd name="connsiteY126" fmla="*/ 1477995 h 6858000"/>
              <a:gd name="connsiteX127" fmla="*/ 237554 w 1508539"/>
              <a:gd name="connsiteY127" fmla="*/ 1373769 h 6858000"/>
              <a:gd name="connsiteX128" fmla="*/ 245861 w 1508539"/>
              <a:gd name="connsiteY128" fmla="*/ 1307086 h 6858000"/>
              <a:gd name="connsiteX129" fmla="*/ 247049 w 1508539"/>
              <a:gd name="connsiteY129" fmla="*/ 1189033 h 6858000"/>
              <a:gd name="connsiteX130" fmla="*/ 251734 w 1508539"/>
              <a:gd name="connsiteY130" fmla="*/ 1168288 h 6858000"/>
              <a:gd name="connsiteX131" fmla="*/ 244016 w 1508539"/>
              <a:gd name="connsiteY131" fmla="*/ 1142577 h 6858000"/>
              <a:gd name="connsiteX132" fmla="*/ 233322 w 1508539"/>
              <a:gd name="connsiteY132" fmla="*/ 1088484 h 6858000"/>
              <a:gd name="connsiteX133" fmla="*/ 222058 w 1508539"/>
              <a:gd name="connsiteY133" fmla="*/ 1016103 h 6858000"/>
              <a:gd name="connsiteX134" fmla="*/ 223514 w 1508539"/>
              <a:gd name="connsiteY134" fmla="*/ 932283 h 6858000"/>
              <a:gd name="connsiteX135" fmla="*/ 225750 w 1508539"/>
              <a:gd name="connsiteY135" fmla="*/ 915925 h 6858000"/>
              <a:gd name="connsiteX136" fmla="*/ 218379 w 1508539"/>
              <a:gd name="connsiteY136" fmla="*/ 896999 h 6858000"/>
              <a:gd name="connsiteX137" fmla="*/ 187787 w 1508539"/>
              <a:gd name="connsiteY137" fmla="*/ 821517 h 6858000"/>
              <a:gd name="connsiteX138" fmla="*/ 166737 w 1508539"/>
              <a:gd name="connsiteY138" fmla="*/ 751353 h 6858000"/>
              <a:gd name="connsiteX139" fmla="*/ 166295 w 1508539"/>
              <a:gd name="connsiteY139" fmla="*/ 721230 h 6858000"/>
              <a:gd name="connsiteX140" fmla="*/ 151966 w 1508539"/>
              <a:gd name="connsiteY140" fmla="*/ 681659 h 6858000"/>
              <a:gd name="connsiteX141" fmla="*/ 137385 w 1508539"/>
              <a:gd name="connsiteY141" fmla="*/ 635218 h 6858000"/>
              <a:gd name="connsiteX142" fmla="*/ 142396 w 1508539"/>
              <a:gd name="connsiteY142" fmla="*/ 613763 h 6858000"/>
              <a:gd name="connsiteX143" fmla="*/ 128338 w 1508539"/>
              <a:gd name="connsiteY143" fmla="*/ 598582 h 6858000"/>
              <a:gd name="connsiteX144" fmla="*/ 128019 w 1508539"/>
              <a:gd name="connsiteY144" fmla="*/ 576846 h 6858000"/>
              <a:gd name="connsiteX145" fmla="*/ 107645 w 1508539"/>
              <a:gd name="connsiteY145" fmla="*/ 530055 h 6858000"/>
              <a:gd name="connsiteX146" fmla="*/ 98081 w 1508539"/>
              <a:gd name="connsiteY146" fmla="*/ 448559 h 6858000"/>
              <a:gd name="connsiteX147" fmla="*/ 104503 w 1508539"/>
              <a:gd name="connsiteY147" fmla="*/ 441529 h 6858000"/>
              <a:gd name="connsiteX148" fmla="*/ 103724 w 1508539"/>
              <a:gd name="connsiteY148" fmla="*/ 428927 h 6858000"/>
              <a:gd name="connsiteX149" fmla="*/ 93128 w 1508539"/>
              <a:gd name="connsiteY149" fmla="*/ 430161 h 6858000"/>
              <a:gd name="connsiteX150" fmla="*/ 70148 w 1508539"/>
              <a:gd name="connsiteY150" fmla="*/ 367211 h 6858000"/>
              <a:gd name="connsiteX151" fmla="*/ 36452 w 1508539"/>
              <a:gd name="connsiteY151" fmla="*/ 268519 h 6858000"/>
              <a:gd name="connsiteX152" fmla="*/ 23935 w 1508539"/>
              <a:gd name="connsiteY152" fmla="*/ 160886 h 6858000"/>
              <a:gd name="connsiteX153" fmla="*/ 19312 w 1508539"/>
              <a:gd name="connsiteY153" fmla="*/ 47336 h 6858000"/>
              <a:gd name="connsiteX154" fmla="*/ 0 w 1508539"/>
              <a:gd name="connsiteY154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57174 w 1508539"/>
              <a:gd name="connsiteY3" fmla="*/ 6858000 h 6858000"/>
              <a:gd name="connsiteX4" fmla="*/ 57315 w 1508539"/>
              <a:gd name="connsiteY4" fmla="*/ 6857735 h 6858000"/>
              <a:gd name="connsiteX5" fmla="*/ 69364 w 1508539"/>
              <a:gd name="connsiteY5" fmla="*/ 6809549 h 6858000"/>
              <a:gd name="connsiteX6" fmla="*/ 101575 w 1508539"/>
              <a:gd name="connsiteY6" fmla="*/ 6715115 h 6858000"/>
              <a:gd name="connsiteX7" fmla="*/ 111426 w 1508539"/>
              <a:gd name="connsiteY7" fmla="*/ 6680170 h 6858000"/>
              <a:gd name="connsiteX8" fmla="*/ 136976 w 1508539"/>
              <a:gd name="connsiteY8" fmla="*/ 6621207 h 6858000"/>
              <a:gd name="connsiteX9" fmla="*/ 153633 w 1508539"/>
              <a:gd name="connsiteY9" fmla="*/ 6596265 h 6858000"/>
              <a:gd name="connsiteX10" fmla="*/ 153512 w 1508539"/>
              <a:gd name="connsiteY10" fmla="*/ 6594818 h 6858000"/>
              <a:gd name="connsiteX11" fmla="*/ 157757 w 1508539"/>
              <a:gd name="connsiteY11" fmla="*/ 6593735 h 6858000"/>
              <a:gd name="connsiteX12" fmla="*/ 160954 w 1508539"/>
              <a:gd name="connsiteY12" fmla="*/ 6589172 h 6858000"/>
              <a:gd name="connsiteX13" fmla="*/ 164248 w 1508539"/>
              <a:gd name="connsiteY13" fmla="*/ 6574442 h 6858000"/>
              <a:gd name="connsiteX14" fmla="*/ 164588 w 1508539"/>
              <a:gd name="connsiteY14" fmla="*/ 6568530 h 6858000"/>
              <a:gd name="connsiteX15" fmla="*/ 166997 w 1508539"/>
              <a:gd name="connsiteY15" fmla="*/ 6560674 h 6858000"/>
              <a:gd name="connsiteX16" fmla="*/ 167342 w 1508539"/>
              <a:gd name="connsiteY16" fmla="*/ 6560598 h 6858000"/>
              <a:gd name="connsiteX17" fmla="*/ 169039 w 1508539"/>
              <a:gd name="connsiteY17" fmla="*/ 6553006 h 6858000"/>
              <a:gd name="connsiteX18" fmla="*/ 173735 w 1508539"/>
              <a:gd name="connsiteY18" fmla="*/ 6514360 h 6858000"/>
              <a:gd name="connsiteX19" fmla="*/ 215389 w 1508539"/>
              <a:gd name="connsiteY19" fmla="*/ 6478062 h 6858000"/>
              <a:gd name="connsiteX20" fmla="*/ 226078 w 1508539"/>
              <a:gd name="connsiteY20" fmla="*/ 6460325 h 6858000"/>
              <a:gd name="connsiteX21" fmla="*/ 233311 w 1508539"/>
              <a:gd name="connsiteY21" fmla="*/ 6451488 h 6858000"/>
              <a:gd name="connsiteX22" fmla="*/ 234746 w 1508539"/>
              <a:gd name="connsiteY22" fmla="*/ 6451348 h 6858000"/>
              <a:gd name="connsiteX23" fmla="*/ 239104 w 1508539"/>
              <a:gd name="connsiteY23" fmla="*/ 6414240 h 6858000"/>
              <a:gd name="connsiteX24" fmla="*/ 241980 w 1508539"/>
              <a:gd name="connsiteY24" fmla="*/ 6410269 h 6858000"/>
              <a:gd name="connsiteX25" fmla="*/ 241880 w 1508539"/>
              <a:gd name="connsiteY25" fmla="*/ 6384857 h 6858000"/>
              <a:gd name="connsiteX26" fmla="*/ 243397 w 1508539"/>
              <a:gd name="connsiteY26" fmla="*/ 6372381 h 6858000"/>
              <a:gd name="connsiteX27" fmla="*/ 240591 w 1508539"/>
              <a:gd name="connsiteY27" fmla="*/ 6367510 h 6858000"/>
              <a:gd name="connsiteX28" fmla="*/ 244471 w 1508539"/>
              <a:gd name="connsiteY28" fmla="*/ 6349778 h 6858000"/>
              <a:gd name="connsiteX29" fmla="*/ 246136 w 1508539"/>
              <a:gd name="connsiteY29" fmla="*/ 6348250 h 6858000"/>
              <a:gd name="connsiteX30" fmla="*/ 262170 w 1508539"/>
              <a:gd name="connsiteY30" fmla="*/ 6281972 h 6858000"/>
              <a:gd name="connsiteX31" fmla="*/ 272933 w 1508539"/>
              <a:gd name="connsiteY31" fmla="*/ 6211940 h 6858000"/>
              <a:gd name="connsiteX32" fmla="*/ 314428 w 1508539"/>
              <a:gd name="connsiteY32" fmla="*/ 6113913 h 6858000"/>
              <a:gd name="connsiteX33" fmla="*/ 318721 w 1508539"/>
              <a:gd name="connsiteY33" fmla="*/ 6028119 h 6858000"/>
              <a:gd name="connsiteX34" fmla="*/ 345501 w 1508539"/>
              <a:gd name="connsiteY34" fmla="*/ 5934687 h 6858000"/>
              <a:gd name="connsiteX35" fmla="*/ 379513 w 1508539"/>
              <a:gd name="connsiteY35" fmla="*/ 5765594 h 6858000"/>
              <a:gd name="connsiteX36" fmla="*/ 411349 w 1508539"/>
              <a:gd name="connsiteY36" fmla="*/ 5693685 h 6858000"/>
              <a:gd name="connsiteX37" fmla="*/ 431404 w 1508539"/>
              <a:gd name="connsiteY37" fmla="*/ 5665173 h 6858000"/>
              <a:gd name="connsiteX38" fmla="*/ 465121 w 1508539"/>
              <a:gd name="connsiteY38" fmla="*/ 5563435 h 6858000"/>
              <a:gd name="connsiteX39" fmla="*/ 494626 w 1508539"/>
              <a:gd name="connsiteY39" fmla="*/ 5476393 h 6858000"/>
              <a:gd name="connsiteX40" fmla="*/ 525819 w 1508539"/>
              <a:gd name="connsiteY40" fmla="*/ 5396260 h 6858000"/>
              <a:gd name="connsiteX41" fmla="*/ 541800 w 1508539"/>
              <a:gd name="connsiteY41" fmla="*/ 5330009 h 6858000"/>
              <a:gd name="connsiteX42" fmla="*/ 575293 w 1508539"/>
              <a:gd name="connsiteY42" fmla="*/ 5273739 h 6858000"/>
              <a:gd name="connsiteX43" fmla="*/ 584892 w 1508539"/>
              <a:gd name="connsiteY43" fmla="*/ 5241779 h 6858000"/>
              <a:gd name="connsiteX44" fmla="*/ 596118 w 1508539"/>
              <a:gd name="connsiteY44" fmla="*/ 5225268 h 6858000"/>
              <a:gd name="connsiteX45" fmla="*/ 597138 w 1508539"/>
              <a:gd name="connsiteY45" fmla="*/ 5217684 h 6858000"/>
              <a:gd name="connsiteX46" fmla="*/ 604479 w 1508539"/>
              <a:gd name="connsiteY46" fmla="*/ 5193377 h 6858000"/>
              <a:gd name="connsiteX47" fmla="*/ 607782 w 1508539"/>
              <a:gd name="connsiteY47" fmla="*/ 5179288 h 6858000"/>
              <a:gd name="connsiteX48" fmla="*/ 608766 w 1508539"/>
              <a:gd name="connsiteY48" fmla="*/ 5173621 h 6858000"/>
              <a:gd name="connsiteX49" fmla="*/ 604400 w 1508539"/>
              <a:gd name="connsiteY49" fmla="*/ 5159961 h 6858000"/>
              <a:gd name="connsiteX50" fmla="*/ 611077 w 1508539"/>
              <a:gd name="connsiteY50" fmla="*/ 5144295 h 6858000"/>
              <a:gd name="connsiteX51" fmla="*/ 608010 w 1508539"/>
              <a:gd name="connsiteY51" fmla="*/ 5125185 h 6858000"/>
              <a:gd name="connsiteX52" fmla="*/ 614840 w 1508539"/>
              <a:gd name="connsiteY52" fmla="*/ 5121884 h 6858000"/>
              <a:gd name="connsiteX53" fmla="*/ 621876 w 1508539"/>
              <a:gd name="connsiteY53" fmla="*/ 5067850 h 6858000"/>
              <a:gd name="connsiteX54" fmla="*/ 624607 w 1508539"/>
              <a:gd name="connsiteY54" fmla="*/ 5060861 h 6858000"/>
              <a:gd name="connsiteX55" fmla="*/ 621311 w 1508539"/>
              <a:gd name="connsiteY55" fmla="*/ 5034192 h 6858000"/>
              <a:gd name="connsiteX56" fmla="*/ 622865 w 1508539"/>
              <a:gd name="connsiteY56" fmla="*/ 4993030 h 6858000"/>
              <a:gd name="connsiteX57" fmla="*/ 629774 w 1508539"/>
              <a:gd name="connsiteY57" fmla="*/ 4946844 h 6858000"/>
              <a:gd name="connsiteX58" fmla="*/ 625630 w 1508539"/>
              <a:gd name="connsiteY58" fmla="*/ 4932692 h 6858000"/>
              <a:gd name="connsiteX59" fmla="*/ 641033 w 1508539"/>
              <a:gd name="connsiteY59" fmla="*/ 4858827 h 6858000"/>
              <a:gd name="connsiteX60" fmla="*/ 635187 w 1508539"/>
              <a:gd name="connsiteY60" fmla="*/ 4801535 h 6858000"/>
              <a:gd name="connsiteX61" fmla="*/ 642856 w 1508539"/>
              <a:gd name="connsiteY61" fmla="*/ 4797794 h 6858000"/>
              <a:gd name="connsiteX62" fmla="*/ 644150 w 1508539"/>
              <a:gd name="connsiteY62" fmla="*/ 4784526 h 6858000"/>
              <a:gd name="connsiteX63" fmla="*/ 645934 w 1508539"/>
              <a:gd name="connsiteY63" fmla="*/ 4781211 h 6858000"/>
              <a:gd name="connsiteX64" fmla="*/ 654721 w 1508539"/>
              <a:gd name="connsiteY64" fmla="*/ 4761984 h 6858000"/>
              <a:gd name="connsiteX65" fmla="*/ 650769 w 1508539"/>
              <a:gd name="connsiteY65" fmla="*/ 4690749 h 6858000"/>
              <a:gd name="connsiteX66" fmla="*/ 646249 w 1508539"/>
              <a:gd name="connsiteY66" fmla="*/ 4584173 h 6858000"/>
              <a:gd name="connsiteX67" fmla="*/ 641332 w 1508539"/>
              <a:gd name="connsiteY67" fmla="*/ 4444346 h 6858000"/>
              <a:gd name="connsiteX68" fmla="*/ 637897 w 1508539"/>
              <a:gd name="connsiteY68" fmla="*/ 4375228 h 6858000"/>
              <a:gd name="connsiteX69" fmla="*/ 618550 w 1508539"/>
              <a:gd name="connsiteY69" fmla="*/ 4214165 h 6858000"/>
              <a:gd name="connsiteX70" fmla="*/ 622623 w 1508539"/>
              <a:gd name="connsiteY70" fmla="*/ 4090296 h 6858000"/>
              <a:gd name="connsiteX71" fmla="*/ 607879 w 1508539"/>
              <a:gd name="connsiteY71" fmla="*/ 4033999 h 6858000"/>
              <a:gd name="connsiteX72" fmla="*/ 609028 w 1508539"/>
              <a:gd name="connsiteY72" fmla="*/ 4031933 h 6858000"/>
              <a:gd name="connsiteX73" fmla="*/ 607604 w 1508539"/>
              <a:gd name="connsiteY73" fmla="*/ 4013953 h 6858000"/>
              <a:gd name="connsiteX74" fmla="*/ 593899 w 1508539"/>
              <a:gd name="connsiteY74" fmla="*/ 3974753 h 6858000"/>
              <a:gd name="connsiteX75" fmla="*/ 595497 w 1508539"/>
              <a:gd name="connsiteY75" fmla="*/ 3969950 h 6858000"/>
              <a:gd name="connsiteX76" fmla="*/ 588919 w 1508539"/>
              <a:gd name="connsiteY76" fmla="*/ 3933779 h 6858000"/>
              <a:gd name="connsiteX77" fmla="*/ 590250 w 1508539"/>
              <a:gd name="connsiteY77" fmla="*/ 3933093 h 6858000"/>
              <a:gd name="connsiteX78" fmla="*/ 594604 w 1508539"/>
              <a:gd name="connsiteY78" fmla="*/ 3922082 h 6858000"/>
              <a:gd name="connsiteX79" fmla="*/ 599682 w 1508539"/>
              <a:gd name="connsiteY79" fmla="*/ 3901461 h 6858000"/>
              <a:gd name="connsiteX80" fmla="*/ 622276 w 1508539"/>
              <a:gd name="connsiteY80" fmla="*/ 3813873 h 6858000"/>
              <a:gd name="connsiteX81" fmla="*/ 621701 w 1508539"/>
              <a:gd name="connsiteY81" fmla="*/ 3806161 h 6858000"/>
              <a:gd name="connsiteX82" fmla="*/ 622008 w 1508539"/>
              <a:gd name="connsiteY82" fmla="*/ 3805957 h 6858000"/>
              <a:gd name="connsiteX83" fmla="*/ 622035 w 1508539"/>
              <a:gd name="connsiteY83" fmla="*/ 3797724 h 6858000"/>
              <a:gd name="connsiteX84" fmla="*/ 620650 w 1508539"/>
              <a:gd name="connsiteY84" fmla="*/ 3792098 h 6858000"/>
              <a:gd name="connsiteX85" fmla="*/ 619534 w 1508539"/>
              <a:gd name="connsiteY85" fmla="*/ 3777135 h 6858000"/>
              <a:gd name="connsiteX86" fmla="*/ 621267 w 1508539"/>
              <a:gd name="connsiteY86" fmla="*/ 3771656 h 6858000"/>
              <a:gd name="connsiteX87" fmla="*/ 625010 w 1508539"/>
              <a:gd name="connsiteY87" fmla="*/ 3769007 h 6858000"/>
              <a:gd name="connsiteX88" fmla="*/ 624476 w 1508539"/>
              <a:gd name="connsiteY88" fmla="*/ 3767709 h 6858000"/>
              <a:gd name="connsiteX89" fmla="*/ 633172 w 1508539"/>
              <a:gd name="connsiteY89" fmla="*/ 3738082 h 6858000"/>
              <a:gd name="connsiteX90" fmla="*/ 640518 w 1508539"/>
              <a:gd name="connsiteY90" fmla="*/ 3673397 h 6858000"/>
              <a:gd name="connsiteX91" fmla="*/ 639814 w 1508539"/>
              <a:gd name="connsiteY91" fmla="*/ 3637109 h 6858000"/>
              <a:gd name="connsiteX92" fmla="*/ 643257 w 1508539"/>
              <a:gd name="connsiteY92" fmla="*/ 3536883 h 6858000"/>
              <a:gd name="connsiteX93" fmla="*/ 650795 w 1508539"/>
              <a:gd name="connsiteY93" fmla="*/ 3435652 h 6858000"/>
              <a:gd name="connsiteX94" fmla="*/ 652466 w 1508539"/>
              <a:gd name="connsiteY94" fmla="*/ 3307769 h 6858000"/>
              <a:gd name="connsiteX95" fmla="*/ 670029 w 1508539"/>
              <a:gd name="connsiteY95" fmla="*/ 3250522 h 6858000"/>
              <a:gd name="connsiteX96" fmla="*/ 670454 w 1508539"/>
              <a:gd name="connsiteY96" fmla="*/ 3229163 h 6858000"/>
              <a:gd name="connsiteX97" fmla="*/ 672277 w 1508539"/>
              <a:gd name="connsiteY97" fmla="*/ 3217217 h 6858000"/>
              <a:gd name="connsiteX98" fmla="*/ 659112 w 1508539"/>
              <a:gd name="connsiteY98" fmla="*/ 3183755 h 6858000"/>
              <a:gd name="connsiteX99" fmla="*/ 659613 w 1508539"/>
              <a:gd name="connsiteY99" fmla="*/ 3178642 h 6858000"/>
              <a:gd name="connsiteX100" fmla="*/ 647213 w 1508539"/>
              <a:gd name="connsiteY100" fmla="*/ 3158586 h 6858000"/>
              <a:gd name="connsiteX101" fmla="*/ 632398 w 1508539"/>
              <a:gd name="connsiteY101" fmla="*/ 3129034 h 6858000"/>
              <a:gd name="connsiteX102" fmla="*/ 633063 w 1508539"/>
              <a:gd name="connsiteY102" fmla="*/ 3126682 h 6858000"/>
              <a:gd name="connsiteX103" fmla="*/ 623931 w 1508539"/>
              <a:gd name="connsiteY103" fmla="*/ 3114519 h 6858000"/>
              <a:gd name="connsiteX104" fmla="*/ 610540 w 1508539"/>
              <a:gd name="connsiteY104" fmla="*/ 3106272 h 6858000"/>
              <a:gd name="connsiteX105" fmla="*/ 583270 w 1508539"/>
              <a:gd name="connsiteY105" fmla="*/ 2958185 h 6858000"/>
              <a:gd name="connsiteX106" fmla="*/ 525884 w 1508539"/>
              <a:gd name="connsiteY106" fmla="*/ 2762989 h 6858000"/>
              <a:gd name="connsiteX107" fmla="*/ 474802 w 1508539"/>
              <a:gd name="connsiteY107" fmla="*/ 2554718 h 6858000"/>
              <a:gd name="connsiteX108" fmla="*/ 454896 w 1508539"/>
              <a:gd name="connsiteY108" fmla="*/ 2485734 h 6858000"/>
              <a:gd name="connsiteX109" fmla="*/ 445619 w 1508539"/>
              <a:gd name="connsiteY109" fmla="*/ 2447068 h 6858000"/>
              <a:gd name="connsiteX110" fmla="*/ 432580 w 1508539"/>
              <a:gd name="connsiteY110" fmla="*/ 2425819 h 6858000"/>
              <a:gd name="connsiteX111" fmla="*/ 438579 w 1508539"/>
              <a:gd name="connsiteY111" fmla="*/ 2402874 h 6858000"/>
              <a:gd name="connsiteX112" fmla="*/ 441191 w 1508539"/>
              <a:gd name="connsiteY112" fmla="*/ 2381443 h 6858000"/>
              <a:gd name="connsiteX113" fmla="*/ 417520 w 1508539"/>
              <a:gd name="connsiteY113" fmla="*/ 2261920 h 6858000"/>
              <a:gd name="connsiteX114" fmla="*/ 407407 w 1508539"/>
              <a:gd name="connsiteY114" fmla="*/ 2195378 h 6858000"/>
              <a:gd name="connsiteX115" fmla="*/ 391624 w 1508539"/>
              <a:gd name="connsiteY115" fmla="*/ 2155135 h 6858000"/>
              <a:gd name="connsiteX116" fmla="*/ 389082 w 1508539"/>
              <a:gd name="connsiteY116" fmla="*/ 2118008 h 6858000"/>
              <a:gd name="connsiteX117" fmla="*/ 390075 w 1508539"/>
              <a:gd name="connsiteY117" fmla="*/ 2050531 h 6858000"/>
              <a:gd name="connsiteX118" fmla="*/ 381881 w 1508539"/>
              <a:gd name="connsiteY118" fmla="*/ 1963269 h 6858000"/>
              <a:gd name="connsiteX119" fmla="*/ 363059 w 1508539"/>
              <a:gd name="connsiteY119" fmla="*/ 1906352 h 6858000"/>
              <a:gd name="connsiteX120" fmla="*/ 339616 w 1508539"/>
              <a:gd name="connsiteY120" fmla="*/ 1861531 h 6858000"/>
              <a:gd name="connsiteX121" fmla="*/ 293415 w 1508539"/>
              <a:gd name="connsiteY121" fmla="*/ 1732919 h 6858000"/>
              <a:gd name="connsiteX122" fmla="*/ 265726 w 1508539"/>
              <a:gd name="connsiteY122" fmla="*/ 1663540 h 6858000"/>
              <a:gd name="connsiteX123" fmla="*/ 264852 w 1508539"/>
              <a:gd name="connsiteY123" fmla="*/ 1615777 h 6858000"/>
              <a:gd name="connsiteX124" fmla="*/ 245647 w 1508539"/>
              <a:gd name="connsiteY124" fmla="*/ 1563678 h 6858000"/>
              <a:gd name="connsiteX125" fmla="*/ 258727 w 1508539"/>
              <a:gd name="connsiteY125" fmla="*/ 1519474 h 6858000"/>
              <a:gd name="connsiteX126" fmla="*/ 251469 w 1508539"/>
              <a:gd name="connsiteY126" fmla="*/ 1477995 h 6858000"/>
              <a:gd name="connsiteX127" fmla="*/ 237554 w 1508539"/>
              <a:gd name="connsiteY127" fmla="*/ 1373769 h 6858000"/>
              <a:gd name="connsiteX128" fmla="*/ 245861 w 1508539"/>
              <a:gd name="connsiteY128" fmla="*/ 1307086 h 6858000"/>
              <a:gd name="connsiteX129" fmla="*/ 247049 w 1508539"/>
              <a:gd name="connsiteY129" fmla="*/ 1189033 h 6858000"/>
              <a:gd name="connsiteX130" fmla="*/ 251734 w 1508539"/>
              <a:gd name="connsiteY130" fmla="*/ 1168288 h 6858000"/>
              <a:gd name="connsiteX131" fmla="*/ 244016 w 1508539"/>
              <a:gd name="connsiteY131" fmla="*/ 1142577 h 6858000"/>
              <a:gd name="connsiteX132" fmla="*/ 233322 w 1508539"/>
              <a:gd name="connsiteY132" fmla="*/ 1088484 h 6858000"/>
              <a:gd name="connsiteX133" fmla="*/ 222058 w 1508539"/>
              <a:gd name="connsiteY133" fmla="*/ 1016103 h 6858000"/>
              <a:gd name="connsiteX134" fmla="*/ 223514 w 1508539"/>
              <a:gd name="connsiteY134" fmla="*/ 932283 h 6858000"/>
              <a:gd name="connsiteX135" fmla="*/ 225750 w 1508539"/>
              <a:gd name="connsiteY135" fmla="*/ 915925 h 6858000"/>
              <a:gd name="connsiteX136" fmla="*/ 218379 w 1508539"/>
              <a:gd name="connsiteY136" fmla="*/ 896999 h 6858000"/>
              <a:gd name="connsiteX137" fmla="*/ 187787 w 1508539"/>
              <a:gd name="connsiteY137" fmla="*/ 821517 h 6858000"/>
              <a:gd name="connsiteX138" fmla="*/ 166737 w 1508539"/>
              <a:gd name="connsiteY138" fmla="*/ 751353 h 6858000"/>
              <a:gd name="connsiteX139" fmla="*/ 166295 w 1508539"/>
              <a:gd name="connsiteY139" fmla="*/ 721230 h 6858000"/>
              <a:gd name="connsiteX140" fmla="*/ 151966 w 1508539"/>
              <a:gd name="connsiteY140" fmla="*/ 681659 h 6858000"/>
              <a:gd name="connsiteX141" fmla="*/ 137385 w 1508539"/>
              <a:gd name="connsiteY141" fmla="*/ 635218 h 6858000"/>
              <a:gd name="connsiteX142" fmla="*/ 142396 w 1508539"/>
              <a:gd name="connsiteY142" fmla="*/ 613763 h 6858000"/>
              <a:gd name="connsiteX143" fmla="*/ 128338 w 1508539"/>
              <a:gd name="connsiteY143" fmla="*/ 598582 h 6858000"/>
              <a:gd name="connsiteX144" fmla="*/ 128019 w 1508539"/>
              <a:gd name="connsiteY144" fmla="*/ 576846 h 6858000"/>
              <a:gd name="connsiteX145" fmla="*/ 107645 w 1508539"/>
              <a:gd name="connsiteY145" fmla="*/ 530055 h 6858000"/>
              <a:gd name="connsiteX146" fmla="*/ 98081 w 1508539"/>
              <a:gd name="connsiteY146" fmla="*/ 448559 h 6858000"/>
              <a:gd name="connsiteX147" fmla="*/ 104503 w 1508539"/>
              <a:gd name="connsiteY147" fmla="*/ 441529 h 6858000"/>
              <a:gd name="connsiteX148" fmla="*/ 103724 w 1508539"/>
              <a:gd name="connsiteY148" fmla="*/ 428927 h 6858000"/>
              <a:gd name="connsiteX149" fmla="*/ 93128 w 1508539"/>
              <a:gd name="connsiteY149" fmla="*/ 430161 h 6858000"/>
              <a:gd name="connsiteX150" fmla="*/ 70148 w 1508539"/>
              <a:gd name="connsiteY150" fmla="*/ 367211 h 6858000"/>
              <a:gd name="connsiteX151" fmla="*/ 36452 w 1508539"/>
              <a:gd name="connsiteY151" fmla="*/ 268519 h 6858000"/>
              <a:gd name="connsiteX152" fmla="*/ 23935 w 1508539"/>
              <a:gd name="connsiteY152" fmla="*/ 160886 h 6858000"/>
              <a:gd name="connsiteX153" fmla="*/ 19312 w 1508539"/>
              <a:gd name="connsiteY153" fmla="*/ 47336 h 6858000"/>
              <a:gd name="connsiteX154" fmla="*/ 0 w 1508539"/>
              <a:gd name="connsiteY154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57174 w 1508539"/>
              <a:gd name="connsiteY3" fmla="*/ 6858000 h 6858000"/>
              <a:gd name="connsiteX4" fmla="*/ 57315 w 1508539"/>
              <a:gd name="connsiteY4" fmla="*/ 6857735 h 6858000"/>
              <a:gd name="connsiteX5" fmla="*/ 69364 w 1508539"/>
              <a:gd name="connsiteY5" fmla="*/ 6809549 h 6858000"/>
              <a:gd name="connsiteX6" fmla="*/ 101575 w 1508539"/>
              <a:gd name="connsiteY6" fmla="*/ 6715115 h 6858000"/>
              <a:gd name="connsiteX7" fmla="*/ 111426 w 1508539"/>
              <a:gd name="connsiteY7" fmla="*/ 6680170 h 6858000"/>
              <a:gd name="connsiteX8" fmla="*/ 136976 w 1508539"/>
              <a:gd name="connsiteY8" fmla="*/ 6621207 h 6858000"/>
              <a:gd name="connsiteX9" fmla="*/ 153633 w 1508539"/>
              <a:gd name="connsiteY9" fmla="*/ 6596265 h 6858000"/>
              <a:gd name="connsiteX10" fmla="*/ 153512 w 1508539"/>
              <a:gd name="connsiteY10" fmla="*/ 6594818 h 6858000"/>
              <a:gd name="connsiteX11" fmla="*/ 157757 w 1508539"/>
              <a:gd name="connsiteY11" fmla="*/ 6593735 h 6858000"/>
              <a:gd name="connsiteX12" fmla="*/ 160954 w 1508539"/>
              <a:gd name="connsiteY12" fmla="*/ 6589172 h 6858000"/>
              <a:gd name="connsiteX13" fmla="*/ 164248 w 1508539"/>
              <a:gd name="connsiteY13" fmla="*/ 6574442 h 6858000"/>
              <a:gd name="connsiteX14" fmla="*/ 164588 w 1508539"/>
              <a:gd name="connsiteY14" fmla="*/ 6568530 h 6858000"/>
              <a:gd name="connsiteX15" fmla="*/ 166997 w 1508539"/>
              <a:gd name="connsiteY15" fmla="*/ 6560674 h 6858000"/>
              <a:gd name="connsiteX16" fmla="*/ 167342 w 1508539"/>
              <a:gd name="connsiteY16" fmla="*/ 6560598 h 6858000"/>
              <a:gd name="connsiteX17" fmla="*/ 169039 w 1508539"/>
              <a:gd name="connsiteY17" fmla="*/ 6553006 h 6858000"/>
              <a:gd name="connsiteX18" fmla="*/ 173735 w 1508539"/>
              <a:gd name="connsiteY18" fmla="*/ 6514360 h 6858000"/>
              <a:gd name="connsiteX19" fmla="*/ 215389 w 1508539"/>
              <a:gd name="connsiteY19" fmla="*/ 6478062 h 6858000"/>
              <a:gd name="connsiteX20" fmla="*/ 226078 w 1508539"/>
              <a:gd name="connsiteY20" fmla="*/ 6460325 h 6858000"/>
              <a:gd name="connsiteX21" fmla="*/ 233311 w 1508539"/>
              <a:gd name="connsiteY21" fmla="*/ 6451488 h 6858000"/>
              <a:gd name="connsiteX22" fmla="*/ 234746 w 1508539"/>
              <a:gd name="connsiteY22" fmla="*/ 6451348 h 6858000"/>
              <a:gd name="connsiteX23" fmla="*/ 239104 w 1508539"/>
              <a:gd name="connsiteY23" fmla="*/ 6414240 h 6858000"/>
              <a:gd name="connsiteX24" fmla="*/ 241980 w 1508539"/>
              <a:gd name="connsiteY24" fmla="*/ 6410269 h 6858000"/>
              <a:gd name="connsiteX25" fmla="*/ 241880 w 1508539"/>
              <a:gd name="connsiteY25" fmla="*/ 6384857 h 6858000"/>
              <a:gd name="connsiteX26" fmla="*/ 243397 w 1508539"/>
              <a:gd name="connsiteY26" fmla="*/ 6372381 h 6858000"/>
              <a:gd name="connsiteX27" fmla="*/ 240591 w 1508539"/>
              <a:gd name="connsiteY27" fmla="*/ 6367510 h 6858000"/>
              <a:gd name="connsiteX28" fmla="*/ 244471 w 1508539"/>
              <a:gd name="connsiteY28" fmla="*/ 6349778 h 6858000"/>
              <a:gd name="connsiteX29" fmla="*/ 246136 w 1508539"/>
              <a:gd name="connsiteY29" fmla="*/ 6348250 h 6858000"/>
              <a:gd name="connsiteX30" fmla="*/ 262170 w 1508539"/>
              <a:gd name="connsiteY30" fmla="*/ 6281972 h 6858000"/>
              <a:gd name="connsiteX31" fmla="*/ 272933 w 1508539"/>
              <a:gd name="connsiteY31" fmla="*/ 6211940 h 6858000"/>
              <a:gd name="connsiteX32" fmla="*/ 314428 w 1508539"/>
              <a:gd name="connsiteY32" fmla="*/ 6113913 h 6858000"/>
              <a:gd name="connsiteX33" fmla="*/ 318721 w 1508539"/>
              <a:gd name="connsiteY33" fmla="*/ 6028119 h 6858000"/>
              <a:gd name="connsiteX34" fmla="*/ 345501 w 1508539"/>
              <a:gd name="connsiteY34" fmla="*/ 5934687 h 6858000"/>
              <a:gd name="connsiteX35" fmla="*/ 379513 w 1508539"/>
              <a:gd name="connsiteY35" fmla="*/ 5765594 h 6858000"/>
              <a:gd name="connsiteX36" fmla="*/ 411349 w 1508539"/>
              <a:gd name="connsiteY36" fmla="*/ 5693685 h 6858000"/>
              <a:gd name="connsiteX37" fmla="*/ 431404 w 1508539"/>
              <a:gd name="connsiteY37" fmla="*/ 5665173 h 6858000"/>
              <a:gd name="connsiteX38" fmla="*/ 465121 w 1508539"/>
              <a:gd name="connsiteY38" fmla="*/ 5563435 h 6858000"/>
              <a:gd name="connsiteX39" fmla="*/ 494626 w 1508539"/>
              <a:gd name="connsiteY39" fmla="*/ 5476393 h 6858000"/>
              <a:gd name="connsiteX40" fmla="*/ 525819 w 1508539"/>
              <a:gd name="connsiteY40" fmla="*/ 5396260 h 6858000"/>
              <a:gd name="connsiteX41" fmla="*/ 541800 w 1508539"/>
              <a:gd name="connsiteY41" fmla="*/ 5330009 h 6858000"/>
              <a:gd name="connsiteX42" fmla="*/ 575293 w 1508539"/>
              <a:gd name="connsiteY42" fmla="*/ 5273739 h 6858000"/>
              <a:gd name="connsiteX43" fmla="*/ 584892 w 1508539"/>
              <a:gd name="connsiteY43" fmla="*/ 5241779 h 6858000"/>
              <a:gd name="connsiteX44" fmla="*/ 596118 w 1508539"/>
              <a:gd name="connsiteY44" fmla="*/ 5225268 h 6858000"/>
              <a:gd name="connsiteX45" fmla="*/ 597138 w 1508539"/>
              <a:gd name="connsiteY45" fmla="*/ 5217684 h 6858000"/>
              <a:gd name="connsiteX46" fmla="*/ 604479 w 1508539"/>
              <a:gd name="connsiteY46" fmla="*/ 5193377 h 6858000"/>
              <a:gd name="connsiteX47" fmla="*/ 607782 w 1508539"/>
              <a:gd name="connsiteY47" fmla="*/ 5179288 h 6858000"/>
              <a:gd name="connsiteX48" fmla="*/ 608766 w 1508539"/>
              <a:gd name="connsiteY48" fmla="*/ 5173621 h 6858000"/>
              <a:gd name="connsiteX49" fmla="*/ 604400 w 1508539"/>
              <a:gd name="connsiteY49" fmla="*/ 5159961 h 6858000"/>
              <a:gd name="connsiteX50" fmla="*/ 611077 w 1508539"/>
              <a:gd name="connsiteY50" fmla="*/ 5144295 h 6858000"/>
              <a:gd name="connsiteX51" fmla="*/ 608010 w 1508539"/>
              <a:gd name="connsiteY51" fmla="*/ 5125185 h 6858000"/>
              <a:gd name="connsiteX52" fmla="*/ 614840 w 1508539"/>
              <a:gd name="connsiteY52" fmla="*/ 5121884 h 6858000"/>
              <a:gd name="connsiteX53" fmla="*/ 621876 w 1508539"/>
              <a:gd name="connsiteY53" fmla="*/ 5067850 h 6858000"/>
              <a:gd name="connsiteX54" fmla="*/ 624607 w 1508539"/>
              <a:gd name="connsiteY54" fmla="*/ 5060861 h 6858000"/>
              <a:gd name="connsiteX55" fmla="*/ 621311 w 1508539"/>
              <a:gd name="connsiteY55" fmla="*/ 5034192 h 6858000"/>
              <a:gd name="connsiteX56" fmla="*/ 622865 w 1508539"/>
              <a:gd name="connsiteY56" fmla="*/ 4993030 h 6858000"/>
              <a:gd name="connsiteX57" fmla="*/ 629774 w 1508539"/>
              <a:gd name="connsiteY57" fmla="*/ 4946844 h 6858000"/>
              <a:gd name="connsiteX58" fmla="*/ 625630 w 1508539"/>
              <a:gd name="connsiteY58" fmla="*/ 4932692 h 6858000"/>
              <a:gd name="connsiteX59" fmla="*/ 641033 w 1508539"/>
              <a:gd name="connsiteY59" fmla="*/ 4858827 h 6858000"/>
              <a:gd name="connsiteX60" fmla="*/ 635187 w 1508539"/>
              <a:gd name="connsiteY60" fmla="*/ 4801535 h 6858000"/>
              <a:gd name="connsiteX61" fmla="*/ 642856 w 1508539"/>
              <a:gd name="connsiteY61" fmla="*/ 4797794 h 6858000"/>
              <a:gd name="connsiteX62" fmla="*/ 644150 w 1508539"/>
              <a:gd name="connsiteY62" fmla="*/ 4784526 h 6858000"/>
              <a:gd name="connsiteX63" fmla="*/ 645934 w 1508539"/>
              <a:gd name="connsiteY63" fmla="*/ 4781211 h 6858000"/>
              <a:gd name="connsiteX64" fmla="*/ 654721 w 1508539"/>
              <a:gd name="connsiteY64" fmla="*/ 4761984 h 6858000"/>
              <a:gd name="connsiteX65" fmla="*/ 650769 w 1508539"/>
              <a:gd name="connsiteY65" fmla="*/ 4690749 h 6858000"/>
              <a:gd name="connsiteX66" fmla="*/ 646249 w 1508539"/>
              <a:gd name="connsiteY66" fmla="*/ 4584173 h 6858000"/>
              <a:gd name="connsiteX67" fmla="*/ 641332 w 1508539"/>
              <a:gd name="connsiteY67" fmla="*/ 4444346 h 6858000"/>
              <a:gd name="connsiteX68" fmla="*/ 637897 w 1508539"/>
              <a:gd name="connsiteY68" fmla="*/ 4375228 h 6858000"/>
              <a:gd name="connsiteX69" fmla="*/ 618550 w 1508539"/>
              <a:gd name="connsiteY69" fmla="*/ 4214165 h 6858000"/>
              <a:gd name="connsiteX70" fmla="*/ 622623 w 1508539"/>
              <a:gd name="connsiteY70" fmla="*/ 4090296 h 6858000"/>
              <a:gd name="connsiteX71" fmla="*/ 607879 w 1508539"/>
              <a:gd name="connsiteY71" fmla="*/ 4033999 h 6858000"/>
              <a:gd name="connsiteX72" fmla="*/ 609028 w 1508539"/>
              <a:gd name="connsiteY72" fmla="*/ 4031933 h 6858000"/>
              <a:gd name="connsiteX73" fmla="*/ 607604 w 1508539"/>
              <a:gd name="connsiteY73" fmla="*/ 4013953 h 6858000"/>
              <a:gd name="connsiteX74" fmla="*/ 593899 w 1508539"/>
              <a:gd name="connsiteY74" fmla="*/ 3974753 h 6858000"/>
              <a:gd name="connsiteX75" fmla="*/ 595497 w 1508539"/>
              <a:gd name="connsiteY75" fmla="*/ 3969950 h 6858000"/>
              <a:gd name="connsiteX76" fmla="*/ 588919 w 1508539"/>
              <a:gd name="connsiteY76" fmla="*/ 3933779 h 6858000"/>
              <a:gd name="connsiteX77" fmla="*/ 590250 w 1508539"/>
              <a:gd name="connsiteY77" fmla="*/ 3933093 h 6858000"/>
              <a:gd name="connsiteX78" fmla="*/ 594604 w 1508539"/>
              <a:gd name="connsiteY78" fmla="*/ 3922082 h 6858000"/>
              <a:gd name="connsiteX79" fmla="*/ 599682 w 1508539"/>
              <a:gd name="connsiteY79" fmla="*/ 3901461 h 6858000"/>
              <a:gd name="connsiteX80" fmla="*/ 622276 w 1508539"/>
              <a:gd name="connsiteY80" fmla="*/ 3813873 h 6858000"/>
              <a:gd name="connsiteX81" fmla="*/ 621701 w 1508539"/>
              <a:gd name="connsiteY81" fmla="*/ 3806161 h 6858000"/>
              <a:gd name="connsiteX82" fmla="*/ 622008 w 1508539"/>
              <a:gd name="connsiteY82" fmla="*/ 3805957 h 6858000"/>
              <a:gd name="connsiteX83" fmla="*/ 622035 w 1508539"/>
              <a:gd name="connsiteY83" fmla="*/ 3797724 h 6858000"/>
              <a:gd name="connsiteX84" fmla="*/ 620650 w 1508539"/>
              <a:gd name="connsiteY84" fmla="*/ 3792098 h 6858000"/>
              <a:gd name="connsiteX85" fmla="*/ 619534 w 1508539"/>
              <a:gd name="connsiteY85" fmla="*/ 3777135 h 6858000"/>
              <a:gd name="connsiteX86" fmla="*/ 621267 w 1508539"/>
              <a:gd name="connsiteY86" fmla="*/ 3771656 h 6858000"/>
              <a:gd name="connsiteX87" fmla="*/ 625010 w 1508539"/>
              <a:gd name="connsiteY87" fmla="*/ 3769007 h 6858000"/>
              <a:gd name="connsiteX88" fmla="*/ 624476 w 1508539"/>
              <a:gd name="connsiteY88" fmla="*/ 3767709 h 6858000"/>
              <a:gd name="connsiteX89" fmla="*/ 633172 w 1508539"/>
              <a:gd name="connsiteY89" fmla="*/ 3738082 h 6858000"/>
              <a:gd name="connsiteX90" fmla="*/ 640518 w 1508539"/>
              <a:gd name="connsiteY90" fmla="*/ 3673397 h 6858000"/>
              <a:gd name="connsiteX91" fmla="*/ 639814 w 1508539"/>
              <a:gd name="connsiteY91" fmla="*/ 3637109 h 6858000"/>
              <a:gd name="connsiteX92" fmla="*/ 643257 w 1508539"/>
              <a:gd name="connsiteY92" fmla="*/ 3536883 h 6858000"/>
              <a:gd name="connsiteX93" fmla="*/ 650795 w 1508539"/>
              <a:gd name="connsiteY93" fmla="*/ 3435652 h 6858000"/>
              <a:gd name="connsiteX94" fmla="*/ 652466 w 1508539"/>
              <a:gd name="connsiteY94" fmla="*/ 3307769 h 6858000"/>
              <a:gd name="connsiteX95" fmla="*/ 670029 w 1508539"/>
              <a:gd name="connsiteY95" fmla="*/ 3250522 h 6858000"/>
              <a:gd name="connsiteX96" fmla="*/ 670454 w 1508539"/>
              <a:gd name="connsiteY96" fmla="*/ 3229163 h 6858000"/>
              <a:gd name="connsiteX97" fmla="*/ 672277 w 1508539"/>
              <a:gd name="connsiteY97" fmla="*/ 3217217 h 6858000"/>
              <a:gd name="connsiteX98" fmla="*/ 659112 w 1508539"/>
              <a:gd name="connsiteY98" fmla="*/ 3183755 h 6858000"/>
              <a:gd name="connsiteX99" fmla="*/ 659613 w 1508539"/>
              <a:gd name="connsiteY99" fmla="*/ 3178642 h 6858000"/>
              <a:gd name="connsiteX100" fmla="*/ 647213 w 1508539"/>
              <a:gd name="connsiteY100" fmla="*/ 3158586 h 6858000"/>
              <a:gd name="connsiteX101" fmla="*/ 632398 w 1508539"/>
              <a:gd name="connsiteY101" fmla="*/ 3129034 h 6858000"/>
              <a:gd name="connsiteX102" fmla="*/ 633063 w 1508539"/>
              <a:gd name="connsiteY102" fmla="*/ 3126682 h 6858000"/>
              <a:gd name="connsiteX103" fmla="*/ 623931 w 1508539"/>
              <a:gd name="connsiteY103" fmla="*/ 3114519 h 6858000"/>
              <a:gd name="connsiteX104" fmla="*/ 610540 w 1508539"/>
              <a:gd name="connsiteY104" fmla="*/ 3106272 h 6858000"/>
              <a:gd name="connsiteX105" fmla="*/ 583270 w 1508539"/>
              <a:gd name="connsiteY105" fmla="*/ 2958185 h 6858000"/>
              <a:gd name="connsiteX106" fmla="*/ 525884 w 1508539"/>
              <a:gd name="connsiteY106" fmla="*/ 2762989 h 6858000"/>
              <a:gd name="connsiteX107" fmla="*/ 474802 w 1508539"/>
              <a:gd name="connsiteY107" fmla="*/ 2554718 h 6858000"/>
              <a:gd name="connsiteX108" fmla="*/ 454896 w 1508539"/>
              <a:gd name="connsiteY108" fmla="*/ 2485734 h 6858000"/>
              <a:gd name="connsiteX109" fmla="*/ 445619 w 1508539"/>
              <a:gd name="connsiteY109" fmla="*/ 2447068 h 6858000"/>
              <a:gd name="connsiteX110" fmla="*/ 432580 w 1508539"/>
              <a:gd name="connsiteY110" fmla="*/ 2425819 h 6858000"/>
              <a:gd name="connsiteX111" fmla="*/ 438579 w 1508539"/>
              <a:gd name="connsiteY111" fmla="*/ 2402874 h 6858000"/>
              <a:gd name="connsiteX112" fmla="*/ 441191 w 1508539"/>
              <a:gd name="connsiteY112" fmla="*/ 2381443 h 6858000"/>
              <a:gd name="connsiteX113" fmla="*/ 417520 w 1508539"/>
              <a:gd name="connsiteY113" fmla="*/ 2261920 h 6858000"/>
              <a:gd name="connsiteX114" fmla="*/ 407407 w 1508539"/>
              <a:gd name="connsiteY114" fmla="*/ 2195378 h 6858000"/>
              <a:gd name="connsiteX115" fmla="*/ 391624 w 1508539"/>
              <a:gd name="connsiteY115" fmla="*/ 2155135 h 6858000"/>
              <a:gd name="connsiteX116" fmla="*/ 389082 w 1508539"/>
              <a:gd name="connsiteY116" fmla="*/ 2118008 h 6858000"/>
              <a:gd name="connsiteX117" fmla="*/ 390075 w 1508539"/>
              <a:gd name="connsiteY117" fmla="*/ 2050531 h 6858000"/>
              <a:gd name="connsiteX118" fmla="*/ 381881 w 1508539"/>
              <a:gd name="connsiteY118" fmla="*/ 1963269 h 6858000"/>
              <a:gd name="connsiteX119" fmla="*/ 363059 w 1508539"/>
              <a:gd name="connsiteY119" fmla="*/ 1906352 h 6858000"/>
              <a:gd name="connsiteX120" fmla="*/ 339616 w 1508539"/>
              <a:gd name="connsiteY120" fmla="*/ 1861531 h 6858000"/>
              <a:gd name="connsiteX121" fmla="*/ 293415 w 1508539"/>
              <a:gd name="connsiteY121" fmla="*/ 1732919 h 6858000"/>
              <a:gd name="connsiteX122" fmla="*/ 265726 w 1508539"/>
              <a:gd name="connsiteY122" fmla="*/ 1663540 h 6858000"/>
              <a:gd name="connsiteX123" fmla="*/ 264852 w 1508539"/>
              <a:gd name="connsiteY123" fmla="*/ 1615777 h 6858000"/>
              <a:gd name="connsiteX124" fmla="*/ 245647 w 1508539"/>
              <a:gd name="connsiteY124" fmla="*/ 1563678 h 6858000"/>
              <a:gd name="connsiteX125" fmla="*/ 258727 w 1508539"/>
              <a:gd name="connsiteY125" fmla="*/ 1519474 h 6858000"/>
              <a:gd name="connsiteX126" fmla="*/ 251469 w 1508539"/>
              <a:gd name="connsiteY126" fmla="*/ 1477995 h 6858000"/>
              <a:gd name="connsiteX127" fmla="*/ 237554 w 1508539"/>
              <a:gd name="connsiteY127" fmla="*/ 1373769 h 6858000"/>
              <a:gd name="connsiteX128" fmla="*/ 245861 w 1508539"/>
              <a:gd name="connsiteY128" fmla="*/ 1307086 h 6858000"/>
              <a:gd name="connsiteX129" fmla="*/ 247049 w 1508539"/>
              <a:gd name="connsiteY129" fmla="*/ 1189033 h 6858000"/>
              <a:gd name="connsiteX130" fmla="*/ 251734 w 1508539"/>
              <a:gd name="connsiteY130" fmla="*/ 1168288 h 6858000"/>
              <a:gd name="connsiteX131" fmla="*/ 244016 w 1508539"/>
              <a:gd name="connsiteY131" fmla="*/ 1142577 h 6858000"/>
              <a:gd name="connsiteX132" fmla="*/ 233322 w 1508539"/>
              <a:gd name="connsiteY132" fmla="*/ 1088484 h 6858000"/>
              <a:gd name="connsiteX133" fmla="*/ 222058 w 1508539"/>
              <a:gd name="connsiteY133" fmla="*/ 1016103 h 6858000"/>
              <a:gd name="connsiteX134" fmla="*/ 223514 w 1508539"/>
              <a:gd name="connsiteY134" fmla="*/ 932283 h 6858000"/>
              <a:gd name="connsiteX135" fmla="*/ 225750 w 1508539"/>
              <a:gd name="connsiteY135" fmla="*/ 915925 h 6858000"/>
              <a:gd name="connsiteX136" fmla="*/ 218379 w 1508539"/>
              <a:gd name="connsiteY136" fmla="*/ 896999 h 6858000"/>
              <a:gd name="connsiteX137" fmla="*/ 187787 w 1508539"/>
              <a:gd name="connsiteY137" fmla="*/ 821517 h 6858000"/>
              <a:gd name="connsiteX138" fmla="*/ 166737 w 1508539"/>
              <a:gd name="connsiteY138" fmla="*/ 751353 h 6858000"/>
              <a:gd name="connsiteX139" fmla="*/ 166295 w 1508539"/>
              <a:gd name="connsiteY139" fmla="*/ 721230 h 6858000"/>
              <a:gd name="connsiteX140" fmla="*/ 151966 w 1508539"/>
              <a:gd name="connsiteY140" fmla="*/ 681659 h 6858000"/>
              <a:gd name="connsiteX141" fmla="*/ 137385 w 1508539"/>
              <a:gd name="connsiteY141" fmla="*/ 635218 h 6858000"/>
              <a:gd name="connsiteX142" fmla="*/ 142396 w 1508539"/>
              <a:gd name="connsiteY142" fmla="*/ 613763 h 6858000"/>
              <a:gd name="connsiteX143" fmla="*/ 128338 w 1508539"/>
              <a:gd name="connsiteY143" fmla="*/ 598582 h 6858000"/>
              <a:gd name="connsiteX144" fmla="*/ 128019 w 1508539"/>
              <a:gd name="connsiteY144" fmla="*/ 576846 h 6858000"/>
              <a:gd name="connsiteX145" fmla="*/ 107645 w 1508539"/>
              <a:gd name="connsiteY145" fmla="*/ 530055 h 6858000"/>
              <a:gd name="connsiteX146" fmla="*/ 98081 w 1508539"/>
              <a:gd name="connsiteY146" fmla="*/ 448559 h 6858000"/>
              <a:gd name="connsiteX147" fmla="*/ 104503 w 1508539"/>
              <a:gd name="connsiteY147" fmla="*/ 441529 h 6858000"/>
              <a:gd name="connsiteX148" fmla="*/ 103724 w 1508539"/>
              <a:gd name="connsiteY148" fmla="*/ 428927 h 6858000"/>
              <a:gd name="connsiteX149" fmla="*/ 90191 w 1508539"/>
              <a:gd name="connsiteY149" fmla="*/ 404917 h 6858000"/>
              <a:gd name="connsiteX150" fmla="*/ 70148 w 1508539"/>
              <a:gd name="connsiteY150" fmla="*/ 367211 h 6858000"/>
              <a:gd name="connsiteX151" fmla="*/ 36452 w 1508539"/>
              <a:gd name="connsiteY151" fmla="*/ 268519 h 6858000"/>
              <a:gd name="connsiteX152" fmla="*/ 23935 w 1508539"/>
              <a:gd name="connsiteY152" fmla="*/ 160886 h 6858000"/>
              <a:gd name="connsiteX153" fmla="*/ 19312 w 1508539"/>
              <a:gd name="connsiteY153" fmla="*/ 47336 h 6858000"/>
              <a:gd name="connsiteX154" fmla="*/ 0 w 1508539"/>
              <a:gd name="connsiteY154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57174 w 1508539"/>
              <a:gd name="connsiteY3" fmla="*/ 6858000 h 6858000"/>
              <a:gd name="connsiteX4" fmla="*/ 57315 w 1508539"/>
              <a:gd name="connsiteY4" fmla="*/ 6857735 h 6858000"/>
              <a:gd name="connsiteX5" fmla="*/ 69364 w 1508539"/>
              <a:gd name="connsiteY5" fmla="*/ 6809549 h 6858000"/>
              <a:gd name="connsiteX6" fmla="*/ 101575 w 1508539"/>
              <a:gd name="connsiteY6" fmla="*/ 6715115 h 6858000"/>
              <a:gd name="connsiteX7" fmla="*/ 111426 w 1508539"/>
              <a:gd name="connsiteY7" fmla="*/ 6680170 h 6858000"/>
              <a:gd name="connsiteX8" fmla="*/ 136976 w 1508539"/>
              <a:gd name="connsiteY8" fmla="*/ 6621207 h 6858000"/>
              <a:gd name="connsiteX9" fmla="*/ 153633 w 1508539"/>
              <a:gd name="connsiteY9" fmla="*/ 6596265 h 6858000"/>
              <a:gd name="connsiteX10" fmla="*/ 153512 w 1508539"/>
              <a:gd name="connsiteY10" fmla="*/ 6594818 h 6858000"/>
              <a:gd name="connsiteX11" fmla="*/ 157757 w 1508539"/>
              <a:gd name="connsiteY11" fmla="*/ 6593735 h 6858000"/>
              <a:gd name="connsiteX12" fmla="*/ 160954 w 1508539"/>
              <a:gd name="connsiteY12" fmla="*/ 6589172 h 6858000"/>
              <a:gd name="connsiteX13" fmla="*/ 164248 w 1508539"/>
              <a:gd name="connsiteY13" fmla="*/ 6574442 h 6858000"/>
              <a:gd name="connsiteX14" fmla="*/ 164588 w 1508539"/>
              <a:gd name="connsiteY14" fmla="*/ 6568530 h 6858000"/>
              <a:gd name="connsiteX15" fmla="*/ 166997 w 1508539"/>
              <a:gd name="connsiteY15" fmla="*/ 6560674 h 6858000"/>
              <a:gd name="connsiteX16" fmla="*/ 167342 w 1508539"/>
              <a:gd name="connsiteY16" fmla="*/ 6560598 h 6858000"/>
              <a:gd name="connsiteX17" fmla="*/ 169039 w 1508539"/>
              <a:gd name="connsiteY17" fmla="*/ 6553006 h 6858000"/>
              <a:gd name="connsiteX18" fmla="*/ 173735 w 1508539"/>
              <a:gd name="connsiteY18" fmla="*/ 6514360 h 6858000"/>
              <a:gd name="connsiteX19" fmla="*/ 215389 w 1508539"/>
              <a:gd name="connsiteY19" fmla="*/ 6478062 h 6858000"/>
              <a:gd name="connsiteX20" fmla="*/ 226078 w 1508539"/>
              <a:gd name="connsiteY20" fmla="*/ 6460325 h 6858000"/>
              <a:gd name="connsiteX21" fmla="*/ 233311 w 1508539"/>
              <a:gd name="connsiteY21" fmla="*/ 6451488 h 6858000"/>
              <a:gd name="connsiteX22" fmla="*/ 234746 w 1508539"/>
              <a:gd name="connsiteY22" fmla="*/ 6451348 h 6858000"/>
              <a:gd name="connsiteX23" fmla="*/ 239104 w 1508539"/>
              <a:gd name="connsiteY23" fmla="*/ 6414240 h 6858000"/>
              <a:gd name="connsiteX24" fmla="*/ 241980 w 1508539"/>
              <a:gd name="connsiteY24" fmla="*/ 6410269 h 6858000"/>
              <a:gd name="connsiteX25" fmla="*/ 241880 w 1508539"/>
              <a:gd name="connsiteY25" fmla="*/ 6384857 h 6858000"/>
              <a:gd name="connsiteX26" fmla="*/ 243397 w 1508539"/>
              <a:gd name="connsiteY26" fmla="*/ 6372381 h 6858000"/>
              <a:gd name="connsiteX27" fmla="*/ 240591 w 1508539"/>
              <a:gd name="connsiteY27" fmla="*/ 6367510 h 6858000"/>
              <a:gd name="connsiteX28" fmla="*/ 244471 w 1508539"/>
              <a:gd name="connsiteY28" fmla="*/ 6349778 h 6858000"/>
              <a:gd name="connsiteX29" fmla="*/ 246136 w 1508539"/>
              <a:gd name="connsiteY29" fmla="*/ 6348250 h 6858000"/>
              <a:gd name="connsiteX30" fmla="*/ 262170 w 1508539"/>
              <a:gd name="connsiteY30" fmla="*/ 6281972 h 6858000"/>
              <a:gd name="connsiteX31" fmla="*/ 272933 w 1508539"/>
              <a:gd name="connsiteY31" fmla="*/ 6211940 h 6858000"/>
              <a:gd name="connsiteX32" fmla="*/ 314428 w 1508539"/>
              <a:gd name="connsiteY32" fmla="*/ 6113913 h 6858000"/>
              <a:gd name="connsiteX33" fmla="*/ 318721 w 1508539"/>
              <a:gd name="connsiteY33" fmla="*/ 6028119 h 6858000"/>
              <a:gd name="connsiteX34" fmla="*/ 345501 w 1508539"/>
              <a:gd name="connsiteY34" fmla="*/ 5934687 h 6858000"/>
              <a:gd name="connsiteX35" fmla="*/ 379513 w 1508539"/>
              <a:gd name="connsiteY35" fmla="*/ 5765594 h 6858000"/>
              <a:gd name="connsiteX36" fmla="*/ 411349 w 1508539"/>
              <a:gd name="connsiteY36" fmla="*/ 5693685 h 6858000"/>
              <a:gd name="connsiteX37" fmla="*/ 431404 w 1508539"/>
              <a:gd name="connsiteY37" fmla="*/ 5665173 h 6858000"/>
              <a:gd name="connsiteX38" fmla="*/ 465121 w 1508539"/>
              <a:gd name="connsiteY38" fmla="*/ 5563435 h 6858000"/>
              <a:gd name="connsiteX39" fmla="*/ 494626 w 1508539"/>
              <a:gd name="connsiteY39" fmla="*/ 5476393 h 6858000"/>
              <a:gd name="connsiteX40" fmla="*/ 525819 w 1508539"/>
              <a:gd name="connsiteY40" fmla="*/ 5396260 h 6858000"/>
              <a:gd name="connsiteX41" fmla="*/ 541800 w 1508539"/>
              <a:gd name="connsiteY41" fmla="*/ 5330009 h 6858000"/>
              <a:gd name="connsiteX42" fmla="*/ 575293 w 1508539"/>
              <a:gd name="connsiteY42" fmla="*/ 5273739 h 6858000"/>
              <a:gd name="connsiteX43" fmla="*/ 584892 w 1508539"/>
              <a:gd name="connsiteY43" fmla="*/ 5241779 h 6858000"/>
              <a:gd name="connsiteX44" fmla="*/ 596118 w 1508539"/>
              <a:gd name="connsiteY44" fmla="*/ 5225268 h 6858000"/>
              <a:gd name="connsiteX45" fmla="*/ 597138 w 1508539"/>
              <a:gd name="connsiteY45" fmla="*/ 5217684 h 6858000"/>
              <a:gd name="connsiteX46" fmla="*/ 604479 w 1508539"/>
              <a:gd name="connsiteY46" fmla="*/ 5193377 h 6858000"/>
              <a:gd name="connsiteX47" fmla="*/ 607782 w 1508539"/>
              <a:gd name="connsiteY47" fmla="*/ 5179288 h 6858000"/>
              <a:gd name="connsiteX48" fmla="*/ 608766 w 1508539"/>
              <a:gd name="connsiteY48" fmla="*/ 5173621 h 6858000"/>
              <a:gd name="connsiteX49" fmla="*/ 604400 w 1508539"/>
              <a:gd name="connsiteY49" fmla="*/ 5159961 h 6858000"/>
              <a:gd name="connsiteX50" fmla="*/ 611077 w 1508539"/>
              <a:gd name="connsiteY50" fmla="*/ 5144295 h 6858000"/>
              <a:gd name="connsiteX51" fmla="*/ 608010 w 1508539"/>
              <a:gd name="connsiteY51" fmla="*/ 5125185 h 6858000"/>
              <a:gd name="connsiteX52" fmla="*/ 614840 w 1508539"/>
              <a:gd name="connsiteY52" fmla="*/ 5121884 h 6858000"/>
              <a:gd name="connsiteX53" fmla="*/ 621876 w 1508539"/>
              <a:gd name="connsiteY53" fmla="*/ 5067850 h 6858000"/>
              <a:gd name="connsiteX54" fmla="*/ 624607 w 1508539"/>
              <a:gd name="connsiteY54" fmla="*/ 5060861 h 6858000"/>
              <a:gd name="connsiteX55" fmla="*/ 621311 w 1508539"/>
              <a:gd name="connsiteY55" fmla="*/ 5034192 h 6858000"/>
              <a:gd name="connsiteX56" fmla="*/ 622865 w 1508539"/>
              <a:gd name="connsiteY56" fmla="*/ 4993030 h 6858000"/>
              <a:gd name="connsiteX57" fmla="*/ 629774 w 1508539"/>
              <a:gd name="connsiteY57" fmla="*/ 4946844 h 6858000"/>
              <a:gd name="connsiteX58" fmla="*/ 625630 w 1508539"/>
              <a:gd name="connsiteY58" fmla="*/ 4932692 h 6858000"/>
              <a:gd name="connsiteX59" fmla="*/ 641033 w 1508539"/>
              <a:gd name="connsiteY59" fmla="*/ 4858827 h 6858000"/>
              <a:gd name="connsiteX60" fmla="*/ 635187 w 1508539"/>
              <a:gd name="connsiteY60" fmla="*/ 4801535 h 6858000"/>
              <a:gd name="connsiteX61" fmla="*/ 642856 w 1508539"/>
              <a:gd name="connsiteY61" fmla="*/ 4797794 h 6858000"/>
              <a:gd name="connsiteX62" fmla="*/ 644150 w 1508539"/>
              <a:gd name="connsiteY62" fmla="*/ 4784526 h 6858000"/>
              <a:gd name="connsiteX63" fmla="*/ 645934 w 1508539"/>
              <a:gd name="connsiteY63" fmla="*/ 4781211 h 6858000"/>
              <a:gd name="connsiteX64" fmla="*/ 654721 w 1508539"/>
              <a:gd name="connsiteY64" fmla="*/ 4761984 h 6858000"/>
              <a:gd name="connsiteX65" fmla="*/ 650769 w 1508539"/>
              <a:gd name="connsiteY65" fmla="*/ 4690749 h 6858000"/>
              <a:gd name="connsiteX66" fmla="*/ 646249 w 1508539"/>
              <a:gd name="connsiteY66" fmla="*/ 4584173 h 6858000"/>
              <a:gd name="connsiteX67" fmla="*/ 641332 w 1508539"/>
              <a:gd name="connsiteY67" fmla="*/ 4444346 h 6858000"/>
              <a:gd name="connsiteX68" fmla="*/ 637897 w 1508539"/>
              <a:gd name="connsiteY68" fmla="*/ 4375228 h 6858000"/>
              <a:gd name="connsiteX69" fmla="*/ 618550 w 1508539"/>
              <a:gd name="connsiteY69" fmla="*/ 4214165 h 6858000"/>
              <a:gd name="connsiteX70" fmla="*/ 622623 w 1508539"/>
              <a:gd name="connsiteY70" fmla="*/ 4090296 h 6858000"/>
              <a:gd name="connsiteX71" fmla="*/ 607879 w 1508539"/>
              <a:gd name="connsiteY71" fmla="*/ 4033999 h 6858000"/>
              <a:gd name="connsiteX72" fmla="*/ 609028 w 1508539"/>
              <a:gd name="connsiteY72" fmla="*/ 4031933 h 6858000"/>
              <a:gd name="connsiteX73" fmla="*/ 607604 w 1508539"/>
              <a:gd name="connsiteY73" fmla="*/ 4013953 h 6858000"/>
              <a:gd name="connsiteX74" fmla="*/ 593899 w 1508539"/>
              <a:gd name="connsiteY74" fmla="*/ 3974753 h 6858000"/>
              <a:gd name="connsiteX75" fmla="*/ 595497 w 1508539"/>
              <a:gd name="connsiteY75" fmla="*/ 3969950 h 6858000"/>
              <a:gd name="connsiteX76" fmla="*/ 588919 w 1508539"/>
              <a:gd name="connsiteY76" fmla="*/ 3933779 h 6858000"/>
              <a:gd name="connsiteX77" fmla="*/ 590250 w 1508539"/>
              <a:gd name="connsiteY77" fmla="*/ 3933093 h 6858000"/>
              <a:gd name="connsiteX78" fmla="*/ 594604 w 1508539"/>
              <a:gd name="connsiteY78" fmla="*/ 3922082 h 6858000"/>
              <a:gd name="connsiteX79" fmla="*/ 599682 w 1508539"/>
              <a:gd name="connsiteY79" fmla="*/ 3901461 h 6858000"/>
              <a:gd name="connsiteX80" fmla="*/ 622276 w 1508539"/>
              <a:gd name="connsiteY80" fmla="*/ 3813873 h 6858000"/>
              <a:gd name="connsiteX81" fmla="*/ 621701 w 1508539"/>
              <a:gd name="connsiteY81" fmla="*/ 3806161 h 6858000"/>
              <a:gd name="connsiteX82" fmla="*/ 622008 w 1508539"/>
              <a:gd name="connsiteY82" fmla="*/ 3805957 h 6858000"/>
              <a:gd name="connsiteX83" fmla="*/ 622035 w 1508539"/>
              <a:gd name="connsiteY83" fmla="*/ 3797724 h 6858000"/>
              <a:gd name="connsiteX84" fmla="*/ 620650 w 1508539"/>
              <a:gd name="connsiteY84" fmla="*/ 3792098 h 6858000"/>
              <a:gd name="connsiteX85" fmla="*/ 619534 w 1508539"/>
              <a:gd name="connsiteY85" fmla="*/ 3777135 h 6858000"/>
              <a:gd name="connsiteX86" fmla="*/ 621267 w 1508539"/>
              <a:gd name="connsiteY86" fmla="*/ 3771656 h 6858000"/>
              <a:gd name="connsiteX87" fmla="*/ 625010 w 1508539"/>
              <a:gd name="connsiteY87" fmla="*/ 3769007 h 6858000"/>
              <a:gd name="connsiteX88" fmla="*/ 624476 w 1508539"/>
              <a:gd name="connsiteY88" fmla="*/ 3767709 h 6858000"/>
              <a:gd name="connsiteX89" fmla="*/ 633172 w 1508539"/>
              <a:gd name="connsiteY89" fmla="*/ 3738082 h 6858000"/>
              <a:gd name="connsiteX90" fmla="*/ 640518 w 1508539"/>
              <a:gd name="connsiteY90" fmla="*/ 3673397 h 6858000"/>
              <a:gd name="connsiteX91" fmla="*/ 639814 w 1508539"/>
              <a:gd name="connsiteY91" fmla="*/ 3637109 h 6858000"/>
              <a:gd name="connsiteX92" fmla="*/ 643257 w 1508539"/>
              <a:gd name="connsiteY92" fmla="*/ 3536883 h 6858000"/>
              <a:gd name="connsiteX93" fmla="*/ 650795 w 1508539"/>
              <a:gd name="connsiteY93" fmla="*/ 3435652 h 6858000"/>
              <a:gd name="connsiteX94" fmla="*/ 652466 w 1508539"/>
              <a:gd name="connsiteY94" fmla="*/ 3307769 h 6858000"/>
              <a:gd name="connsiteX95" fmla="*/ 670029 w 1508539"/>
              <a:gd name="connsiteY95" fmla="*/ 3250522 h 6858000"/>
              <a:gd name="connsiteX96" fmla="*/ 670454 w 1508539"/>
              <a:gd name="connsiteY96" fmla="*/ 3229163 h 6858000"/>
              <a:gd name="connsiteX97" fmla="*/ 672277 w 1508539"/>
              <a:gd name="connsiteY97" fmla="*/ 3217217 h 6858000"/>
              <a:gd name="connsiteX98" fmla="*/ 659112 w 1508539"/>
              <a:gd name="connsiteY98" fmla="*/ 3183755 h 6858000"/>
              <a:gd name="connsiteX99" fmla="*/ 659613 w 1508539"/>
              <a:gd name="connsiteY99" fmla="*/ 3178642 h 6858000"/>
              <a:gd name="connsiteX100" fmla="*/ 647213 w 1508539"/>
              <a:gd name="connsiteY100" fmla="*/ 3158586 h 6858000"/>
              <a:gd name="connsiteX101" fmla="*/ 632398 w 1508539"/>
              <a:gd name="connsiteY101" fmla="*/ 3129034 h 6858000"/>
              <a:gd name="connsiteX102" fmla="*/ 633063 w 1508539"/>
              <a:gd name="connsiteY102" fmla="*/ 3126682 h 6858000"/>
              <a:gd name="connsiteX103" fmla="*/ 623931 w 1508539"/>
              <a:gd name="connsiteY103" fmla="*/ 3114519 h 6858000"/>
              <a:gd name="connsiteX104" fmla="*/ 610540 w 1508539"/>
              <a:gd name="connsiteY104" fmla="*/ 3106272 h 6858000"/>
              <a:gd name="connsiteX105" fmla="*/ 583270 w 1508539"/>
              <a:gd name="connsiteY105" fmla="*/ 2958185 h 6858000"/>
              <a:gd name="connsiteX106" fmla="*/ 525884 w 1508539"/>
              <a:gd name="connsiteY106" fmla="*/ 2762989 h 6858000"/>
              <a:gd name="connsiteX107" fmla="*/ 474802 w 1508539"/>
              <a:gd name="connsiteY107" fmla="*/ 2554718 h 6858000"/>
              <a:gd name="connsiteX108" fmla="*/ 454896 w 1508539"/>
              <a:gd name="connsiteY108" fmla="*/ 2485734 h 6858000"/>
              <a:gd name="connsiteX109" fmla="*/ 445619 w 1508539"/>
              <a:gd name="connsiteY109" fmla="*/ 2447068 h 6858000"/>
              <a:gd name="connsiteX110" fmla="*/ 432580 w 1508539"/>
              <a:gd name="connsiteY110" fmla="*/ 2425819 h 6858000"/>
              <a:gd name="connsiteX111" fmla="*/ 438579 w 1508539"/>
              <a:gd name="connsiteY111" fmla="*/ 2402874 h 6858000"/>
              <a:gd name="connsiteX112" fmla="*/ 441191 w 1508539"/>
              <a:gd name="connsiteY112" fmla="*/ 2381443 h 6858000"/>
              <a:gd name="connsiteX113" fmla="*/ 417520 w 1508539"/>
              <a:gd name="connsiteY113" fmla="*/ 2261920 h 6858000"/>
              <a:gd name="connsiteX114" fmla="*/ 407407 w 1508539"/>
              <a:gd name="connsiteY114" fmla="*/ 2195378 h 6858000"/>
              <a:gd name="connsiteX115" fmla="*/ 391624 w 1508539"/>
              <a:gd name="connsiteY115" fmla="*/ 2155135 h 6858000"/>
              <a:gd name="connsiteX116" fmla="*/ 389082 w 1508539"/>
              <a:gd name="connsiteY116" fmla="*/ 2118008 h 6858000"/>
              <a:gd name="connsiteX117" fmla="*/ 390075 w 1508539"/>
              <a:gd name="connsiteY117" fmla="*/ 2050531 h 6858000"/>
              <a:gd name="connsiteX118" fmla="*/ 381881 w 1508539"/>
              <a:gd name="connsiteY118" fmla="*/ 1963269 h 6858000"/>
              <a:gd name="connsiteX119" fmla="*/ 363059 w 1508539"/>
              <a:gd name="connsiteY119" fmla="*/ 1906352 h 6858000"/>
              <a:gd name="connsiteX120" fmla="*/ 339616 w 1508539"/>
              <a:gd name="connsiteY120" fmla="*/ 1861531 h 6858000"/>
              <a:gd name="connsiteX121" fmla="*/ 293415 w 1508539"/>
              <a:gd name="connsiteY121" fmla="*/ 1732919 h 6858000"/>
              <a:gd name="connsiteX122" fmla="*/ 265726 w 1508539"/>
              <a:gd name="connsiteY122" fmla="*/ 1663540 h 6858000"/>
              <a:gd name="connsiteX123" fmla="*/ 264852 w 1508539"/>
              <a:gd name="connsiteY123" fmla="*/ 1615777 h 6858000"/>
              <a:gd name="connsiteX124" fmla="*/ 245647 w 1508539"/>
              <a:gd name="connsiteY124" fmla="*/ 1563678 h 6858000"/>
              <a:gd name="connsiteX125" fmla="*/ 258727 w 1508539"/>
              <a:gd name="connsiteY125" fmla="*/ 1519474 h 6858000"/>
              <a:gd name="connsiteX126" fmla="*/ 251469 w 1508539"/>
              <a:gd name="connsiteY126" fmla="*/ 1477995 h 6858000"/>
              <a:gd name="connsiteX127" fmla="*/ 237554 w 1508539"/>
              <a:gd name="connsiteY127" fmla="*/ 1373769 h 6858000"/>
              <a:gd name="connsiteX128" fmla="*/ 245861 w 1508539"/>
              <a:gd name="connsiteY128" fmla="*/ 1307086 h 6858000"/>
              <a:gd name="connsiteX129" fmla="*/ 247049 w 1508539"/>
              <a:gd name="connsiteY129" fmla="*/ 1189033 h 6858000"/>
              <a:gd name="connsiteX130" fmla="*/ 251734 w 1508539"/>
              <a:gd name="connsiteY130" fmla="*/ 1168288 h 6858000"/>
              <a:gd name="connsiteX131" fmla="*/ 244016 w 1508539"/>
              <a:gd name="connsiteY131" fmla="*/ 1142577 h 6858000"/>
              <a:gd name="connsiteX132" fmla="*/ 233322 w 1508539"/>
              <a:gd name="connsiteY132" fmla="*/ 1088484 h 6858000"/>
              <a:gd name="connsiteX133" fmla="*/ 222058 w 1508539"/>
              <a:gd name="connsiteY133" fmla="*/ 1016103 h 6858000"/>
              <a:gd name="connsiteX134" fmla="*/ 223514 w 1508539"/>
              <a:gd name="connsiteY134" fmla="*/ 932283 h 6858000"/>
              <a:gd name="connsiteX135" fmla="*/ 225750 w 1508539"/>
              <a:gd name="connsiteY135" fmla="*/ 915925 h 6858000"/>
              <a:gd name="connsiteX136" fmla="*/ 218379 w 1508539"/>
              <a:gd name="connsiteY136" fmla="*/ 896999 h 6858000"/>
              <a:gd name="connsiteX137" fmla="*/ 187787 w 1508539"/>
              <a:gd name="connsiteY137" fmla="*/ 821517 h 6858000"/>
              <a:gd name="connsiteX138" fmla="*/ 166737 w 1508539"/>
              <a:gd name="connsiteY138" fmla="*/ 751353 h 6858000"/>
              <a:gd name="connsiteX139" fmla="*/ 166295 w 1508539"/>
              <a:gd name="connsiteY139" fmla="*/ 721230 h 6858000"/>
              <a:gd name="connsiteX140" fmla="*/ 151966 w 1508539"/>
              <a:gd name="connsiteY140" fmla="*/ 681659 h 6858000"/>
              <a:gd name="connsiteX141" fmla="*/ 137385 w 1508539"/>
              <a:gd name="connsiteY141" fmla="*/ 635218 h 6858000"/>
              <a:gd name="connsiteX142" fmla="*/ 142396 w 1508539"/>
              <a:gd name="connsiteY142" fmla="*/ 613763 h 6858000"/>
              <a:gd name="connsiteX143" fmla="*/ 128338 w 1508539"/>
              <a:gd name="connsiteY143" fmla="*/ 598582 h 6858000"/>
              <a:gd name="connsiteX144" fmla="*/ 128019 w 1508539"/>
              <a:gd name="connsiteY144" fmla="*/ 576846 h 6858000"/>
              <a:gd name="connsiteX145" fmla="*/ 107645 w 1508539"/>
              <a:gd name="connsiteY145" fmla="*/ 530055 h 6858000"/>
              <a:gd name="connsiteX146" fmla="*/ 98081 w 1508539"/>
              <a:gd name="connsiteY146" fmla="*/ 448559 h 6858000"/>
              <a:gd name="connsiteX147" fmla="*/ 104503 w 1508539"/>
              <a:gd name="connsiteY147" fmla="*/ 441529 h 6858000"/>
              <a:gd name="connsiteX148" fmla="*/ 90191 w 1508539"/>
              <a:gd name="connsiteY148" fmla="*/ 404917 h 6858000"/>
              <a:gd name="connsiteX149" fmla="*/ 70148 w 1508539"/>
              <a:gd name="connsiteY149" fmla="*/ 367211 h 6858000"/>
              <a:gd name="connsiteX150" fmla="*/ 36452 w 1508539"/>
              <a:gd name="connsiteY150" fmla="*/ 268519 h 6858000"/>
              <a:gd name="connsiteX151" fmla="*/ 23935 w 1508539"/>
              <a:gd name="connsiteY151" fmla="*/ 160886 h 6858000"/>
              <a:gd name="connsiteX152" fmla="*/ 19312 w 1508539"/>
              <a:gd name="connsiteY152" fmla="*/ 47336 h 6858000"/>
              <a:gd name="connsiteX153" fmla="*/ 0 w 1508539"/>
              <a:gd name="connsiteY153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57174 w 1508539"/>
              <a:gd name="connsiteY3" fmla="*/ 6858000 h 6858000"/>
              <a:gd name="connsiteX4" fmla="*/ 57315 w 1508539"/>
              <a:gd name="connsiteY4" fmla="*/ 6857735 h 6858000"/>
              <a:gd name="connsiteX5" fmla="*/ 69364 w 1508539"/>
              <a:gd name="connsiteY5" fmla="*/ 6809549 h 6858000"/>
              <a:gd name="connsiteX6" fmla="*/ 101575 w 1508539"/>
              <a:gd name="connsiteY6" fmla="*/ 6715115 h 6858000"/>
              <a:gd name="connsiteX7" fmla="*/ 111426 w 1508539"/>
              <a:gd name="connsiteY7" fmla="*/ 6680170 h 6858000"/>
              <a:gd name="connsiteX8" fmla="*/ 136976 w 1508539"/>
              <a:gd name="connsiteY8" fmla="*/ 6621207 h 6858000"/>
              <a:gd name="connsiteX9" fmla="*/ 153633 w 1508539"/>
              <a:gd name="connsiteY9" fmla="*/ 6596265 h 6858000"/>
              <a:gd name="connsiteX10" fmla="*/ 153512 w 1508539"/>
              <a:gd name="connsiteY10" fmla="*/ 6594818 h 6858000"/>
              <a:gd name="connsiteX11" fmla="*/ 157757 w 1508539"/>
              <a:gd name="connsiteY11" fmla="*/ 6593735 h 6858000"/>
              <a:gd name="connsiteX12" fmla="*/ 160954 w 1508539"/>
              <a:gd name="connsiteY12" fmla="*/ 6589172 h 6858000"/>
              <a:gd name="connsiteX13" fmla="*/ 164248 w 1508539"/>
              <a:gd name="connsiteY13" fmla="*/ 6574442 h 6858000"/>
              <a:gd name="connsiteX14" fmla="*/ 164588 w 1508539"/>
              <a:gd name="connsiteY14" fmla="*/ 6568530 h 6858000"/>
              <a:gd name="connsiteX15" fmla="*/ 166997 w 1508539"/>
              <a:gd name="connsiteY15" fmla="*/ 6560674 h 6858000"/>
              <a:gd name="connsiteX16" fmla="*/ 167342 w 1508539"/>
              <a:gd name="connsiteY16" fmla="*/ 6560598 h 6858000"/>
              <a:gd name="connsiteX17" fmla="*/ 169039 w 1508539"/>
              <a:gd name="connsiteY17" fmla="*/ 6553006 h 6858000"/>
              <a:gd name="connsiteX18" fmla="*/ 173735 w 1508539"/>
              <a:gd name="connsiteY18" fmla="*/ 6514360 h 6858000"/>
              <a:gd name="connsiteX19" fmla="*/ 215389 w 1508539"/>
              <a:gd name="connsiteY19" fmla="*/ 6478062 h 6858000"/>
              <a:gd name="connsiteX20" fmla="*/ 226078 w 1508539"/>
              <a:gd name="connsiteY20" fmla="*/ 6460325 h 6858000"/>
              <a:gd name="connsiteX21" fmla="*/ 233311 w 1508539"/>
              <a:gd name="connsiteY21" fmla="*/ 6451488 h 6858000"/>
              <a:gd name="connsiteX22" fmla="*/ 234746 w 1508539"/>
              <a:gd name="connsiteY22" fmla="*/ 6451348 h 6858000"/>
              <a:gd name="connsiteX23" fmla="*/ 239104 w 1508539"/>
              <a:gd name="connsiteY23" fmla="*/ 6414240 h 6858000"/>
              <a:gd name="connsiteX24" fmla="*/ 241980 w 1508539"/>
              <a:gd name="connsiteY24" fmla="*/ 6410269 h 6858000"/>
              <a:gd name="connsiteX25" fmla="*/ 241880 w 1508539"/>
              <a:gd name="connsiteY25" fmla="*/ 6384857 h 6858000"/>
              <a:gd name="connsiteX26" fmla="*/ 243397 w 1508539"/>
              <a:gd name="connsiteY26" fmla="*/ 6372381 h 6858000"/>
              <a:gd name="connsiteX27" fmla="*/ 240591 w 1508539"/>
              <a:gd name="connsiteY27" fmla="*/ 6367510 h 6858000"/>
              <a:gd name="connsiteX28" fmla="*/ 244471 w 1508539"/>
              <a:gd name="connsiteY28" fmla="*/ 6349778 h 6858000"/>
              <a:gd name="connsiteX29" fmla="*/ 246136 w 1508539"/>
              <a:gd name="connsiteY29" fmla="*/ 6348250 h 6858000"/>
              <a:gd name="connsiteX30" fmla="*/ 262170 w 1508539"/>
              <a:gd name="connsiteY30" fmla="*/ 6281972 h 6858000"/>
              <a:gd name="connsiteX31" fmla="*/ 272933 w 1508539"/>
              <a:gd name="connsiteY31" fmla="*/ 6211940 h 6858000"/>
              <a:gd name="connsiteX32" fmla="*/ 314428 w 1508539"/>
              <a:gd name="connsiteY32" fmla="*/ 6113913 h 6858000"/>
              <a:gd name="connsiteX33" fmla="*/ 318721 w 1508539"/>
              <a:gd name="connsiteY33" fmla="*/ 6028119 h 6858000"/>
              <a:gd name="connsiteX34" fmla="*/ 345501 w 1508539"/>
              <a:gd name="connsiteY34" fmla="*/ 5934687 h 6858000"/>
              <a:gd name="connsiteX35" fmla="*/ 379513 w 1508539"/>
              <a:gd name="connsiteY35" fmla="*/ 5765594 h 6858000"/>
              <a:gd name="connsiteX36" fmla="*/ 411349 w 1508539"/>
              <a:gd name="connsiteY36" fmla="*/ 5693685 h 6858000"/>
              <a:gd name="connsiteX37" fmla="*/ 431404 w 1508539"/>
              <a:gd name="connsiteY37" fmla="*/ 5665173 h 6858000"/>
              <a:gd name="connsiteX38" fmla="*/ 465121 w 1508539"/>
              <a:gd name="connsiteY38" fmla="*/ 5563435 h 6858000"/>
              <a:gd name="connsiteX39" fmla="*/ 494626 w 1508539"/>
              <a:gd name="connsiteY39" fmla="*/ 5476393 h 6858000"/>
              <a:gd name="connsiteX40" fmla="*/ 525819 w 1508539"/>
              <a:gd name="connsiteY40" fmla="*/ 5396260 h 6858000"/>
              <a:gd name="connsiteX41" fmla="*/ 541800 w 1508539"/>
              <a:gd name="connsiteY41" fmla="*/ 5330009 h 6858000"/>
              <a:gd name="connsiteX42" fmla="*/ 575293 w 1508539"/>
              <a:gd name="connsiteY42" fmla="*/ 5273739 h 6858000"/>
              <a:gd name="connsiteX43" fmla="*/ 584892 w 1508539"/>
              <a:gd name="connsiteY43" fmla="*/ 5241779 h 6858000"/>
              <a:gd name="connsiteX44" fmla="*/ 596118 w 1508539"/>
              <a:gd name="connsiteY44" fmla="*/ 5225268 h 6858000"/>
              <a:gd name="connsiteX45" fmla="*/ 597138 w 1508539"/>
              <a:gd name="connsiteY45" fmla="*/ 5217684 h 6858000"/>
              <a:gd name="connsiteX46" fmla="*/ 604479 w 1508539"/>
              <a:gd name="connsiteY46" fmla="*/ 5193377 h 6858000"/>
              <a:gd name="connsiteX47" fmla="*/ 607782 w 1508539"/>
              <a:gd name="connsiteY47" fmla="*/ 5179288 h 6858000"/>
              <a:gd name="connsiteX48" fmla="*/ 608766 w 1508539"/>
              <a:gd name="connsiteY48" fmla="*/ 5173621 h 6858000"/>
              <a:gd name="connsiteX49" fmla="*/ 604400 w 1508539"/>
              <a:gd name="connsiteY49" fmla="*/ 5159961 h 6858000"/>
              <a:gd name="connsiteX50" fmla="*/ 611077 w 1508539"/>
              <a:gd name="connsiteY50" fmla="*/ 5144295 h 6858000"/>
              <a:gd name="connsiteX51" fmla="*/ 608010 w 1508539"/>
              <a:gd name="connsiteY51" fmla="*/ 5125185 h 6858000"/>
              <a:gd name="connsiteX52" fmla="*/ 614840 w 1508539"/>
              <a:gd name="connsiteY52" fmla="*/ 5121884 h 6858000"/>
              <a:gd name="connsiteX53" fmla="*/ 621876 w 1508539"/>
              <a:gd name="connsiteY53" fmla="*/ 5067850 h 6858000"/>
              <a:gd name="connsiteX54" fmla="*/ 624607 w 1508539"/>
              <a:gd name="connsiteY54" fmla="*/ 5060861 h 6858000"/>
              <a:gd name="connsiteX55" fmla="*/ 621311 w 1508539"/>
              <a:gd name="connsiteY55" fmla="*/ 5034192 h 6858000"/>
              <a:gd name="connsiteX56" fmla="*/ 622865 w 1508539"/>
              <a:gd name="connsiteY56" fmla="*/ 4993030 h 6858000"/>
              <a:gd name="connsiteX57" fmla="*/ 629774 w 1508539"/>
              <a:gd name="connsiteY57" fmla="*/ 4946844 h 6858000"/>
              <a:gd name="connsiteX58" fmla="*/ 625630 w 1508539"/>
              <a:gd name="connsiteY58" fmla="*/ 4932692 h 6858000"/>
              <a:gd name="connsiteX59" fmla="*/ 641033 w 1508539"/>
              <a:gd name="connsiteY59" fmla="*/ 4858827 h 6858000"/>
              <a:gd name="connsiteX60" fmla="*/ 635187 w 1508539"/>
              <a:gd name="connsiteY60" fmla="*/ 4801535 h 6858000"/>
              <a:gd name="connsiteX61" fmla="*/ 642856 w 1508539"/>
              <a:gd name="connsiteY61" fmla="*/ 4797794 h 6858000"/>
              <a:gd name="connsiteX62" fmla="*/ 644150 w 1508539"/>
              <a:gd name="connsiteY62" fmla="*/ 4784526 h 6858000"/>
              <a:gd name="connsiteX63" fmla="*/ 645934 w 1508539"/>
              <a:gd name="connsiteY63" fmla="*/ 4781211 h 6858000"/>
              <a:gd name="connsiteX64" fmla="*/ 654721 w 1508539"/>
              <a:gd name="connsiteY64" fmla="*/ 4761984 h 6858000"/>
              <a:gd name="connsiteX65" fmla="*/ 650769 w 1508539"/>
              <a:gd name="connsiteY65" fmla="*/ 4690749 h 6858000"/>
              <a:gd name="connsiteX66" fmla="*/ 646249 w 1508539"/>
              <a:gd name="connsiteY66" fmla="*/ 4584173 h 6858000"/>
              <a:gd name="connsiteX67" fmla="*/ 641332 w 1508539"/>
              <a:gd name="connsiteY67" fmla="*/ 4444346 h 6858000"/>
              <a:gd name="connsiteX68" fmla="*/ 637897 w 1508539"/>
              <a:gd name="connsiteY68" fmla="*/ 4375228 h 6858000"/>
              <a:gd name="connsiteX69" fmla="*/ 618550 w 1508539"/>
              <a:gd name="connsiteY69" fmla="*/ 4214165 h 6858000"/>
              <a:gd name="connsiteX70" fmla="*/ 622623 w 1508539"/>
              <a:gd name="connsiteY70" fmla="*/ 4090296 h 6858000"/>
              <a:gd name="connsiteX71" fmla="*/ 607879 w 1508539"/>
              <a:gd name="connsiteY71" fmla="*/ 4033999 h 6858000"/>
              <a:gd name="connsiteX72" fmla="*/ 609028 w 1508539"/>
              <a:gd name="connsiteY72" fmla="*/ 4031933 h 6858000"/>
              <a:gd name="connsiteX73" fmla="*/ 607604 w 1508539"/>
              <a:gd name="connsiteY73" fmla="*/ 4013953 h 6858000"/>
              <a:gd name="connsiteX74" fmla="*/ 593899 w 1508539"/>
              <a:gd name="connsiteY74" fmla="*/ 3974753 h 6858000"/>
              <a:gd name="connsiteX75" fmla="*/ 595497 w 1508539"/>
              <a:gd name="connsiteY75" fmla="*/ 3969950 h 6858000"/>
              <a:gd name="connsiteX76" fmla="*/ 588919 w 1508539"/>
              <a:gd name="connsiteY76" fmla="*/ 3933779 h 6858000"/>
              <a:gd name="connsiteX77" fmla="*/ 590250 w 1508539"/>
              <a:gd name="connsiteY77" fmla="*/ 3933093 h 6858000"/>
              <a:gd name="connsiteX78" fmla="*/ 594604 w 1508539"/>
              <a:gd name="connsiteY78" fmla="*/ 3922082 h 6858000"/>
              <a:gd name="connsiteX79" fmla="*/ 599682 w 1508539"/>
              <a:gd name="connsiteY79" fmla="*/ 3901461 h 6858000"/>
              <a:gd name="connsiteX80" fmla="*/ 622276 w 1508539"/>
              <a:gd name="connsiteY80" fmla="*/ 3813873 h 6858000"/>
              <a:gd name="connsiteX81" fmla="*/ 621701 w 1508539"/>
              <a:gd name="connsiteY81" fmla="*/ 3806161 h 6858000"/>
              <a:gd name="connsiteX82" fmla="*/ 622008 w 1508539"/>
              <a:gd name="connsiteY82" fmla="*/ 3805957 h 6858000"/>
              <a:gd name="connsiteX83" fmla="*/ 622035 w 1508539"/>
              <a:gd name="connsiteY83" fmla="*/ 3797724 h 6858000"/>
              <a:gd name="connsiteX84" fmla="*/ 620650 w 1508539"/>
              <a:gd name="connsiteY84" fmla="*/ 3792098 h 6858000"/>
              <a:gd name="connsiteX85" fmla="*/ 619534 w 1508539"/>
              <a:gd name="connsiteY85" fmla="*/ 3777135 h 6858000"/>
              <a:gd name="connsiteX86" fmla="*/ 621267 w 1508539"/>
              <a:gd name="connsiteY86" fmla="*/ 3771656 h 6858000"/>
              <a:gd name="connsiteX87" fmla="*/ 625010 w 1508539"/>
              <a:gd name="connsiteY87" fmla="*/ 3769007 h 6858000"/>
              <a:gd name="connsiteX88" fmla="*/ 624476 w 1508539"/>
              <a:gd name="connsiteY88" fmla="*/ 3767709 h 6858000"/>
              <a:gd name="connsiteX89" fmla="*/ 633172 w 1508539"/>
              <a:gd name="connsiteY89" fmla="*/ 3738082 h 6858000"/>
              <a:gd name="connsiteX90" fmla="*/ 640518 w 1508539"/>
              <a:gd name="connsiteY90" fmla="*/ 3673397 h 6858000"/>
              <a:gd name="connsiteX91" fmla="*/ 639814 w 1508539"/>
              <a:gd name="connsiteY91" fmla="*/ 3637109 h 6858000"/>
              <a:gd name="connsiteX92" fmla="*/ 643257 w 1508539"/>
              <a:gd name="connsiteY92" fmla="*/ 3536883 h 6858000"/>
              <a:gd name="connsiteX93" fmla="*/ 650795 w 1508539"/>
              <a:gd name="connsiteY93" fmla="*/ 3435652 h 6858000"/>
              <a:gd name="connsiteX94" fmla="*/ 652466 w 1508539"/>
              <a:gd name="connsiteY94" fmla="*/ 3307769 h 6858000"/>
              <a:gd name="connsiteX95" fmla="*/ 670029 w 1508539"/>
              <a:gd name="connsiteY95" fmla="*/ 3250522 h 6858000"/>
              <a:gd name="connsiteX96" fmla="*/ 670454 w 1508539"/>
              <a:gd name="connsiteY96" fmla="*/ 3229163 h 6858000"/>
              <a:gd name="connsiteX97" fmla="*/ 672277 w 1508539"/>
              <a:gd name="connsiteY97" fmla="*/ 3217217 h 6858000"/>
              <a:gd name="connsiteX98" fmla="*/ 659112 w 1508539"/>
              <a:gd name="connsiteY98" fmla="*/ 3183755 h 6858000"/>
              <a:gd name="connsiteX99" fmla="*/ 659613 w 1508539"/>
              <a:gd name="connsiteY99" fmla="*/ 3178642 h 6858000"/>
              <a:gd name="connsiteX100" fmla="*/ 647213 w 1508539"/>
              <a:gd name="connsiteY100" fmla="*/ 3158586 h 6858000"/>
              <a:gd name="connsiteX101" fmla="*/ 632398 w 1508539"/>
              <a:gd name="connsiteY101" fmla="*/ 3129034 h 6858000"/>
              <a:gd name="connsiteX102" fmla="*/ 633063 w 1508539"/>
              <a:gd name="connsiteY102" fmla="*/ 3126682 h 6858000"/>
              <a:gd name="connsiteX103" fmla="*/ 623931 w 1508539"/>
              <a:gd name="connsiteY103" fmla="*/ 3114519 h 6858000"/>
              <a:gd name="connsiteX104" fmla="*/ 610540 w 1508539"/>
              <a:gd name="connsiteY104" fmla="*/ 3106272 h 6858000"/>
              <a:gd name="connsiteX105" fmla="*/ 583270 w 1508539"/>
              <a:gd name="connsiteY105" fmla="*/ 2958185 h 6858000"/>
              <a:gd name="connsiteX106" fmla="*/ 525884 w 1508539"/>
              <a:gd name="connsiteY106" fmla="*/ 2762989 h 6858000"/>
              <a:gd name="connsiteX107" fmla="*/ 474802 w 1508539"/>
              <a:gd name="connsiteY107" fmla="*/ 2554718 h 6858000"/>
              <a:gd name="connsiteX108" fmla="*/ 454896 w 1508539"/>
              <a:gd name="connsiteY108" fmla="*/ 2485734 h 6858000"/>
              <a:gd name="connsiteX109" fmla="*/ 445619 w 1508539"/>
              <a:gd name="connsiteY109" fmla="*/ 2447068 h 6858000"/>
              <a:gd name="connsiteX110" fmla="*/ 432580 w 1508539"/>
              <a:gd name="connsiteY110" fmla="*/ 2425819 h 6858000"/>
              <a:gd name="connsiteX111" fmla="*/ 438579 w 1508539"/>
              <a:gd name="connsiteY111" fmla="*/ 2402874 h 6858000"/>
              <a:gd name="connsiteX112" fmla="*/ 441191 w 1508539"/>
              <a:gd name="connsiteY112" fmla="*/ 2381443 h 6858000"/>
              <a:gd name="connsiteX113" fmla="*/ 417520 w 1508539"/>
              <a:gd name="connsiteY113" fmla="*/ 2261920 h 6858000"/>
              <a:gd name="connsiteX114" fmla="*/ 407407 w 1508539"/>
              <a:gd name="connsiteY114" fmla="*/ 2195378 h 6858000"/>
              <a:gd name="connsiteX115" fmla="*/ 391624 w 1508539"/>
              <a:gd name="connsiteY115" fmla="*/ 2155135 h 6858000"/>
              <a:gd name="connsiteX116" fmla="*/ 389082 w 1508539"/>
              <a:gd name="connsiteY116" fmla="*/ 2118008 h 6858000"/>
              <a:gd name="connsiteX117" fmla="*/ 390075 w 1508539"/>
              <a:gd name="connsiteY117" fmla="*/ 2050531 h 6858000"/>
              <a:gd name="connsiteX118" fmla="*/ 381881 w 1508539"/>
              <a:gd name="connsiteY118" fmla="*/ 1963269 h 6858000"/>
              <a:gd name="connsiteX119" fmla="*/ 363059 w 1508539"/>
              <a:gd name="connsiteY119" fmla="*/ 1906352 h 6858000"/>
              <a:gd name="connsiteX120" fmla="*/ 339616 w 1508539"/>
              <a:gd name="connsiteY120" fmla="*/ 1861531 h 6858000"/>
              <a:gd name="connsiteX121" fmla="*/ 293415 w 1508539"/>
              <a:gd name="connsiteY121" fmla="*/ 1732919 h 6858000"/>
              <a:gd name="connsiteX122" fmla="*/ 265726 w 1508539"/>
              <a:gd name="connsiteY122" fmla="*/ 1663540 h 6858000"/>
              <a:gd name="connsiteX123" fmla="*/ 264852 w 1508539"/>
              <a:gd name="connsiteY123" fmla="*/ 1615777 h 6858000"/>
              <a:gd name="connsiteX124" fmla="*/ 245647 w 1508539"/>
              <a:gd name="connsiteY124" fmla="*/ 1563678 h 6858000"/>
              <a:gd name="connsiteX125" fmla="*/ 258727 w 1508539"/>
              <a:gd name="connsiteY125" fmla="*/ 1519474 h 6858000"/>
              <a:gd name="connsiteX126" fmla="*/ 251469 w 1508539"/>
              <a:gd name="connsiteY126" fmla="*/ 1477995 h 6858000"/>
              <a:gd name="connsiteX127" fmla="*/ 237554 w 1508539"/>
              <a:gd name="connsiteY127" fmla="*/ 1373769 h 6858000"/>
              <a:gd name="connsiteX128" fmla="*/ 245861 w 1508539"/>
              <a:gd name="connsiteY128" fmla="*/ 1307086 h 6858000"/>
              <a:gd name="connsiteX129" fmla="*/ 247049 w 1508539"/>
              <a:gd name="connsiteY129" fmla="*/ 1189033 h 6858000"/>
              <a:gd name="connsiteX130" fmla="*/ 251734 w 1508539"/>
              <a:gd name="connsiteY130" fmla="*/ 1168288 h 6858000"/>
              <a:gd name="connsiteX131" fmla="*/ 244016 w 1508539"/>
              <a:gd name="connsiteY131" fmla="*/ 1142577 h 6858000"/>
              <a:gd name="connsiteX132" fmla="*/ 233322 w 1508539"/>
              <a:gd name="connsiteY132" fmla="*/ 1088484 h 6858000"/>
              <a:gd name="connsiteX133" fmla="*/ 222058 w 1508539"/>
              <a:gd name="connsiteY133" fmla="*/ 1016103 h 6858000"/>
              <a:gd name="connsiteX134" fmla="*/ 223514 w 1508539"/>
              <a:gd name="connsiteY134" fmla="*/ 932283 h 6858000"/>
              <a:gd name="connsiteX135" fmla="*/ 225750 w 1508539"/>
              <a:gd name="connsiteY135" fmla="*/ 915925 h 6858000"/>
              <a:gd name="connsiteX136" fmla="*/ 218379 w 1508539"/>
              <a:gd name="connsiteY136" fmla="*/ 896999 h 6858000"/>
              <a:gd name="connsiteX137" fmla="*/ 187787 w 1508539"/>
              <a:gd name="connsiteY137" fmla="*/ 821517 h 6858000"/>
              <a:gd name="connsiteX138" fmla="*/ 166737 w 1508539"/>
              <a:gd name="connsiteY138" fmla="*/ 751353 h 6858000"/>
              <a:gd name="connsiteX139" fmla="*/ 166295 w 1508539"/>
              <a:gd name="connsiteY139" fmla="*/ 721230 h 6858000"/>
              <a:gd name="connsiteX140" fmla="*/ 151966 w 1508539"/>
              <a:gd name="connsiteY140" fmla="*/ 681659 h 6858000"/>
              <a:gd name="connsiteX141" fmla="*/ 137385 w 1508539"/>
              <a:gd name="connsiteY141" fmla="*/ 635218 h 6858000"/>
              <a:gd name="connsiteX142" fmla="*/ 142396 w 1508539"/>
              <a:gd name="connsiteY142" fmla="*/ 613763 h 6858000"/>
              <a:gd name="connsiteX143" fmla="*/ 128338 w 1508539"/>
              <a:gd name="connsiteY143" fmla="*/ 598582 h 6858000"/>
              <a:gd name="connsiteX144" fmla="*/ 128019 w 1508539"/>
              <a:gd name="connsiteY144" fmla="*/ 576846 h 6858000"/>
              <a:gd name="connsiteX145" fmla="*/ 107645 w 1508539"/>
              <a:gd name="connsiteY145" fmla="*/ 530055 h 6858000"/>
              <a:gd name="connsiteX146" fmla="*/ 98081 w 1508539"/>
              <a:gd name="connsiteY146" fmla="*/ 448559 h 6858000"/>
              <a:gd name="connsiteX147" fmla="*/ 89816 w 1508539"/>
              <a:gd name="connsiteY147" fmla="*/ 424699 h 6858000"/>
              <a:gd name="connsiteX148" fmla="*/ 90191 w 1508539"/>
              <a:gd name="connsiteY148" fmla="*/ 404917 h 6858000"/>
              <a:gd name="connsiteX149" fmla="*/ 70148 w 1508539"/>
              <a:gd name="connsiteY149" fmla="*/ 367211 h 6858000"/>
              <a:gd name="connsiteX150" fmla="*/ 36452 w 1508539"/>
              <a:gd name="connsiteY150" fmla="*/ 268519 h 6858000"/>
              <a:gd name="connsiteX151" fmla="*/ 23935 w 1508539"/>
              <a:gd name="connsiteY151" fmla="*/ 160886 h 6858000"/>
              <a:gd name="connsiteX152" fmla="*/ 19312 w 1508539"/>
              <a:gd name="connsiteY152" fmla="*/ 47336 h 6858000"/>
              <a:gd name="connsiteX153" fmla="*/ 0 w 1508539"/>
              <a:gd name="connsiteY153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57174 w 1508539"/>
              <a:gd name="connsiteY3" fmla="*/ 6858000 h 6858000"/>
              <a:gd name="connsiteX4" fmla="*/ 57315 w 1508539"/>
              <a:gd name="connsiteY4" fmla="*/ 6857735 h 6858000"/>
              <a:gd name="connsiteX5" fmla="*/ 69364 w 1508539"/>
              <a:gd name="connsiteY5" fmla="*/ 6809549 h 6858000"/>
              <a:gd name="connsiteX6" fmla="*/ 101575 w 1508539"/>
              <a:gd name="connsiteY6" fmla="*/ 6715115 h 6858000"/>
              <a:gd name="connsiteX7" fmla="*/ 111426 w 1508539"/>
              <a:gd name="connsiteY7" fmla="*/ 6680170 h 6858000"/>
              <a:gd name="connsiteX8" fmla="*/ 136976 w 1508539"/>
              <a:gd name="connsiteY8" fmla="*/ 6621207 h 6858000"/>
              <a:gd name="connsiteX9" fmla="*/ 153633 w 1508539"/>
              <a:gd name="connsiteY9" fmla="*/ 6596265 h 6858000"/>
              <a:gd name="connsiteX10" fmla="*/ 153512 w 1508539"/>
              <a:gd name="connsiteY10" fmla="*/ 6594818 h 6858000"/>
              <a:gd name="connsiteX11" fmla="*/ 157757 w 1508539"/>
              <a:gd name="connsiteY11" fmla="*/ 6593735 h 6858000"/>
              <a:gd name="connsiteX12" fmla="*/ 160954 w 1508539"/>
              <a:gd name="connsiteY12" fmla="*/ 6589172 h 6858000"/>
              <a:gd name="connsiteX13" fmla="*/ 164248 w 1508539"/>
              <a:gd name="connsiteY13" fmla="*/ 6574442 h 6858000"/>
              <a:gd name="connsiteX14" fmla="*/ 164588 w 1508539"/>
              <a:gd name="connsiteY14" fmla="*/ 6568530 h 6858000"/>
              <a:gd name="connsiteX15" fmla="*/ 166997 w 1508539"/>
              <a:gd name="connsiteY15" fmla="*/ 6560674 h 6858000"/>
              <a:gd name="connsiteX16" fmla="*/ 167342 w 1508539"/>
              <a:gd name="connsiteY16" fmla="*/ 6560598 h 6858000"/>
              <a:gd name="connsiteX17" fmla="*/ 169039 w 1508539"/>
              <a:gd name="connsiteY17" fmla="*/ 6553006 h 6858000"/>
              <a:gd name="connsiteX18" fmla="*/ 173735 w 1508539"/>
              <a:gd name="connsiteY18" fmla="*/ 6514360 h 6858000"/>
              <a:gd name="connsiteX19" fmla="*/ 215389 w 1508539"/>
              <a:gd name="connsiteY19" fmla="*/ 6478062 h 6858000"/>
              <a:gd name="connsiteX20" fmla="*/ 226078 w 1508539"/>
              <a:gd name="connsiteY20" fmla="*/ 6460325 h 6858000"/>
              <a:gd name="connsiteX21" fmla="*/ 233311 w 1508539"/>
              <a:gd name="connsiteY21" fmla="*/ 6451488 h 6858000"/>
              <a:gd name="connsiteX22" fmla="*/ 234746 w 1508539"/>
              <a:gd name="connsiteY22" fmla="*/ 6451348 h 6858000"/>
              <a:gd name="connsiteX23" fmla="*/ 239104 w 1508539"/>
              <a:gd name="connsiteY23" fmla="*/ 6414240 h 6858000"/>
              <a:gd name="connsiteX24" fmla="*/ 241980 w 1508539"/>
              <a:gd name="connsiteY24" fmla="*/ 6410269 h 6858000"/>
              <a:gd name="connsiteX25" fmla="*/ 241880 w 1508539"/>
              <a:gd name="connsiteY25" fmla="*/ 6384857 h 6858000"/>
              <a:gd name="connsiteX26" fmla="*/ 243397 w 1508539"/>
              <a:gd name="connsiteY26" fmla="*/ 6372381 h 6858000"/>
              <a:gd name="connsiteX27" fmla="*/ 240591 w 1508539"/>
              <a:gd name="connsiteY27" fmla="*/ 6367510 h 6858000"/>
              <a:gd name="connsiteX28" fmla="*/ 244471 w 1508539"/>
              <a:gd name="connsiteY28" fmla="*/ 6349778 h 6858000"/>
              <a:gd name="connsiteX29" fmla="*/ 246136 w 1508539"/>
              <a:gd name="connsiteY29" fmla="*/ 6348250 h 6858000"/>
              <a:gd name="connsiteX30" fmla="*/ 262170 w 1508539"/>
              <a:gd name="connsiteY30" fmla="*/ 6281972 h 6858000"/>
              <a:gd name="connsiteX31" fmla="*/ 272933 w 1508539"/>
              <a:gd name="connsiteY31" fmla="*/ 6211940 h 6858000"/>
              <a:gd name="connsiteX32" fmla="*/ 314428 w 1508539"/>
              <a:gd name="connsiteY32" fmla="*/ 6113913 h 6858000"/>
              <a:gd name="connsiteX33" fmla="*/ 318721 w 1508539"/>
              <a:gd name="connsiteY33" fmla="*/ 6028119 h 6858000"/>
              <a:gd name="connsiteX34" fmla="*/ 345501 w 1508539"/>
              <a:gd name="connsiteY34" fmla="*/ 5934687 h 6858000"/>
              <a:gd name="connsiteX35" fmla="*/ 379513 w 1508539"/>
              <a:gd name="connsiteY35" fmla="*/ 5765594 h 6858000"/>
              <a:gd name="connsiteX36" fmla="*/ 411349 w 1508539"/>
              <a:gd name="connsiteY36" fmla="*/ 5693685 h 6858000"/>
              <a:gd name="connsiteX37" fmla="*/ 431404 w 1508539"/>
              <a:gd name="connsiteY37" fmla="*/ 5665173 h 6858000"/>
              <a:gd name="connsiteX38" fmla="*/ 465121 w 1508539"/>
              <a:gd name="connsiteY38" fmla="*/ 5563435 h 6858000"/>
              <a:gd name="connsiteX39" fmla="*/ 494626 w 1508539"/>
              <a:gd name="connsiteY39" fmla="*/ 5476393 h 6858000"/>
              <a:gd name="connsiteX40" fmla="*/ 525819 w 1508539"/>
              <a:gd name="connsiteY40" fmla="*/ 5396260 h 6858000"/>
              <a:gd name="connsiteX41" fmla="*/ 541800 w 1508539"/>
              <a:gd name="connsiteY41" fmla="*/ 5330009 h 6858000"/>
              <a:gd name="connsiteX42" fmla="*/ 575293 w 1508539"/>
              <a:gd name="connsiteY42" fmla="*/ 5273739 h 6858000"/>
              <a:gd name="connsiteX43" fmla="*/ 584892 w 1508539"/>
              <a:gd name="connsiteY43" fmla="*/ 5241779 h 6858000"/>
              <a:gd name="connsiteX44" fmla="*/ 596118 w 1508539"/>
              <a:gd name="connsiteY44" fmla="*/ 5225268 h 6858000"/>
              <a:gd name="connsiteX45" fmla="*/ 597138 w 1508539"/>
              <a:gd name="connsiteY45" fmla="*/ 5217684 h 6858000"/>
              <a:gd name="connsiteX46" fmla="*/ 604479 w 1508539"/>
              <a:gd name="connsiteY46" fmla="*/ 5193377 h 6858000"/>
              <a:gd name="connsiteX47" fmla="*/ 607782 w 1508539"/>
              <a:gd name="connsiteY47" fmla="*/ 5179288 h 6858000"/>
              <a:gd name="connsiteX48" fmla="*/ 608766 w 1508539"/>
              <a:gd name="connsiteY48" fmla="*/ 5173621 h 6858000"/>
              <a:gd name="connsiteX49" fmla="*/ 604400 w 1508539"/>
              <a:gd name="connsiteY49" fmla="*/ 5159961 h 6858000"/>
              <a:gd name="connsiteX50" fmla="*/ 611077 w 1508539"/>
              <a:gd name="connsiteY50" fmla="*/ 5144295 h 6858000"/>
              <a:gd name="connsiteX51" fmla="*/ 608010 w 1508539"/>
              <a:gd name="connsiteY51" fmla="*/ 5125185 h 6858000"/>
              <a:gd name="connsiteX52" fmla="*/ 614840 w 1508539"/>
              <a:gd name="connsiteY52" fmla="*/ 5121884 h 6858000"/>
              <a:gd name="connsiteX53" fmla="*/ 621876 w 1508539"/>
              <a:gd name="connsiteY53" fmla="*/ 5067850 h 6858000"/>
              <a:gd name="connsiteX54" fmla="*/ 624607 w 1508539"/>
              <a:gd name="connsiteY54" fmla="*/ 5060861 h 6858000"/>
              <a:gd name="connsiteX55" fmla="*/ 621311 w 1508539"/>
              <a:gd name="connsiteY55" fmla="*/ 5034192 h 6858000"/>
              <a:gd name="connsiteX56" fmla="*/ 622865 w 1508539"/>
              <a:gd name="connsiteY56" fmla="*/ 4993030 h 6858000"/>
              <a:gd name="connsiteX57" fmla="*/ 629774 w 1508539"/>
              <a:gd name="connsiteY57" fmla="*/ 4946844 h 6858000"/>
              <a:gd name="connsiteX58" fmla="*/ 625630 w 1508539"/>
              <a:gd name="connsiteY58" fmla="*/ 4932692 h 6858000"/>
              <a:gd name="connsiteX59" fmla="*/ 641033 w 1508539"/>
              <a:gd name="connsiteY59" fmla="*/ 4858827 h 6858000"/>
              <a:gd name="connsiteX60" fmla="*/ 635187 w 1508539"/>
              <a:gd name="connsiteY60" fmla="*/ 4801535 h 6858000"/>
              <a:gd name="connsiteX61" fmla="*/ 642856 w 1508539"/>
              <a:gd name="connsiteY61" fmla="*/ 4797794 h 6858000"/>
              <a:gd name="connsiteX62" fmla="*/ 644150 w 1508539"/>
              <a:gd name="connsiteY62" fmla="*/ 4784526 h 6858000"/>
              <a:gd name="connsiteX63" fmla="*/ 645934 w 1508539"/>
              <a:gd name="connsiteY63" fmla="*/ 4781211 h 6858000"/>
              <a:gd name="connsiteX64" fmla="*/ 654721 w 1508539"/>
              <a:gd name="connsiteY64" fmla="*/ 4761984 h 6858000"/>
              <a:gd name="connsiteX65" fmla="*/ 650769 w 1508539"/>
              <a:gd name="connsiteY65" fmla="*/ 4690749 h 6858000"/>
              <a:gd name="connsiteX66" fmla="*/ 646249 w 1508539"/>
              <a:gd name="connsiteY66" fmla="*/ 4584173 h 6858000"/>
              <a:gd name="connsiteX67" fmla="*/ 641332 w 1508539"/>
              <a:gd name="connsiteY67" fmla="*/ 4444346 h 6858000"/>
              <a:gd name="connsiteX68" fmla="*/ 637897 w 1508539"/>
              <a:gd name="connsiteY68" fmla="*/ 4375228 h 6858000"/>
              <a:gd name="connsiteX69" fmla="*/ 618550 w 1508539"/>
              <a:gd name="connsiteY69" fmla="*/ 4214165 h 6858000"/>
              <a:gd name="connsiteX70" fmla="*/ 622623 w 1508539"/>
              <a:gd name="connsiteY70" fmla="*/ 4090296 h 6858000"/>
              <a:gd name="connsiteX71" fmla="*/ 607879 w 1508539"/>
              <a:gd name="connsiteY71" fmla="*/ 4033999 h 6858000"/>
              <a:gd name="connsiteX72" fmla="*/ 609028 w 1508539"/>
              <a:gd name="connsiteY72" fmla="*/ 4031933 h 6858000"/>
              <a:gd name="connsiteX73" fmla="*/ 607604 w 1508539"/>
              <a:gd name="connsiteY73" fmla="*/ 4013953 h 6858000"/>
              <a:gd name="connsiteX74" fmla="*/ 593899 w 1508539"/>
              <a:gd name="connsiteY74" fmla="*/ 3974753 h 6858000"/>
              <a:gd name="connsiteX75" fmla="*/ 595497 w 1508539"/>
              <a:gd name="connsiteY75" fmla="*/ 3969950 h 6858000"/>
              <a:gd name="connsiteX76" fmla="*/ 588919 w 1508539"/>
              <a:gd name="connsiteY76" fmla="*/ 3933779 h 6858000"/>
              <a:gd name="connsiteX77" fmla="*/ 590250 w 1508539"/>
              <a:gd name="connsiteY77" fmla="*/ 3933093 h 6858000"/>
              <a:gd name="connsiteX78" fmla="*/ 594604 w 1508539"/>
              <a:gd name="connsiteY78" fmla="*/ 3922082 h 6858000"/>
              <a:gd name="connsiteX79" fmla="*/ 599682 w 1508539"/>
              <a:gd name="connsiteY79" fmla="*/ 3901461 h 6858000"/>
              <a:gd name="connsiteX80" fmla="*/ 622276 w 1508539"/>
              <a:gd name="connsiteY80" fmla="*/ 3813873 h 6858000"/>
              <a:gd name="connsiteX81" fmla="*/ 621701 w 1508539"/>
              <a:gd name="connsiteY81" fmla="*/ 3806161 h 6858000"/>
              <a:gd name="connsiteX82" fmla="*/ 622008 w 1508539"/>
              <a:gd name="connsiteY82" fmla="*/ 3805957 h 6858000"/>
              <a:gd name="connsiteX83" fmla="*/ 622035 w 1508539"/>
              <a:gd name="connsiteY83" fmla="*/ 3797724 h 6858000"/>
              <a:gd name="connsiteX84" fmla="*/ 620650 w 1508539"/>
              <a:gd name="connsiteY84" fmla="*/ 3792098 h 6858000"/>
              <a:gd name="connsiteX85" fmla="*/ 619534 w 1508539"/>
              <a:gd name="connsiteY85" fmla="*/ 3777135 h 6858000"/>
              <a:gd name="connsiteX86" fmla="*/ 621267 w 1508539"/>
              <a:gd name="connsiteY86" fmla="*/ 3771656 h 6858000"/>
              <a:gd name="connsiteX87" fmla="*/ 625010 w 1508539"/>
              <a:gd name="connsiteY87" fmla="*/ 3769007 h 6858000"/>
              <a:gd name="connsiteX88" fmla="*/ 624476 w 1508539"/>
              <a:gd name="connsiteY88" fmla="*/ 3767709 h 6858000"/>
              <a:gd name="connsiteX89" fmla="*/ 633172 w 1508539"/>
              <a:gd name="connsiteY89" fmla="*/ 3738082 h 6858000"/>
              <a:gd name="connsiteX90" fmla="*/ 640518 w 1508539"/>
              <a:gd name="connsiteY90" fmla="*/ 3673397 h 6858000"/>
              <a:gd name="connsiteX91" fmla="*/ 639814 w 1508539"/>
              <a:gd name="connsiteY91" fmla="*/ 3637109 h 6858000"/>
              <a:gd name="connsiteX92" fmla="*/ 643257 w 1508539"/>
              <a:gd name="connsiteY92" fmla="*/ 3536883 h 6858000"/>
              <a:gd name="connsiteX93" fmla="*/ 650795 w 1508539"/>
              <a:gd name="connsiteY93" fmla="*/ 3435652 h 6858000"/>
              <a:gd name="connsiteX94" fmla="*/ 652466 w 1508539"/>
              <a:gd name="connsiteY94" fmla="*/ 3307769 h 6858000"/>
              <a:gd name="connsiteX95" fmla="*/ 670029 w 1508539"/>
              <a:gd name="connsiteY95" fmla="*/ 3250522 h 6858000"/>
              <a:gd name="connsiteX96" fmla="*/ 670454 w 1508539"/>
              <a:gd name="connsiteY96" fmla="*/ 3229163 h 6858000"/>
              <a:gd name="connsiteX97" fmla="*/ 672277 w 1508539"/>
              <a:gd name="connsiteY97" fmla="*/ 3217217 h 6858000"/>
              <a:gd name="connsiteX98" fmla="*/ 659112 w 1508539"/>
              <a:gd name="connsiteY98" fmla="*/ 3183755 h 6858000"/>
              <a:gd name="connsiteX99" fmla="*/ 659613 w 1508539"/>
              <a:gd name="connsiteY99" fmla="*/ 3178642 h 6858000"/>
              <a:gd name="connsiteX100" fmla="*/ 647213 w 1508539"/>
              <a:gd name="connsiteY100" fmla="*/ 3158586 h 6858000"/>
              <a:gd name="connsiteX101" fmla="*/ 632398 w 1508539"/>
              <a:gd name="connsiteY101" fmla="*/ 3129034 h 6858000"/>
              <a:gd name="connsiteX102" fmla="*/ 633063 w 1508539"/>
              <a:gd name="connsiteY102" fmla="*/ 3126682 h 6858000"/>
              <a:gd name="connsiteX103" fmla="*/ 623931 w 1508539"/>
              <a:gd name="connsiteY103" fmla="*/ 3114519 h 6858000"/>
              <a:gd name="connsiteX104" fmla="*/ 610540 w 1508539"/>
              <a:gd name="connsiteY104" fmla="*/ 3106272 h 6858000"/>
              <a:gd name="connsiteX105" fmla="*/ 583270 w 1508539"/>
              <a:gd name="connsiteY105" fmla="*/ 2958185 h 6858000"/>
              <a:gd name="connsiteX106" fmla="*/ 525884 w 1508539"/>
              <a:gd name="connsiteY106" fmla="*/ 2762989 h 6858000"/>
              <a:gd name="connsiteX107" fmla="*/ 474802 w 1508539"/>
              <a:gd name="connsiteY107" fmla="*/ 2554718 h 6858000"/>
              <a:gd name="connsiteX108" fmla="*/ 454896 w 1508539"/>
              <a:gd name="connsiteY108" fmla="*/ 2485734 h 6858000"/>
              <a:gd name="connsiteX109" fmla="*/ 445619 w 1508539"/>
              <a:gd name="connsiteY109" fmla="*/ 2447068 h 6858000"/>
              <a:gd name="connsiteX110" fmla="*/ 432580 w 1508539"/>
              <a:gd name="connsiteY110" fmla="*/ 2425819 h 6858000"/>
              <a:gd name="connsiteX111" fmla="*/ 438579 w 1508539"/>
              <a:gd name="connsiteY111" fmla="*/ 2402874 h 6858000"/>
              <a:gd name="connsiteX112" fmla="*/ 441191 w 1508539"/>
              <a:gd name="connsiteY112" fmla="*/ 2381443 h 6858000"/>
              <a:gd name="connsiteX113" fmla="*/ 417520 w 1508539"/>
              <a:gd name="connsiteY113" fmla="*/ 2261920 h 6858000"/>
              <a:gd name="connsiteX114" fmla="*/ 407407 w 1508539"/>
              <a:gd name="connsiteY114" fmla="*/ 2195378 h 6858000"/>
              <a:gd name="connsiteX115" fmla="*/ 391624 w 1508539"/>
              <a:gd name="connsiteY115" fmla="*/ 2155135 h 6858000"/>
              <a:gd name="connsiteX116" fmla="*/ 389082 w 1508539"/>
              <a:gd name="connsiteY116" fmla="*/ 2118008 h 6858000"/>
              <a:gd name="connsiteX117" fmla="*/ 390075 w 1508539"/>
              <a:gd name="connsiteY117" fmla="*/ 2050531 h 6858000"/>
              <a:gd name="connsiteX118" fmla="*/ 381881 w 1508539"/>
              <a:gd name="connsiteY118" fmla="*/ 1963269 h 6858000"/>
              <a:gd name="connsiteX119" fmla="*/ 363059 w 1508539"/>
              <a:gd name="connsiteY119" fmla="*/ 1906352 h 6858000"/>
              <a:gd name="connsiteX120" fmla="*/ 339616 w 1508539"/>
              <a:gd name="connsiteY120" fmla="*/ 1861531 h 6858000"/>
              <a:gd name="connsiteX121" fmla="*/ 293415 w 1508539"/>
              <a:gd name="connsiteY121" fmla="*/ 1732919 h 6858000"/>
              <a:gd name="connsiteX122" fmla="*/ 265726 w 1508539"/>
              <a:gd name="connsiteY122" fmla="*/ 1663540 h 6858000"/>
              <a:gd name="connsiteX123" fmla="*/ 264852 w 1508539"/>
              <a:gd name="connsiteY123" fmla="*/ 1615777 h 6858000"/>
              <a:gd name="connsiteX124" fmla="*/ 245647 w 1508539"/>
              <a:gd name="connsiteY124" fmla="*/ 1563678 h 6858000"/>
              <a:gd name="connsiteX125" fmla="*/ 258727 w 1508539"/>
              <a:gd name="connsiteY125" fmla="*/ 1519474 h 6858000"/>
              <a:gd name="connsiteX126" fmla="*/ 251469 w 1508539"/>
              <a:gd name="connsiteY126" fmla="*/ 1477995 h 6858000"/>
              <a:gd name="connsiteX127" fmla="*/ 237554 w 1508539"/>
              <a:gd name="connsiteY127" fmla="*/ 1373769 h 6858000"/>
              <a:gd name="connsiteX128" fmla="*/ 245861 w 1508539"/>
              <a:gd name="connsiteY128" fmla="*/ 1307086 h 6858000"/>
              <a:gd name="connsiteX129" fmla="*/ 247049 w 1508539"/>
              <a:gd name="connsiteY129" fmla="*/ 1189033 h 6858000"/>
              <a:gd name="connsiteX130" fmla="*/ 251734 w 1508539"/>
              <a:gd name="connsiteY130" fmla="*/ 1168288 h 6858000"/>
              <a:gd name="connsiteX131" fmla="*/ 244016 w 1508539"/>
              <a:gd name="connsiteY131" fmla="*/ 1142577 h 6858000"/>
              <a:gd name="connsiteX132" fmla="*/ 233322 w 1508539"/>
              <a:gd name="connsiteY132" fmla="*/ 1088484 h 6858000"/>
              <a:gd name="connsiteX133" fmla="*/ 222058 w 1508539"/>
              <a:gd name="connsiteY133" fmla="*/ 1016103 h 6858000"/>
              <a:gd name="connsiteX134" fmla="*/ 223514 w 1508539"/>
              <a:gd name="connsiteY134" fmla="*/ 932283 h 6858000"/>
              <a:gd name="connsiteX135" fmla="*/ 225750 w 1508539"/>
              <a:gd name="connsiteY135" fmla="*/ 915925 h 6858000"/>
              <a:gd name="connsiteX136" fmla="*/ 218379 w 1508539"/>
              <a:gd name="connsiteY136" fmla="*/ 896999 h 6858000"/>
              <a:gd name="connsiteX137" fmla="*/ 187787 w 1508539"/>
              <a:gd name="connsiteY137" fmla="*/ 821517 h 6858000"/>
              <a:gd name="connsiteX138" fmla="*/ 166737 w 1508539"/>
              <a:gd name="connsiteY138" fmla="*/ 751353 h 6858000"/>
              <a:gd name="connsiteX139" fmla="*/ 166295 w 1508539"/>
              <a:gd name="connsiteY139" fmla="*/ 721230 h 6858000"/>
              <a:gd name="connsiteX140" fmla="*/ 151966 w 1508539"/>
              <a:gd name="connsiteY140" fmla="*/ 681659 h 6858000"/>
              <a:gd name="connsiteX141" fmla="*/ 137385 w 1508539"/>
              <a:gd name="connsiteY141" fmla="*/ 635218 h 6858000"/>
              <a:gd name="connsiteX142" fmla="*/ 142396 w 1508539"/>
              <a:gd name="connsiteY142" fmla="*/ 613763 h 6858000"/>
              <a:gd name="connsiteX143" fmla="*/ 128338 w 1508539"/>
              <a:gd name="connsiteY143" fmla="*/ 598582 h 6858000"/>
              <a:gd name="connsiteX144" fmla="*/ 128019 w 1508539"/>
              <a:gd name="connsiteY144" fmla="*/ 576846 h 6858000"/>
              <a:gd name="connsiteX145" fmla="*/ 107645 w 1508539"/>
              <a:gd name="connsiteY145" fmla="*/ 530055 h 6858000"/>
              <a:gd name="connsiteX146" fmla="*/ 106893 w 1508539"/>
              <a:gd name="connsiteY146" fmla="*/ 465389 h 6858000"/>
              <a:gd name="connsiteX147" fmla="*/ 89816 w 1508539"/>
              <a:gd name="connsiteY147" fmla="*/ 424699 h 6858000"/>
              <a:gd name="connsiteX148" fmla="*/ 90191 w 1508539"/>
              <a:gd name="connsiteY148" fmla="*/ 404917 h 6858000"/>
              <a:gd name="connsiteX149" fmla="*/ 70148 w 1508539"/>
              <a:gd name="connsiteY149" fmla="*/ 367211 h 6858000"/>
              <a:gd name="connsiteX150" fmla="*/ 36452 w 1508539"/>
              <a:gd name="connsiteY150" fmla="*/ 268519 h 6858000"/>
              <a:gd name="connsiteX151" fmla="*/ 23935 w 1508539"/>
              <a:gd name="connsiteY151" fmla="*/ 160886 h 6858000"/>
              <a:gd name="connsiteX152" fmla="*/ 19312 w 1508539"/>
              <a:gd name="connsiteY152" fmla="*/ 47336 h 6858000"/>
              <a:gd name="connsiteX153" fmla="*/ 0 w 1508539"/>
              <a:gd name="connsiteY153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57174 w 1508539"/>
              <a:gd name="connsiteY3" fmla="*/ 6858000 h 6858000"/>
              <a:gd name="connsiteX4" fmla="*/ 57315 w 1508539"/>
              <a:gd name="connsiteY4" fmla="*/ 6857735 h 6858000"/>
              <a:gd name="connsiteX5" fmla="*/ 69364 w 1508539"/>
              <a:gd name="connsiteY5" fmla="*/ 6809549 h 6858000"/>
              <a:gd name="connsiteX6" fmla="*/ 101575 w 1508539"/>
              <a:gd name="connsiteY6" fmla="*/ 6715115 h 6858000"/>
              <a:gd name="connsiteX7" fmla="*/ 111426 w 1508539"/>
              <a:gd name="connsiteY7" fmla="*/ 6680170 h 6858000"/>
              <a:gd name="connsiteX8" fmla="*/ 136976 w 1508539"/>
              <a:gd name="connsiteY8" fmla="*/ 6621207 h 6858000"/>
              <a:gd name="connsiteX9" fmla="*/ 153633 w 1508539"/>
              <a:gd name="connsiteY9" fmla="*/ 6596265 h 6858000"/>
              <a:gd name="connsiteX10" fmla="*/ 153512 w 1508539"/>
              <a:gd name="connsiteY10" fmla="*/ 6594818 h 6858000"/>
              <a:gd name="connsiteX11" fmla="*/ 157757 w 1508539"/>
              <a:gd name="connsiteY11" fmla="*/ 6593735 h 6858000"/>
              <a:gd name="connsiteX12" fmla="*/ 160954 w 1508539"/>
              <a:gd name="connsiteY12" fmla="*/ 6589172 h 6858000"/>
              <a:gd name="connsiteX13" fmla="*/ 164248 w 1508539"/>
              <a:gd name="connsiteY13" fmla="*/ 6574442 h 6858000"/>
              <a:gd name="connsiteX14" fmla="*/ 164588 w 1508539"/>
              <a:gd name="connsiteY14" fmla="*/ 6568530 h 6858000"/>
              <a:gd name="connsiteX15" fmla="*/ 166997 w 1508539"/>
              <a:gd name="connsiteY15" fmla="*/ 6560674 h 6858000"/>
              <a:gd name="connsiteX16" fmla="*/ 167342 w 1508539"/>
              <a:gd name="connsiteY16" fmla="*/ 6560598 h 6858000"/>
              <a:gd name="connsiteX17" fmla="*/ 169039 w 1508539"/>
              <a:gd name="connsiteY17" fmla="*/ 6553006 h 6858000"/>
              <a:gd name="connsiteX18" fmla="*/ 173735 w 1508539"/>
              <a:gd name="connsiteY18" fmla="*/ 6514360 h 6858000"/>
              <a:gd name="connsiteX19" fmla="*/ 215389 w 1508539"/>
              <a:gd name="connsiteY19" fmla="*/ 6478062 h 6858000"/>
              <a:gd name="connsiteX20" fmla="*/ 226078 w 1508539"/>
              <a:gd name="connsiteY20" fmla="*/ 6460325 h 6858000"/>
              <a:gd name="connsiteX21" fmla="*/ 233311 w 1508539"/>
              <a:gd name="connsiteY21" fmla="*/ 6451488 h 6858000"/>
              <a:gd name="connsiteX22" fmla="*/ 234746 w 1508539"/>
              <a:gd name="connsiteY22" fmla="*/ 6451348 h 6858000"/>
              <a:gd name="connsiteX23" fmla="*/ 239104 w 1508539"/>
              <a:gd name="connsiteY23" fmla="*/ 6414240 h 6858000"/>
              <a:gd name="connsiteX24" fmla="*/ 241980 w 1508539"/>
              <a:gd name="connsiteY24" fmla="*/ 6410269 h 6858000"/>
              <a:gd name="connsiteX25" fmla="*/ 241880 w 1508539"/>
              <a:gd name="connsiteY25" fmla="*/ 6384857 h 6858000"/>
              <a:gd name="connsiteX26" fmla="*/ 243397 w 1508539"/>
              <a:gd name="connsiteY26" fmla="*/ 6372381 h 6858000"/>
              <a:gd name="connsiteX27" fmla="*/ 240591 w 1508539"/>
              <a:gd name="connsiteY27" fmla="*/ 6367510 h 6858000"/>
              <a:gd name="connsiteX28" fmla="*/ 244471 w 1508539"/>
              <a:gd name="connsiteY28" fmla="*/ 6349778 h 6858000"/>
              <a:gd name="connsiteX29" fmla="*/ 246136 w 1508539"/>
              <a:gd name="connsiteY29" fmla="*/ 6348250 h 6858000"/>
              <a:gd name="connsiteX30" fmla="*/ 262170 w 1508539"/>
              <a:gd name="connsiteY30" fmla="*/ 6281972 h 6858000"/>
              <a:gd name="connsiteX31" fmla="*/ 272933 w 1508539"/>
              <a:gd name="connsiteY31" fmla="*/ 6211940 h 6858000"/>
              <a:gd name="connsiteX32" fmla="*/ 314428 w 1508539"/>
              <a:gd name="connsiteY32" fmla="*/ 6113913 h 6858000"/>
              <a:gd name="connsiteX33" fmla="*/ 318721 w 1508539"/>
              <a:gd name="connsiteY33" fmla="*/ 6028119 h 6858000"/>
              <a:gd name="connsiteX34" fmla="*/ 345501 w 1508539"/>
              <a:gd name="connsiteY34" fmla="*/ 5934687 h 6858000"/>
              <a:gd name="connsiteX35" fmla="*/ 379513 w 1508539"/>
              <a:gd name="connsiteY35" fmla="*/ 5765594 h 6858000"/>
              <a:gd name="connsiteX36" fmla="*/ 411349 w 1508539"/>
              <a:gd name="connsiteY36" fmla="*/ 5693685 h 6858000"/>
              <a:gd name="connsiteX37" fmla="*/ 431404 w 1508539"/>
              <a:gd name="connsiteY37" fmla="*/ 5665173 h 6858000"/>
              <a:gd name="connsiteX38" fmla="*/ 465121 w 1508539"/>
              <a:gd name="connsiteY38" fmla="*/ 5563435 h 6858000"/>
              <a:gd name="connsiteX39" fmla="*/ 494626 w 1508539"/>
              <a:gd name="connsiteY39" fmla="*/ 5476393 h 6858000"/>
              <a:gd name="connsiteX40" fmla="*/ 525819 w 1508539"/>
              <a:gd name="connsiteY40" fmla="*/ 5396260 h 6858000"/>
              <a:gd name="connsiteX41" fmla="*/ 541800 w 1508539"/>
              <a:gd name="connsiteY41" fmla="*/ 5330009 h 6858000"/>
              <a:gd name="connsiteX42" fmla="*/ 575293 w 1508539"/>
              <a:gd name="connsiteY42" fmla="*/ 5273739 h 6858000"/>
              <a:gd name="connsiteX43" fmla="*/ 584892 w 1508539"/>
              <a:gd name="connsiteY43" fmla="*/ 5241779 h 6858000"/>
              <a:gd name="connsiteX44" fmla="*/ 596118 w 1508539"/>
              <a:gd name="connsiteY44" fmla="*/ 5225268 h 6858000"/>
              <a:gd name="connsiteX45" fmla="*/ 597138 w 1508539"/>
              <a:gd name="connsiteY45" fmla="*/ 5217684 h 6858000"/>
              <a:gd name="connsiteX46" fmla="*/ 604479 w 1508539"/>
              <a:gd name="connsiteY46" fmla="*/ 5193377 h 6858000"/>
              <a:gd name="connsiteX47" fmla="*/ 607782 w 1508539"/>
              <a:gd name="connsiteY47" fmla="*/ 5179288 h 6858000"/>
              <a:gd name="connsiteX48" fmla="*/ 608766 w 1508539"/>
              <a:gd name="connsiteY48" fmla="*/ 5173621 h 6858000"/>
              <a:gd name="connsiteX49" fmla="*/ 604400 w 1508539"/>
              <a:gd name="connsiteY49" fmla="*/ 5159961 h 6858000"/>
              <a:gd name="connsiteX50" fmla="*/ 611077 w 1508539"/>
              <a:gd name="connsiteY50" fmla="*/ 5144295 h 6858000"/>
              <a:gd name="connsiteX51" fmla="*/ 608010 w 1508539"/>
              <a:gd name="connsiteY51" fmla="*/ 5125185 h 6858000"/>
              <a:gd name="connsiteX52" fmla="*/ 614840 w 1508539"/>
              <a:gd name="connsiteY52" fmla="*/ 5121884 h 6858000"/>
              <a:gd name="connsiteX53" fmla="*/ 621876 w 1508539"/>
              <a:gd name="connsiteY53" fmla="*/ 5067850 h 6858000"/>
              <a:gd name="connsiteX54" fmla="*/ 624607 w 1508539"/>
              <a:gd name="connsiteY54" fmla="*/ 5060861 h 6858000"/>
              <a:gd name="connsiteX55" fmla="*/ 621311 w 1508539"/>
              <a:gd name="connsiteY55" fmla="*/ 5034192 h 6858000"/>
              <a:gd name="connsiteX56" fmla="*/ 622865 w 1508539"/>
              <a:gd name="connsiteY56" fmla="*/ 4993030 h 6858000"/>
              <a:gd name="connsiteX57" fmla="*/ 629774 w 1508539"/>
              <a:gd name="connsiteY57" fmla="*/ 4946844 h 6858000"/>
              <a:gd name="connsiteX58" fmla="*/ 625630 w 1508539"/>
              <a:gd name="connsiteY58" fmla="*/ 4932692 h 6858000"/>
              <a:gd name="connsiteX59" fmla="*/ 641033 w 1508539"/>
              <a:gd name="connsiteY59" fmla="*/ 4858827 h 6858000"/>
              <a:gd name="connsiteX60" fmla="*/ 635187 w 1508539"/>
              <a:gd name="connsiteY60" fmla="*/ 4801535 h 6858000"/>
              <a:gd name="connsiteX61" fmla="*/ 642856 w 1508539"/>
              <a:gd name="connsiteY61" fmla="*/ 4797794 h 6858000"/>
              <a:gd name="connsiteX62" fmla="*/ 644150 w 1508539"/>
              <a:gd name="connsiteY62" fmla="*/ 4784526 h 6858000"/>
              <a:gd name="connsiteX63" fmla="*/ 654721 w 1508539"/>
              <a:gd name="connsiteY63" fmla="*/ 4761984 h 6858000"/>
              <a:gd name="connsiteX64" fmla="*/ 650769 w 1508539"/>
              <a:gd name="connsiteY64" fmla="*/ 4690749 h 6858000"/>
              <a:gd name="connsiteX65" fmla="*/ 646249 w 1508539"/>
              <a:gd name="connsiteY65" fmla="*/ 4584173 h 6858000"/>
              <a:gd name="connsiteX66" fmla="*/ 641332 w 1508539"/>
              <a:gd name="connsiteY66" fmla="*/ 4444346 h 6858000"/>
              <a:gd name="connsiteX67" fmla="*/ 637897 w 1508539"/>
              <a:gd name="connsiteY67" fmla="*/ 4375228 h 6858000"/>
              <a:gd name="connsiteX68" fmla="*/ 618550 w 1508539"/>
              <a:gd name="connsiteY68" fmla="*/ 4214165 h 6858000"/>
              <a:gd name="connsiteX69" fmla="*/ 622623 w 1508539"/>
              <a:gd name="connsiteY69" fmla="*/ 4090296 h 6858000"/>
              <a:gd name="connsiteX70" fmla="*/ 607879 w 1508539"/>
              <a:gd name="connsiteY70" fmla="*/ 4033999 h 6858000"/>
              <a:gd name="connsiteX71" fmla="*/ 609028 w 1508539"/>
              <a:gd name="connsiteY71" fmla="*/ 4031933 h 6858000"/>
              <a:gd name="connsiteX72" fmla="*/ 607604 w 1508539"/>
              <a:gd name="connsiteY72" fmla="*/ 4013953 h 6858000"/>
              <a:gd name="connsiteX73" fmla="*/ 593899 w 1508539"/>
              <a:gd name="connsiteY73" fmla="*/ 3974753 h 6858000"/>
              <a:gd name="connsiteX74" fmla="*/ 595497 w 1508539"/>
              <a:gd name="connsiteY74" fmla="*/ 3969950 h 6858000"/>
              <a:gd name="connsiteX75" fmla="*/ 588919 w 1508539"/>
              <a:gd name="connsiteY75" fmla="*/ 3933779 h 6858000"/>
              <a:gd name="connsiteX76" fmla="*/ 590250 w 1508539"/>
              <a:gd name="connsiteY76" fmla="*/ 3933093 h 6858000"/>
              <a:gd name="connsiteX77" fmla="*/ 594604 w 1508539"/>
              <a:gd name="connsiteY77" fmla="*/ 3922082 h 6858000"/>
              <a:gd name="connsiteX78" fmla="*/ 599682 w 1508539"/>
              <a:gd name="connsiteY78" fmla="*/ 3901461 h 6858000"/>
              <a:gd name="connsiteX79" fmla="*/ 622276 w 1508539"/>
              <a:gd name="connsiteY79" fmla="*/ 3813873 h 6858000"/>
              <a:gd name="connsiteX80" fmla="*/ 621701 w 1508539"/>
              <a:gd name="connsiteY80" fmla="*/ 3806161 h 6858000"/>
              <a:gd name="connsiteX81" fmla="*/ 622008 w 1508539"/>
              <a:gd name="connsiteY81" fmla="*/ 3805957 h 6858000"/>
              <a:gd name="connsiteX82" fmla="*/ 622035 w 1508539"/>
              <a:gd name="connsiteY82" fmla="*/ 3797724 h 6858000"/>
              <a:gd name="connsiteX83" fmla="*/ 620650 w 1508539"/>
              <a:gd name="connsiteY83" fmla="*/ 3792098 h 6858000"/>
              <a:gd name="connsiteX84" fmla="*/ 619534 w 1508539"/>
              <a:gd name="connsiteY84" fmla="*/ 3777135 h 6858000"/>
              <a:gd name="connsiteX85" fmla="*/ 621267 w 1508539"/>
              <a:gd name="connsiteY85" fmla="*/ 3771656 h 6858000"/>
              <a:gd name="connsiteX86" fmla="*/ 625010 w 1508539"/>
              <a:gd name="connsiteY86" fmla="*/ 3769007 h 6858000"/>
              <a:gd name="connsiteX87" fmla="*/ 624476 w 1508539"/>
              <a:gd name="connsiteY87" fmla="*/ 3767709 h 6858000"/>
              <a:gd name="connsiteX88" fmla="*/ 633172 w 1508539"/>
              <a:gd name="connsiteY88" fmla="*/ 3738082 h 6858000"/>
              <a:gd name="connsiteX89" fmla="*/ 640518 w 1508539"/>
              <a:gd name="connsiteY89" fmla="*/ 3673397 h 6858000"/>
              <a:gd name="connsiteX90" fmla="*/ 639814 w 1508539"/>
              <a:gd name="connsiteY90" fmla="*/ 3637109 h 6858000"/>
              <a:gd name="connsiteX91" fmla="*/ 643257 w 1508539"/>
              <a:gd name="connsiteY91" fmla="*/ 3536883 h 6858000"/>
              <a:gd name="connsiteX92" fmla="*/ 650795 w 1508539"/>
              <a:gd name="connsiteY92" fmla="*/ 3435652 h 6858000"/>
              <a:gd name="connsiteX93" fmla="*/ 652466 w 1508539"/>
              <a:gd name="connsiteY93" fmla="*/ 3307769 h 6858000"/>
              <a:gd name="connsiteX94" fmla="*/ 670029 w 1508539"/>
              <a:gd name="connsiteY94" fmla="*/ 3250522 h 6858000"/>
              <a:gd name="connsiteX95" fmla="*/ 670454 w 1508539"/>
              <a:gd name="connsiteY95" fmla="*/ 3229163 h 6858000"/>
              <a:gd name="connsiteX96" fmla="*/ 672277 w 1508539"/>
              <a:gd name="connsiteY96" fmla="*/ 3217217 h 6858000"/>
              <a:gd name="connsiteX97" fmla="*/ 659112 w 1508539"/>
              <a:gd name="connsiteY97" fmla="*/ 3183755 h 6858000"/>
              <a:gd name="connsiteX98" fmla="*/ 659613 w 1508539"/>
              <a:gd name="connsiteY98" fmla="*/ 3178642 h 6858000"/>
              <a:gd name="connsiteX99" fmla="*/ 647213 w 1508539"/>
              <a:gd name="connsiteY99" fmla="*/ 3158586 h 6858000"/>
              <a:gd name="connsiteX100" fmla="*/ 632398 w 1508539"/>
              <a:gd name="connsiteY100" fmla="*/ 3129034 h 6858000"/>
              <a:gd name="connsiteX101" fmla="*/ 633063 w 1508539"/>
              <a:gd name="connsiteY101" fmla="*/ 3126682 h 6858000"/>
              <a:gd name="connsiteX102" fmla="*/ 623931 w 1508539"/>
              <a:gd name="connsiteY102" fmla="*/ 3114519 h 6858000"/>
              <a:gd name="connsiteX103" fmla="*/ 610540 w 1508539"/>
              <a:gd name="connsiteY103" fmla="*/ 3106272 h 6858000"/>
              <a:gd name="connsiteX104" fmla="*/ 583270 w 1508539"/>
              <a:gd name="connsiteY104" fmla="*/ 2958185 h 6858000"/>
              <a:gd name="connsiteX105" fmla="*/ 525884 w 1508539"/>
              <a:gd name="connsiteY105" fmla="*/ 2762989 h 6858000"/>
              <a:gd name="connsiteX106" fmla="*/ 474802 w 1508539"/>
              <a:gd name="connsiteY106" fmla="*/ 2554718 h 6858000"/>
              <a:gd name="connsiteX107" fmla="*/ 454896 w 1508539"/>
              <a:gd name="connsiteY107" fmla="*/ 2485734 h 6858000"/>
              <a:gd name="connsiteX108" fmla="*/ 445619 w 1508539"/>
              <a:gd name="connsiteY108" fmla="*/ 2447068 h 6858000"/>
              <a:gd name="connsiteX109" fmla="*/ 432580 w 1508539"/>
              <a:gd name="connsiteY109" fmla="*/ 2425819 h 6858000"/>
              <a:gd name="connsiteX110" fmla="*/ 438579 w 1508539"/>
              <a:gd name="connsiteY110" fmla="*/ 2402874 h 6858000"/>
              <a:gd name="connsiteX111" fmla="*/ 441191 w 1508539"/>
              <a:gd name="connsiteY111" fmla="*/ 2381443 h 6858000"/>
              <a:gd name="connsiteX112" fmla="*/ 417520 w 1508539"/>
              <a:gd name="connsiteY112" fmla="*/ 2261920 h 6858000"/>
              <a:gd name="connsiteX113" fmla="*/ 407407 w 1508539"/>
              <a:gd name="connsiteY113" fmla="*/ 2195378 h 6858000"/>
              <a:gd name="connsiteX114" fmla="*/ 391624 w 1508539"/>
              <a:gd name="connsiteY114" fmla="*/ 2155135 h 6858000"/>
              <a:gd name="connsiteX115" fmla="*/ 389082 w 1508539"/>
              <a:gd name="connsiteY115" fmla="*/ 2118008 h 6858000"/>
              <a:gd name="connsiteX116" fmla="*/ 390075 w 1508539"/>
              <a:gd name="connsiteY116" fmla="*/ 2050531 h 6858000"/>
              <a:gd name="connsiteX117" fmla="*/ 381881 w 1508539"/>
              <a:gd name="connsiteY117" fmla="*/ 1963269 h 6858000"/>
              <a:gd name="connsiteX118" fmla="*/ 363059 w 1508539"/>
              <a:gd name="connsiteY118" fmla="*/ 1906352 h 6858000"/>
              <a:gd name="connsiteX119" fmla="*/ 339616 w 1508539"/>
              <a:gd name="connsiteY119" fmla="*/ 1861531 h 6858000"/>
              <a:gd name="connsiteX120" fmla="*/ 293415 w 1508539"/>
              <a:gd name="connsiteY120" fmla="*/ 1732919 h 6858000"/>
              <a:gd name="connsiteX121" fmla="*/ 265726 w 1508539"/>
              <a:gd name="connsiteY121" fmla="*/ 1663540 h 6858000"/>
              <a:gd name="connsiteX122" fmla="*/ 264852 w 1508539"/>
              <a:gd name="connsiteY122" fmla="*/ 1615777 h 6858000"/>
              <a:gd name="connsiteX123" fmla="*/ 245647 w 1508539"/>
              <a:gd name="connsiteY123" fmla="*/ 1563678 h 6858000"/>
              <a:gd name="connsiteX124" fmla="*/ 258727 w 1508539"/>
              <a:gd name="connsiteY124" fmla="*/ 1519474 h 6858000"/>
              <a:gd name="connsiteX125" fmla="*/ 251469 w 1508539"/>
              <a:gd name="connsiteY125" fmla="*/ 1477995 h 6858000"/>
              <a:gd name="connsiteX126" fmla="*/ 237554 w 1508539"/>
              <a:gd name="connsiteY126" fmla="*/ 1373769 h 6858000"/>
              <a:gd name="connsiteX127" fmla="*/ 245861 w 1508539"/>
              <a:gd name="connsiteY127" fmla="*/ 1307086 h 6858000"/>
              <a:gd name="connsiteX128" fmla="*/ 247049 w 1508539"/>
              <a:gd name="connsiteY128" fmla="*/ 1189033 h 6858000"/>
              <a:gd name="connsiteX129" fmla="*/ 251734 w 1508539"/>
              <a:gd name="connsiteY129" fmla="*/ 1168288 h 6858000"/>
              <a:gd name="connsiteX130" fmla="*/ 244016 w 1508539"/>
              <a:gd name="connsiteY130" fmla="*/ 1142577 h 6858000"/>
              <a:gd name="connsiteX131" fmla="*/ 233322 w 1508539"/>
              <a:gd name="connsiteY131" fmla="*/ 1088484 h 6858000"/>
              <a:gd name="connsiteX132" fmla="*/ 222058 w 1508539"/>
              <a:gd name="connsiteY132" fmla="*/ 1016103 h 6858000"/>
              <a:gd name="connsiteX133" fmla="*/ 223514 w 1508539"/>
              <a:gd name="connsiteY133" fmla="*/ 932283 h 6858000"/>
              <a:gd name="connsiteX134" fmla="*/ 225750 w 1508539"/>
              <a:gd name="connsiteY134" fmla="*/ 915925 h 6858000"/>
              <a:gd name="connsiteX135" fmla="*/ 218379 w 1508539"/>
              <a:gd name="connsiteY135" fmla="*/ 896999 h 6858000"/>
              <a:gd name="connsiteX136" fmla="*/ 187787 w 1508539"/>
              <a:gd name="connsiteY136" fmla="*/ 821517 h 6858000"/>
              <a:gd name="connsiteX137" fmla="*/ 166737 w 1508539"/>
              <a:gd name="connsiteY137" fmla="*/ 751353 h 6858000"/>
              <a:gd name="connsiteX138" fmla="*/ 166295 w 1508539"/>
              <a:gd name="connsiteY138" fmla="*/ 721230 h 6858000"/>
              <a:gd name="connsiteX139" fmla="*/ 151966 w 1508539"/>
              <a:gd name="connsiteY139" fmla="*/ 681659 h 6858000"/>
              <a:gd name="connsiteX140" fmla="*/ 137385 w 1508539"/>
              <a:gd name="connsiteY140" fmla="*/ 635218 h 6858000"/>
              <a:gd name="connsiteX141" fmla="*/ 142396 w 1508539"/>
              <a:gd name="connsiteY141" fmla="*/ 613763 h 6858000"/>
              <a:gd name="connsiteX142" fmla="*/ 128338 w 1508539"/>
              <a:gd name="connsiteY142" fmla="*/ 598582 h 6858000"/>
              <a:gd name="connsiteX143" fmla="*/ 128019 w 1508539"/>
              <a:gd name="connsiteY143" fmla="*/ 576846 h 6858000"/>
              <a:gd name="connsiteX144" fmla="*/ 107645 w 1508539"/>
              <a:gd name="connsiteY144" fmla="*/ 530055 h 6858000"/>
              <a:gd name="connsiteX145" fmla="*/ 106893 w 1508539"/>
              <a:gd name="connsiteY145" fmla="*/ 465389 h 6858000"/>
              <a:gd name="connsiteX146" fmla="*/ 89816 w 1508539"/>
              <a:gd name="connsiteY146" fmla="*/ 424699 h 6858000"/>
              <a:gd name="connsiteX147" fmla="*/ 90191 w 1508539"/>
              <a:gd name="connsiteY147" fmla="*/ 404917 h 6858000"/>
              <a:gd name="connsiteX148" fmla="*/ 70148 w 1508539"/>
              <a:gd name="connsiteY148" fmla="*/ 367211 h 6858000"/>
              <a:gd name="connsiteX149" fmla="*/ 36452 w 1508539"/>
              <a:gd name="connsiteY149" fmla="*/ 268519 h 6858000"/>
              <a:gd name="connsiteX150" fmla="*/ 23935 w 1508539"/>
              <a:gd name="connsiteY150" fmla="*/ 160886 h 6858000"/>
              <a:gd name="connsiteX151" fmla="*/ 19312 w 1508539"/>
              <a:gd name="connsiteY151" fmla="*/ 47336 h 6858000"/>
              <a:gd name="connsiteX152" fmla="*/ 0 w 1508539"/>
              <a:gd name="connsiteY152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57174 w 1508539"/>
              <a:gd name="connsiteY3" fmla="*/ 6858000 h 6858000"/>
              <a:gd name="connsiteX4" fmla="*/ 57315 w 1508539"/>
              <a:gd name="connsiteY4" fmla="*/ 6857735 h 6858000"/>
              <a:gd name="connsiteX5" fmla="*/ 69364 w 1508539"/>
              <a:gd name="connsiteY5" fmla="*/ 6809549 h 6858000"/>
              <a:gd name="connsiteX6" fmla="*/ 101575 w 1508539"/>
              <a:gd name="connsiteY6" fmla="*/ 6715115 h 6858000"/>
              <a:gd name="connsiteX7" fmla="*/ 111426 w 1508539"/>
              <a:gd name="connsiteY7" fmla="*/ 6680170 h 6858000"/>
              <a:gd name="connsiteX8" fmla="*/ 136976 w 1508539"/>
              <a:gd name="connsiteY8" fmla="*/ 6621207 h 6858000"/>
              <a:gd name="connsiteX9" fmla="*/ 153633 w 1508539"/>
              <a:gd name="connsiteY9" fmla="*/ 6596265 h 6858000"/>
              <a:gd name="connsiteX10" fmla="*/ 153512 w 1508539"/>
              <a:gd name="connsiteY10" fmla="*/ 6594818 h 6858000"/>
              <a:gd name="connsiteX11" fmla="*/ 157757 w 1508539"/>
              <a:gd name="connsiteY11" fmla="*/ 6593735 h 6858000"/>
              <a:gd name="connsiteX12" fmla="*/ 160954 w 1508539"/>
              <a:gd name="connsiteY12" fmla="*/ 6589172 h 6858000"/>
              <a:gd name="connsiteX13" fmla="*/ 164248 w 1508539"/>
              <a:gd name="connsiteY13" fmla="*/ 6574442 h 6858000"/>
              <a:gd name="connsiteX14" fmla="*/ 164588 w 1508539"/>
              <a:gd name="connsiteY14" fmla="*/ 6568530 h 6858000"/>
              <a:gd name="connsiteX15" fmla="*/ 166997 w 1508539"/>
              <a:gd name="connsiteY15" fmla="*/ 6560674 h 6858000"/>
              <a:gd name="connsiteX16" fmla="*/ 167342 w 1508539"/>
              <a:gd name="connsiteY16" fmla="*/ 6560598 h 6858000"/>
              <a:gd name="connsiteX17" fmla="*/ 169039 w 1508539"/>
              <a:gd name="connsiteY17" fmla="*/ 6553006 h 6858000"/>
              <a:gd name="connsiteX18" fmla="*/ 173735 w 1508539"/>
              <a:gd name="connsiteY18" fmla="*/ 6514360 h 6858000"/>
              <a:gd name="connsiteX19" fmla="*/ 215389 w 1508539"/>
              <a:gd name="connsiteY19" fmla="*/ 6478062 h 6858000"/>
              <a:gd name="connsiteX20" fmla="*/ 226078 w 1508539"/>
              <a:gd name="connsiteY20" fmla="*/ 6460325 h 6858000"/>
              <a:gd name="connsiteX21" fmla="*/ 233311 w 1508539"/>
              <a:gd name="connsiteY21" fmla="*/ 6451488 h 6858000"/>
              <a:gd name="connsiteX22" fmla="*/ 234746 w 1508539"/>
              <a:gd name="connsiteY22" fmla="*/ 6451348 h 6858000"/>
              <a:gd name="connsiteX23" fmla="*/ 239104 w 1508539"/>
              <a:gd name="connsiteY23" fmla="*/ 6414240 h 6858000"/>
              <a:gd name="connsiteX24" fmla="*/ 241980 w 1508539"/>
              <a:gd name="connsiteY24" fmla="*/ 6410269 h 6858000"/>
              <a:gd name="connsiteX25" fmla="*/ 241880 w 1508539"/>
              <a:gd name="connsiteY25" fmla="*/ 6384857 h 6858000"/>
              <a:gd name="connsiteX26" fmla="*/ 243397 w 1508539"/>
              <a:gd name="connsiteY26" fmla="*/ 6372381 h 6858000"/>
              <a:gd name="connsiteX27" fmla="*/ 240591 w 1508539"/>
              <a:gd name="connsiteY27" fmla="*/ 6367510 h 6858000"/>
              <a:gd name="connsiteX28" fmla="*/ 244471 w 1508539"/>
              <a:gd name="connsiteY28" fmla="*/ 6349778 h 6858000"/>
              <a:gd name="connsiteX29" fmla="*/ 246136 w 1508539"/>
              <a:gd name="connsiteY29" fmla="*/ 6348250 h 6858000"/>
              <a:gd name="connsiteX30" fmla="*/ 262170 w 1508539"/>
              <a:gd name="connsiteY30" fmla="*/ 6281972 h 6858000"/>
              <a:gd name="connsiteX31" fmla="*/ 272933 w 1508539"/>
              <a:gd name="connsiteY31" fmla="*/ 6211940 h 6858000"/>
              <a:gd name="connsiteX32" fmla="*/ 314428 w 1508539"/>
              <a:gd name="connsiteY32" fmla="*/ 6113913 h 6858000"/>
              <a:gd name="connsiteX33" fmla="*/ 318721 w 1508539"/>
              <a:gd name="connsiteY33" fmla="*/ 6028119 h 6858000"/>
              <a:gd name="connsiteX34" fmla="*/ 345501 w 1508539"/>
              <a:gd name="connsiteY34" fmla="*/ 5934687 h 6858000"/>
              <a:gd name="connsiteX35" fmla="*/ 379513 w 1508539"/>
              <a:gd name="connsiteY35" fmla="*/ 5765594 h 6858000"/>
              <a:gd name="connsiteX36" fmla="*/ 411349 w 1508539"/>
              <a:gd name="connsiteY36" fmla="*/ 5693685 h 6858000"/>
              <a:gd name="connsiteX37" fmla="*/ 431404 w 1508539"/>
              <a:gd name="connsiteY37" fmla="*/ 5665173 h 6858000"/>
              <a:gd name="connsiteX38" fmla="*/ 465121 w 1508539"/>
              <a:gd name="connsiteY38" fmla="*/ 5563435 h 6858000"/>
              <a:gd name="connsiteX39" fmla="*/ 494626 w 1508539"/>
              <a:gd name="connsiteY39" fmla="*/ 5476393 h 6858000"/>
              <a:gd name="connsiteX40" fmla="*/ 525819 w 1508539"/>
              <a:gd name="connsiteY40" fmla="*/ 5396260 h 6858000"/>
              <a:gd name="connsiteX41" fmla="*/ 541800 w 1508539"/>
              <a:gd name="connsiteY41" fmla="*/ 5330009 h 6858000"/>
              <a:gd name="connsiteX42" fmla="*/ 575293 w 1508539"/>
              <a:gd name="connsiteY42" fmla="*/ 5273739 h 6858000"/>
              <a:gd name="connsiteX43" fmla="*/ 584892 w 1508539"/>
              <a:gd name="connsiteY43" fmla="*/ 5241779 h 6858000"/>
              <a:gd name="connsiteX44" fmla="*/ 596118 w 1508539"/>
              <a:gd name="connsiteY44" fmla="*/ 5225268 h 6858000"/>
              <a:gd name="connsiteX45" fmla="*/ 597138 w 1508539"/>
              <a:gd name="connsiteY45" fmla="*/ 5217684 h 6858000"/>
              <a:gd name="connsiteX46" fmla="*/ 604479 w 1508539"/>
              <a:gd name="connsiteY46" fmla="*/ 5193377 h 6858000"/>
              <a:gd name="connsiteX47" fmla="*/ 607782 w 1508539"/>
              <a:gd name="connsiteY47" fmla="*/ 5179288 h 6858000"/>
              <a:gd name="connsiteX48" fmla="*/ 608766 w 1508539"/>
              <a:gd name="connsiteY48" fmla="*/ 5173621 h 6858000"/>
              <a:gd name="connsiteX49" fmla="*/ 604400 w 1508539"/>
              <a:gd name="connsiteY49" fmla="*/ 5159961 h 6858000"/>
              <a:gd name="connsiteX50" fmla="*/ 611077 w 1508539"/>
              <a:gd name="connsiteY50" fmla="*/ 5144295 h 6858000"/>
              <a:gd name="connsiteX51" fmla="*/ 608010 w 1508539"/>
              <a:gd name="connsiteY51" fmla="*/ 5125185 h 6858000"/>
              <a:gd name="connsiteX52" fmla="*/ 614840 w 1508539"/>
              <a:gd name="connsiteY52" fmla="*/ 5121884 h 6858000"/>
              <a:gd name="connsiteX53" fmla="*/ 621876 w 1508539"/>
              <a:gd name="connsiteY53" fmla="*/ 5067850 h 6858000"/>
              <a:gd name="connsiteX54" fmla="*/ 624607 w 1508539"/>
              <a:gd name="connsiteY54" fmla="*/ 5060861 h 6858000"/>
              <a:gd name="connsiteX55" fmla="*/ 621311 w 1508539"/>
              <a:gd name="connsiteY55" fmla="*/ 5034192 h 6858000"/>
              <a:gd name="connsiteX56" fmla="*/ 622865 w 1508539"/>
              <a:gd name="connsiteY56" fmla="*/ 4993030 h 6858000"/>
              <a:gd name="connsiteX57" fmla="*/ 629774 w 1508539"/>
              <a:gd name="connsiteY57" fmla="*/ 4946844 h 6858000"/>
              <a:gd name="connsiteX58" fmla="*/ 625630 w 1508539"/>
              <a:gd name="connsiteY58" fmla="*/ 4932692 h 6858000"/>
              <a:gd name="connsiteX59" fmla="*/ 641033 w 1508539"/>
              <a:gd name="connsiteY59" fmla="*/ 4858827 h 6858000"/>
              <a:gd name="connsiteX60" fmla="*/ 635187 w 1508539"/>
              <a:gd name="connsiteY60" fmla="*/ 4801535 h 6858000"/>
              <a:gd name="connsiteX61" fmla="*/ 642856 w 1508539"/>
              <a:gd name="connsiteY61" fmla="*/ 4797794 h 6858000"/>
              <a:gd name="connsiteX62" fmla="*/ 644150 w 1508539"/>
              <a:gd name="connsiteY62" fmla="*/ 4784526 h 6858000"/>
              <a:gd name="connsiteX63" fmla="*/ 650769 w 1508539"/>
              <a:gd name="connsiteY63" fmla="*/ 4690749 h 6858000"/>
              <a:gd name="connsiteX64" fmla="*/ 646249 w 1508539"/>
              <a:gd name="connsiteY64" fmla="*/ 4584173 h 6858000"/>
              <a:gd name="connsiteX65" fmla="*/ 641332 w 1508539"/>
              <a:gd name="connsiteY65" fmla="*/ 4444346 h 6858000"/>
              <a:gd name="connsiteX66" fmla="*/ 637897 w 1508539"/>
              <a:gd name="connsiteY66" fmla="*/ 4375228 h 6858000"/>
              <a:gd name="connsiteX67" fmla="*/ 618550 w 1508539"/>
              <a:gd name="connsiteY67" fmla="*/ 4214165 h 6858000"/>
              <a:gd name="connsiteX68" fmla="*/ 622623 w 1508539"/>
              <a:gd name="connsiteY68" fmla="*/ 4090296 h 6858000"/>
              <a:gd name="connsiteX69" fmla="*/ 607879 w 1508539"/>
              <a:gd name="connsiteY69" fmla="*/ 4033999 h 6858000"/>
              <a:gd name="connsiteX70" fmla="*/ 609028 w 1508539"/>
              <a:gd name="connsiteY70" fmla="*/ 4031933 h 6858000"/>
              <a:gd name="connsiteX71" fmla="*/ 607604 w 1508539"/>
              <a:gd name="connsiteY71" fmla="*/ 4013953 h 6858000"/>
              <a:gd name="connsiteX72" fmla="*/ 593899 w 1508539"/>
              <a:gd name="connsiteY72" fmla="*/ 3974753 h 6858000"/>
              <a:gd name="connsiteX73" fmla="*/ 595497 w 1508539"/>
              <a:gd name="connsiteY73" fmla="*/ 3969950 h 6858000"/>
              <a:gd name="connsiteX74" fmla="*/ 588919 w 1508539"/>
              <a:gd name="connsiteY74" fmla="*/ 3933779 h 6858000"/>
              <a:gd name="connsiteX75" fmla="*/ 590250 w 1508539"/>
              <a:gd name="connsiteY75" fmla="*/ 3933093 h 6858000"/>
              <a:gd name="connsiteX76" fmla="*/ 594604 w 1508539"/>
              <a:gd name="connsiteY76" fmla="*/ 3922082 h 6858000"/>
              <a:gd name="connsiteX77" fmla="*/ 599682 w 1508539"/>
              <a:gd name="connsiteY77" fmla="*/ 3901461 h 6858000"/>
              <a:gd name="connsiteX78" fmla="*/ 622276 w 1508539"/>
              <a:gd name="connsiteY78" fmla="*/ 3813873 h 6858000"/>
              <a:gd name="connsiteX79" fmla="*/ 621701 w 1508539"/>
              <a:gd name="connsiteY79" fmla="*/ 3806161 h 6858000"/>
              <a:gd name="connsiteX80" fmla="*/ 622008 w 1508539"/>
              <a:gd name="connsiteY80" fmla="*/ 3805957 h 6858000"/>
              <a:gd name="connsiteX81" fmla="*/ 622035 w 1508539"/>
              <a:gd name="connsiteY81" fmla="*/ 3797724 h 6858000"/>
              <a:gd name="connsiteX82" fmla="*/ 620650 w 1508539"/>
              <a:gd name="connsiteY82" fmla="*/ 3792098 h 6858000"/>
              <a:gd name="connsiteX83" fmla="*/ 619534 w 1508539"/>
              <a:gd name="connsiteY83" fmla="*/ 3777135 h 6858000"/>
              <a:gd name="connsiteX84" fmla="*/ 621267 w 1508539"/>
              <a:gd name="connsiteY84" fmla="*/ 3771656 h 6858000"/>
              <a:gd name="connsiteX85" fmla="*/ 625010 w 1508539"/>
              <a:gd name="connsiteY85" fmla="*/ 3769007 h 6858000"/>
              <a:gd name="connsiteX86" fmla="*/ 624476 w 1508539"/>
              <a:gd name="connsiteY86" fmla="*/ 3767709 h 6858000"/>
              <a:gd name="connsiteX87" fmla="*/ 633172 w 1508539"/>
              <a:gd name="connsiteY87" fmla="*/ 3738082 h 6858000"/>
              <a:gd name="connsiteX88" fmla="*/ 640518 w 1508539"/>
              <a:gd name="connsiteY88" fmla="*/ 3673397 h 6858000"/>
              <a:gd name="connsiteX89" fmla="*/ 639814 w 1508539"/>
              <a:gd name="connsiteY89" fmla="*/ 3637109 h 6858000"/>
              <a:gd name="connsiteX90" fmla="*/ 643257 w 1508539"/>
              <a:gd name="connsiteY90" fmla="*/ 3536883 h 6858000"/>
              <a:gd name="connsiteX91" fmla="*/ 650795 w 1508539"/>
              <a:gd name="connsiteY91" fmla="*/ 3435652 h 6858000"/>
              <a:gd name="connsiteX92" fmla="*/ 652466 w 1508539"/>
              <a:gd name="connsiteY92" fmla="*/ 3307769 h 6858000"/>
              <a:gd name="connsiteX93" fmla="*/ 670029 w 1508539"/>
              <a:gd name="connsiteY93" fmla="*/ 3250522 h 6858000"/>
              <a:gd name="connsiteX94" fmla="*/ 670454 w 1508539"/>
              <a:gd name="connsiteY94" fmla="*/ 3229163 h 6858000"/>
              <a:gd name="connsiteX95" fmla="*/ 672277 w 1508539"/>
              <a:gd name="connsiteY95" fmla="*/ 3217217 h 6858000"/>
              <a:gd name="connsiteX96" fmla="*/ 659112 w 1508539"/>
              <a:gd name="connsiteY96" fmla="*/ 3183755 h 6858000"/>
              <a:gd name="connsiteX97" fmla="*/ 659613 w 1508539"/>
              <a:gd name="connsiteY97" fmla="*/ 3178642 h 6858000"/>
              <a:gd name="connsiteX98" fmla="*/ 647213 w 1508539"/>
              <a:gd name="connsiteY98" fmla="*/ 3158586 h 6858000"/>
              <a:gd name="connsiteX99" fmla="*/ 632398 w 1508539"/>
              <a:gd name="connsiteY99" fmla="*/ 3129034 h 6858000"/>
              <a:gd name="connsiteX100" fmla="*/ 633063 w 1508539"/>
              <a:gd name="connsiteY100" fmla="*/ 3126682 h 6858000"/>
              <a:gd name="connsiteX101" fmla="*/ 623931 w 1508539"/>
              <a:gd name="connsiteY101" fmla="*/ 3114519 h 6858000"/>
              <a:gd name="connsiteX102" fmla="*/ 610540 w 1508539"/>
              <a:gd name="connsiteY102" fmla="*/ 3106272 h 6858000"/>
              <a:gd name="connsiteX103" fmla="*/ 583270 w 1508539"/>
              <a:gd name="connsiteY103" fmla="*/ 2958185 h 6858000"/>
              <a:gd name="connsiteX104" fmla="*/ 525884 w 1508539"/>
              <a:gd name="connsiteY104" fmla="*/ 2762989 h 6858000"/>
              <a:gd name="connsiteX105" fmla="*/ 474802 w 1508539"/>
              <a:gd name="connsiteY105" fmla="*/ 2554718 h 6858000"/>
              <a:gd name="connsiteX106" fmla="*/ 454896 w 1508539"/>
              <a:gd name="connsiteY106" fmla="*/ 2485734 h 6858000"/>
              <a:gd name="connsiteX107" fmla="*/ 445619 w 1508539"/>
              <a:gd name="connsiteY107" fmla="*/ 2447068 h 6858000"/>
              <a:gd name="connsiteX108" fmla="*/ 432580 w 1508539"/>
              <a:gd name="connsiteY108" fmla="*/ 2425819 h 6858000"/>
              <a:gd name="connsiteX109" fmla="*/ 438579 w 1508539"/>
              <a:gd name="connsiteY109" fmla="*/ 2402874 h 6858000"/>
              <a:gd name="connsiteX110" fmla="*/ 441191 w 1508539"/>
              <a:gd name="connsiteY110" fmla="*/ 2381443 h 6858000"/>
              <a:gd name="connsiteX111" fmla="*/ 417520 w 1508539"/>
              <a:gd name="connsiteY111" fmla="*/ 2261920 h 6858000"/>
              <a:gd name="connsiteX112" fmla="*/ 407407 w 1508539"/>
              <a:gd name="connsiteY112" fmla="*/ 2195378 h 6858000"/>
              <a:gd name="connsiteX113" fmla="*/ 391624 w 1508539"/>
              <a:gd name="connsiteY113" fmla="*/ 2155135 h 6858000"/>
              <a:gd name="connsiteX114" fmla="*/ 389082 w 1508539"/>
              <a:gd name="connsiteY114" fmla="*/ 2118008 h 6858000"/>
              <a:gd name="connsiteX115" fmla="*/ 390075 w 1508539"/>
              <a:gd name="connsiteY115" fmla="*/ 2050531 h 6858000"/>
              <a:gd name="connsiteX116" fmla="*/ 381881 w 1508539"/>
              <a:gd name="connsiteY116" fmla="*/ 1963269 h 6858000"/>
              <a:gd name="connsiteX117" fmla="*/ 363059 w 1508539"/>
              <a:gd name="connsiteY117" fmla="*/ 1906352 h 6858000"/>
              <a:gd name="connsiteX118" fmla="*/ 339616 w 1508539"/>
              <a:gd name="connsiteY118" fmla="*/ 1861531 h 6858000"/>
              <a:gd name="connsiteX119" fmla="*/ 293415 w 1508539"/>
              <a:gd name="connsiteY119" fmla="*/ 1732919 h 6858000"/>
              <a:gd name="connsiteX120" fmla="*/ 265726 w 1508539"/>
              <a:gd name="connsiteY120" fmla="*/ 1663540 h 6858000"/>
              <a:gd name="connsiteX121" fmla="*/ 264852 w 1508539"/>
              <a:gd name="connsiteY121" fmla="*/ 1615777 h 6858000"/>
              <a:gd name="connsiteX122" fmla="*/ 245647 w 1508539"/>
              <a:gd name="connsiteY122" fmla="*/ 1563678 h 6858000"/>
              <a:gd name="connsiteX123" fmla="*/ 258727 w 1508539"/>
              <a:gd name="connsiteY123" fmla="*/ 1519474 h 6858000"/>
              <a:gd name="connsiteX124" fmla="*/ 251469 w 1508539"/>
              <a:gd name="connsiteY124" fmla="*/ 1477995 h 6858000"/>
              <a:gd name="connsiteX125" fmla="*/ 237554 w 1508539"/>
              <a:gd name="connsiteY125" fmla="*/ 1373769 h 6858000"/>
              <a:gd name="connsiteX126" fmla="*/ 245861 w 1508539"/>
              <a:gd name="connsiteY126" fmla="*/ 1307086 h 6858000"/>
              <a:gd name="connsiteX127" fmla="*/ 247049 w 1508539"/>
              <a:gd name="connsiteY127" fmla="*/ 1189033 h 6858000"/>
              <a:gd name="connsiteX128" fmla="*/ 251734 w 1508539"/>
              <a:gd name="connsiteY128" fmla="*/ 1168288 h 6858000"/>
              <a:gd name="connsiteX129" fmla="*/ 244016 w 1508539"/>
              <a:gd name="connsiteY129" fmla="*/ 1142577 h 6858000"/>
              <a:gd name="connsiteX130" fmla="*/ 233322 w 1508539"/>
              <a:gd name="connsiteY130" fmla="*/ 1088484 h 6858000"/>
              <a:gd name="connsiteX131" fmla="*/ 222058 w 1508539"/>
              <a:gd name="connsiteY131" fmla="*/ 1016103 h 6858000"/>
              <a:gd name="connsiteX132" fmla="*/ 223514 w 1508539"/>
              <a:gd name="connsiteY132" fmla="*/ 932283 h 6858000"/>
              <a:gd name="connsiteX133" fmla="*/ 225750 w 1508539"/>
              <a:gd name="connsiteY133" fmla="*/ 915925 h 6858000"/>
              <a:gd name="connsiteX134" fmla="*/ 218379 w 1508539"/>
              <a:gd name="connsiteY134" fmla="*/ 896999 h 6858000"/>
              <a:gd name="connsiteX135" fmla="*/ 187787 w 1508539"/>
              <a:gd name="connsiteY135" fmla="*/ 821517 h 6858000"/>
              <a:gd name="connsiteX136" fmla="*/ 166737 w 1508539"/>
              <a:gd name="connsiteY136" fmla="*/ 751353 h 6858000"/>
              <a:gd name="connsiteX137" fmla="*/ 166295 w 1508539"/>
              <a:gd name="connsiteY137" fmla="*/ 721230 h 6858000"/>
              <a:gd name="connsiteX138" fmla="*/ 151966 w 1508539"/>
              <a:gd name="connsiteY138" fmla="*/ 681659 h 6858000"/>
              <a:gd name="connsiteX139" fmla="*/ 137385 w 1508539"/>
              <a:gd name="connsiteY139" fmla="*/ 635218 h 6858000"/>
              <a:gd name="connsiteX140" fmla="*/ 142396 w 1508539"/>
              <a:gd name="connsiteY140" fmla="*/ 613763 h 6858000"/>
              <a:gd name="connsiteX141" fmla="*/ 128338 w 1508539"/>
              <a:gd name="connsiteY141" fmla="*/ 598582 h 6858000"/>
              <a:gd name="connsiteX142" fmla="*/ 128019 w 1508539"/>
              <a:gd name="connsiteY142" fmla="*/ 576846 h 6858000"/>
              <a:gd name="connsiteX143" fmla="*/ 107645 w 1508539"/>
              <a:gd name="connsiteY143" fmla="*/ 530055 h 6858000"/>
              <a:gd name="connsiteX144" fmla="*/ 106893 w 1508539"/>
              <a:gd name="connsiteY144" fmla="*/ 465389 h 6858000"/>
              <a:gd name="connsiteX145" fmla="*/ 89816 w 1508539"/>
              <a:gd name="connsiteY145" fmla="*/ 424699 h 6858000"/>
              <a:gd name="connsiteX146" fmla="*/ 90191 w 1508539"/>
              <a:gd name="connsiteY146" fmla="*/ 404917 h 6858000"/>
              <a:gd name="connsiteX147" fmla="*/ 70148 w 1508539"/>
              <a:gd name="connsiteY147" fmla="*/ 367211 h 6858000"/>
              <a:gd name="connsiteX148" fmla="*/ 36452 w 1508539"/>
              <a:gd name="connsiteY148" fmla="*/ 268519 h 6858000"/>
              <a:gd name="connsiteX149" fmla="*/ 23935 w 1508539"/>
              <a:gd name="connsiteY149" fmla="*/ 160886 h 6858000"/>
              <a:gd name="connsiteX150" fmla="*/ 19312 w 1508539"/>
              <a:gd name="connsiteY150" fmla="*/ 47336 h 6858000"/>
              <a:gd name="connsiteX151" fmla="*/ 0 w 1508539"/>
              <a:gd name="connsiteY151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57174 w 1508539"/>
              <a:gd name="connsiteY3" fmla="*/ 6858000 h 6858000"/>
              <a:gd name="connsiteX4" fmla="*/ 57315 w 1508539"/>
              <a:gd name="connsiteY4" fmla="*/ 6857735 h 6858000"/>
              <a:gd name="connsiteX5" fmla="*/ 69364 w 1508539"/>
              <a:gd name="connsiteY5" fmla="*/ 6809549 h 6858000"/>
              <a:gd name="connsiteX6" fmla="*/ 101575 w 1508539"/>
              <a:gd name="connsiteY6" fmla="*/ 6715115 h 6858000"/>
              <a:gd name="connsiteX7" fmla="*/ 111426 w 1508539"/>
              <a:gd name="connsiteY7" fmla="*/ 6680170 h 6858000"/>
              <a:gd name="connsiteX8" fmla="*/ 136976 w 1508539"/>
              <a:gd name="connsiteY8" fmla="*/ 6621207 h 6858000"/>
              <a:gd name="connsiteX9" fmla="*/ 153633 w 1508539"/>
              <a:gd name="connsiteY9" fmla="*/ 6596265 h 6858000"/>
              <a:gd name="connsiteX10" fmla="*/ 153512 w 1508539"/>
              <a:gd name="connsiteY10" fmla="*/ 6594818 h 6858000"/>
              <a:gd name="connsiteX11" fmla="*/ 157757 w 1508539"/>
              <a:gd name="connsiteY11" fmla="*/ 6593735 h 6858000"/>
              <a:gd name="connsiteX12" fmla="*/ 160954 w 1508539"/>
              <a:gd name="connsiteY12" fmla="*/ 6589172 h 6858000"/>
              <a:gd name="connsiteX13" fmla="*/ 164248 w 1508539"/>
              <a:gd name="connsiteY13" fmla="*/ 6574442 h 6858000"/>
              <a:gd name="connsiteX14" fmla="*/ 164588 w 1508539"/>
              <a:gd name="connsiteY14" fmla="*/ 6568530 h 6858000"/>
              <a:gd name="connsiteX15" fmla="*/ 166997 w 1508539"/>
              <a:gd name="connsiteY15" fmla="*/ 6560674 h 6858000"/>
              <a:gd name="connsiteX16" fmla="*/ 167342 w 1508539"/>
              <a:gd name="connsiteY16" fmla="*/ 6560598 h 6858000"/>
              <a:gd name="connsiteX17" fmla="*/ 169039 w 1508539"/>
              <a:gd name="connsiteY17" fmla="*/ 6553006 h 6858000"/>
              <a:gd name="connsiteX18" fmla="*/ 173735 w 1508539"/>
              <a:gd name="connsiteY18" fmla="*/ 6514360 h 6858000"/>
              <a:gd name="connsiteX19" fmla="*/ 215389 w 1508539"/>
              <a:gd name="connsiteY19" fmla="*/ 6478062 h 6858000"/>
              <a:gd name="connsiteX20" fmla="*/ 226078 w 1508539"/>
              <a:gd name="connsiteY20" fmla="*/ 6460325 h 6858000"/>
              <a:gd name="connsiteX21" fmla="*/ 233311 w 1508539"/>
              <a:gd name="connsiteY21" fmla="*/ 6451488 h 6858000"/>
              <a:gd name="connsiteX22" fmla="*/ 234746 w 1508539"/>
              <a:gd name="connsiteY22" fmla="*/ 6451348 h 6858000"/>
              <a:gd name="connsiteX23" fmla="*/ 239104 w 1508539"/>
              <a:gd name="connsiteY23" fmla="*/ 6414240 h 6858000"/>
              <a:gd name="connsiteX24" fmla="*/ 241980 w 1508539"/>
              <a:gd name="connsiteY24" fmla="*/ 6410269 h 6858000"/>
              <a:gd name="connsiteX25" fmla="*/ 241880 w 1508539"/>
              <a:gd name="connsiteY25" fmla="*/ 6384857 h 6858000"/>
              <a:gd name="connsiteX26" fmla="*/ 243397 w 1508539"/>
              <a:gd name="connsiteY26" fmla="*/ 6372381 h 6858000"/>
              <a:gd name="connsiteX27" fmla="*/ 240591 w 1508539"/>
              <a:gd name="connsiteY27" fmla="*/ 6367510 h 6858000"/>
              <a:gd name="connsiteX28" fmla="*/ 244471 w 1508539"/>
              <a:gd name="connsiteY28" fmla="*/ 6349778 h 6858000"/>
              <a:gd name="connsiteX29" fmla="*/ 246136 w 1508539"/>
              <a:gd name="connsiteY29" fmla="*/ 6348250 h 6858000"/>
              <a:gd name="connsiteX30" fmla="*/ 262170 w 1508539"/>
              <a:gd name="connsiteY30" fmla="*/ 6281972 h 6858000"/>
              <a:gd name="connsiteX31" fmla="*/ 272933 w 1508539"/>
              <a:gd name="connsiteY31" fmla="*/ 6211940 h 6858000"/>
              <a:gd name="connsiteX32" fmla="*/ 314428 w 1508539"/>
              <a:gd name="connsiteY32" fmla="*/ 6113913 h 6858000"/>
              <a:gd name="connsiteX33" fmla="*/ 318721 w 1508539"/>
              <a:gd name="connsiteY33" fmla="*/ 6028119 h 6858000"/>
              <a:gd name="connsiteX34" fmla="*/ 345501 w 1508539"/>
              <a:gd name="connsiteY34" fmla="*/ 5934687 h 6858000"/>
              <a:gd name="connsiteX35" fmla="*/ 379513 w 1508539"/>
              <a:gd name="connsiteY35" fmla="*/ 5765594 h 6858000"/>
              <a:gd name="connsiteX36" fmla="*/ 411349 w 1508539"/>
              <a:gd name="connsiteY36" fmla="*/ 5693685 h 6858000"/>
              <a:gd name="connsiteX37" fmla="*/ 431404 w 1508539"/>
              <a:gd name="connsiteY37" fmla="*/ 5665173 h 6858000"/>
              <a:gd name="connsiteX38" fmla="*/ 465121 w 1508539"/>
              <a:gd name="connsiteY38" fmla="*/ 5563435 h 6858000"/>
              <a:gd name="connsiteX39" fmla="*/ 494626 w 1508539"/>
              <a:gd name="connsiteY39" fmla="*/ 5476393 h 6858000"/>
              <a:gd name="connsiteX40" fmla="*/ 525819 w 1508539"/>
              <a:gd name="connsiteY40" fmla="*/ 5396260 h 6858000"/>
              <a:gd name="connsiteX41" fmla="*/ 541800 w 1508539"/>
              <a:gd name="connsiteY41" fmla="*/ 5330009 h 6858000"/>
              <a:gd name="connsiteX42" fmla="*/ 575293 w 1508539"/>
              <a:gd name="connsiteY42" fmla="*/ 5273739 h 6858000"/>
              <a:gd name="connsiteX43" fmla="*/ 584892 w 1508539"/>
              <a:gd name="connsiteY43" fmla="*/ 5241779 h 6858000"/>
              <a:gd name="connsiteX44" fmla="*/ 596118 w 1508539"/>
              <a:gd name="connsiteY44" fmla="*/ 5225268 h 6858000"/>
              <a:gd name="connsiteX45" fmla="*/ 597138 w 1508539"/>
              <a:gd name="connsiteY45" fmla="*/ 5217684 h 6858000"/>
              <a:gd name="connsiteX46" fmla="*/ 604479 w 1508539"/>
              <a:gd name="connsiteY46" fmla="*/ 5193377 h 6858000"/>
              <a:gd name="connsiteX47" fmla="*/ 607782 w 1508539"/>
              <a:gd name="connsiteY47" fmla="*/ 5179288 h 6858000"/>
              <a:gd name="connsiteX48" fmla="*/ 608766 w 1508539"/>
              <a:gd name="connsiteY48" fmla="*/ 5173621 h 6858000"/>
              <a:gd name="connsiteX49" fmla="*/ 604400 w 1508539"/>
              <a:gd name="connsiteY49" fmla="*/ 5159961 h 6858000"/>
              <a:gd name="connsiteX50" fmla="*/ 611077 w 1508539"/>
              <a:gd name="connsiteY50" fmla="*/ 5144295 h 6858000"/>
              <a:gd name="connsiteX51" fmla="*/ 608010 w 1508539"/>
              <a:gd name="connsiteY51" fmla="*/ 5125185 h 6858000"/>
              <a:gd name="connsiteX52" fmla="*/ 614840 w 1508539"/>
              <a:gd name="connsiteY52" fmla="*/ 5121884 h 6858000"/>
              <a:gd name="connsiteX53" fmla="*/ 621876 w 1508539"/>
              <a:gd name="connsiteY53" fmla="*/ 5067850 h 6858000"/>
              <a:gd name="connsiteX54" fmla="*/ 624607 w 1508539"/>
              <a:gd name="connsiteY54" fmla="*/ 5060861 h 6858000"/>
              <a:gd name="connsiteX55" fmla="*/ 621311 w 1508539"/>
              <a:gd name="connsiteY55" fmla="*/ 5034192 h 6858000"/>
              <a:gd name="connsiteX56" fmla="*/ 622865 w 1508539"/>
              <a:gd name="connsiteY56" fmla="*/ 4993030 h 6858000"/>
              <a:gd name="connsiteX57" fmla="*/ 629774 w 1508539"/>
              <a:gd name="connsiteY57" fmla="*/ 4946844 h 6858000"/>
              <a:gd name="connsiteX58" fmla="*/ 625630 w 1508539"/>
              <a:gd name="connsiteY58" fmla="*/ 4932692 h 6858000"/>
              <a:gd name="connsiteX59" fmla="*/ 641033 w 1508539"/>
              <a:gd name="connsiteY59" fmla="*/ 4858827 h 6858000"/>
              <a:gd name="connsiteX60" fmla="*/ 635187 w 1508539"/>
              <a:gd name="connsiteY60" fmla="*/ 4801535 h 6858000"/>
              <a:gd name="connsiteX61" fmla="*/ 642856 w 1508539"/>
              <a:gd name="connsiteY61" fmla="*/ 4797794 h 6858000"/>
              <a:gd name="connsiteX62" fmla="*/ 652962 w 1508539"/>
              <a:gd name="connsiteY62" fmla="*/ 4750867 h 6858000"/>
              <a:gd name="connsiteX63" fmla="*/ 650769 w 1508539"/>
              <a:gd name="connsiteY63" fmla="*/ 4690749 h 6858000"/>
              <a:gd name="connsiteX64" fmla="*/ 646249 w 1508539"/>
              <a:gd name="connsiteY64" fmla="*/ 4584173 h 6858000"/>
              <a:gd name="connsiteX65" fmla="*/ 641332 w 1508539"/>
              <a:gd name="connsiteY65" fmla="*/ 4444346 h 6858000"/>
              <a:gd name="connsiteX66" fmla="*/ 637897 w 1508539"/>
              <a:gd name="connsiteY66" fmla="*/ 4375228 h 6858000"/>
              <a:gd name="connsiteX67" fmla="*/ 618550 w 1508539"/>
              <a:gd name="connsiteY67" fmla="*/ 4214165 h 6858000"/>
              <a:gd name="connsiteX68" fmla="*/ 622623 w 1508539"/>
              <a:gd name="connsiteY68" fmla="*/ 4090296 h 6858000"/>
              <a:gd name="connsiteX69" fmla="*/ 607879 w 1508539"/>
              <a:gd name="connsiteY69" fmla="*/ 4033999 h 6858000"/>
              <a:gd name="connsiteX70" fmla="*/ 609028 w 1508539"/>
              <a:gd name="connsiteY70" fmla="*/ 4031933 h 6858000"/>
              <a:gd name="connsiteX71" fmla="*/ 607604 w 1508539"/>
              <a:gd name="connsiteY71" fmla="*/ 4013953 h 6858000"/>
              <a:gd name="connsiteX72" fmla="*/ 593899 w 1508539"/>
              <a:gd name="connsiteY72" fmla="*/ 3974753 h 6858000"/>
              <a:gd name="connsiteX73" fmla="*/ 595497 w 1508539"/>
              <a:gd name="connsiteY73" fmla="*/ 3969950 h 6858000"/>
              <a:gd name="connsiteX74" fmla="*/ 588919 w 1508539"/>
              <a:gd name="connsiteY74" fmla="*/ 3933779 h 6858000"/>
              <a:gd name="connsiteX75" fmla="*/ 590250 w 1508539"/>
              <a:gd name="connsiteY75" fmla="*/ 3933093 h 6858000"/>
              <a:gd name="connsiteX76" fmla="*/ 594604 w 1508539"/>
              <a:gd name="connsiteY76" fmla="*/ 3922082 h 6858000"/>
              <a:gd name="connsiteX77" fmla="*/ 599682 w 1508539"/>
              <a:gd name="connsiteY77" fmla="*/ 3901461 h 6858000"/>
              <a:gd name="connsiteX78" fmla="*/ 622276 w 1508539"/>
              <a:gd name="connsiteY78" fmla="*/ 3813873 h 6858000"/>
              <a:gd name="connsiteX79" fmla="*/ 621701 w 1508539"/>
              <a:gd name="connsiteY79" fmla="*/ 3806161 h 6858000"/>
              <a:gd name="connsiteX80" fmla="*/ 622008 w 1508539"/>
              <a:gd name="connsiteY80" fmla="*/ 3805957 h 6858000"/>
              <a:gd name="connsiteX81" fmla="*/ 622035 w 1508539"/>
              <a:gd name="connsiteY81" fmla="*/ 3797724 h 6858000"/>
              <a:gd name="connsiteX82" fmla="*/ 620650 w 1508539"/>
              <a:gd name="connsiteY82" fmla="*/ 3792098 h 6858000"/>
              <a:gd name="connsiteX83" fmla="*/ 619534 w 1508539"/>
              <a:gd name="connsiteY83" fmla="*/ 3777135 h 6858000"/>
              <a:gd name="connsiteX84" fmla="*/ 621267 w 1508539"/>
              <a:gd name="connsiteY84" fmla="*/ 3771656 h 6858000"/>
              <a:gd name="connsiteX85" fmla="*/ 625010 w 1508539"/>
              <a:gd name="connsiteY85" fmla="*/ 3769007 h 6858000"/>
              <a:gd name="connsiteX86" fmla="*/ 624476 w 1508539"/>
              <a:gd name="connsiteY86" fmla="*/ 3767709 h 6858000"/>
              <a:gd name="connsiteX87" fmla="*/ 633172 w 1508539"/>
              <a:gd name="connsiteY87" fmla="*/ 3738082 h 6858000"/>
              <a:gd name="connsiteX88" fmla="*/ 640518 w 1508539"/>
              <a:gd name="connsiteY88" fmla="*/ 3673397 h 6858000"/>
              <a:gd name="connsiteX89" fmla="*/ 639814 w 1508539"/>
              <a:gd name="connsiteY89" fmla="*/ 3637109 h 6858000"/>
              <a:gd name="connsiteX90" fmla="*/ 643257 w 1508539"/>
              <a:gd name="connsiteY90" fmla="*/ 3536883 h 6858000"/>
              <a:gd name="connsiteX91" fmla="*/ 650795 w 1508539"/>
              <a:gd name="connsiteY91" fmla="*/ 3435652 h 6858000"/>
              <a:gd name="connsiteX92" fmla="*/ 652466 w 1508539"/>
              <a:gd name="connsiteY92" fmla="*/ 3307769 h 6858000"/>
              <a:gd name="connsiteX93" fmla="*/ 670029 w 1508539"/>
              <a:gd name="connsiteY93" fmla="*/ 3250522 h 6858000"/>
              <a:gd name="connsiteX94" fmla="*/ 670454 w 1508539"/>
              <a:gd name="connsiteY94" fmla="*/ 3229163 h 6858000"/>
              <a:gd name="connsiteX95" fmla="*/ 672277 w 1508539"/>
              <a:gd name="connsiteY95" fmla="*/ 3217217 h 6858000"/>
              <a:gd name="connsiteX96" fmla="*/ 659112 w 1508539"/>
              <a:gd name="connsiteY96" fmla="*/ 3183755 h 6858000"/>
              <a:gd name="connsiteX97" fmla="*/ 659613 w 1508539"/>
              <a:gd name="connsiteY97" fmla="*/ 3178642 h 6858000"/>
              <a:gd name="connsiteX98" fmla="*/ 647213 w 1508539"/>
              <a:gd name="connsiteY98" fmla="*/ 3158586 h 6858000"/>
              <a:gd name="connsiteX99" fmla="*/ 632398 w 1508539"/>
              <a:gd name="connsiteY99" fmla="*/ 3129034 h 6858000"/>
              <a:gd name="connsiteX100" fmla="*/ 633063 w 1508539"/>
              <a:gd name="connsiteY100" fmla="*/ 3126682 h 6858000"/>
              <a:gd name="connsiteX101" fmla="*/ 623931 w 1508539"/>
              <a:gd name="connsiteY101" fmla="*/ 3114519 h 6858000"/>
              <a:gd name="connsiteX102" fmla="*/ 610540 w 1508539"/>
              <a:gd name="connsiteY102" fmla="*/ 3106272 h 6858000"/>
              <a:gd name="connsiteX103" fmla="*/ 583270 w 1508539"/>
              <a:gd name="connsiteY103" fmla="*/ 2958185 h 6858000"/>
              <a:gd name="connsiteX104" fmla="*/ 525884 w 1508539"/>
              <a:gd name="connsiteY104" fmla="*/ 2762989 h 6858000"/>
              <a:gd name="connsiteX105" fmla="*/ 474802 w 1508539"/>
              <a:gd name="connsiteY105" fmla="*/ 2554718 h 6858000"/>
              <a:gd name="connsiteX106" fmla="*/ 454896 w 1508539"/>
              <a:gd name="connsiteY106" fmla="*/ 2485734 h 6858000"/>
              <a:gd name="connsiteX107" fmla="*/ 445619 w 1508539"/>
              <a:gd name="connsiteY107" fmla="*/ 2447068 h 6858000"/>
              <a:gd name="connsiteX108" fmla="*/ 432580 w 1508539"/>
              <a:gd name="connsiteY108" fmla="*/ 2425819 h 6858000"/>
              <a:gd name="connsiteX109" fmla="*/ 438579 w 1508539"/>
              <a:gd name="connsiteY109" fmla="*/ 2402874 h 6858000"/>
              <a:gd name="connsiteX110" fmla="*/ 441191 w 1508539"/>
              <a:gd name="connsiteY110" fmla="*/ 2381443 h 6858000"/>
              <a:gd name="connsiteX111" fmla="*/ 417520 w 1508539"/>
              <a:gd name="connsiteY111" fmla="*/ 2261920 h 6858000"/>
              <a:gd name="connsiteX112" fmla="*/ 407407 w 1508539"/>
              <a:gd name="connsiteY112" fmla="*/ 2195378 h 6858000"/>
              <a:gd name="connsiteX113" fmla="*/ 391624 w 1508539"/>
              <a:gd name="connsiteY113" fmla="*/ 2155135 h 6858000"/>
              <a:gd name="connsiteX114" fmla="*/ 389082 w 1508539"/>
              <a:gd name="connsiteY114" fmla="*/ 2118008 h 6858000"/>
              <a:gd name="connsiteX115" fmla="*/ 390075 w 1508539"/>
              <a:gd name="connsiteY115" fmla="*/ 2050531 h 6858000"/>
              <a:gd name="connsiteX116" fmla="*/ 381881 w 1508539"/>
              <a:gd name="connsiteY116" fmla="*/ 1963269 h 6858000"/>
              <a:gd name="connsiteX117" fmla="*/ 363059 w 1508539"/>
              <a:gd name="connsiteY117" fmla="*/ 1906352 h 6858000"/>
              <a:gd name="connsiteX118" fmla="*/ 339616 w 1508539"/>
              <a:gd name="connsiteY118" fmla="*/ 1861531 h 6858000"/>
              <a:gd name="connsiteX119" fmla="*/ 293415 w 1508539"/>
              <a:gd name="connsiteY119" fmla="*/ 1732919 h 6858000"/>
              <a:gd name="connsiteX120" fmla="*/ 265726 w 1508539"/>
              <a:gd name="connsiteY120" fmla="*/ 1663540 h 6858000"/>
              <a:gd name="connsiteX121" fmla="*/ 264852 w 1508539"/>
              <a:gd name="connsiteY121" fmla="*/ 1615777 h 6858000"/>
              <a:gd name="connsiteX122" fmla="*/ 245647 w 1508539"/>
              <a:gd name="connsiteY122" fmla="*/ 1563678 h 6858000"/>
              <a:gd name="connsiteX123" fmla="*/ 258727 w 1508539"/>
              <a:gd name="connsiteY123" fmla="*/ 1519474 h 6858000"/>
              <a:gd name="connsiteX124" fmla="*/ 251469 w 1508539"/>
              <a:gd name="connsiteY124" fmla="*/ 1477995 h 6858000"/>
              <a:gd name="connsiteX125" fmla="*/ 237554 w 1508539"/>
              <a:gd name="connsiteY125" fmla="*/ 1373769 h 6858000"/>
              <a:gd name="connsiteX126" fmla="*/ 245861 w 1508539"/>
              <a:gd name="connsiteY126" fmla="*/ 1307086 h 6858000"/>
              <a:gd name="connsiteX127" fmla="*/ 247049 w 1508539"/>
              <a:gd name="connsiteY127" fmla="*/ 1189033 h 6858000"/>
              <a:gd name="connsiteX128" fmla="*/ 251734 w 1508539"/>
              <a:gd name="connsiteY128" fmla="*/ 1168288 h 6858000"/>
              <a:gd name="connsiteX129" fmla="*/ 244016 w 1508539"/>
              <a:gd name="connsiteY129" fmla="*/ 1142577 h 6858000"/>
              <a:gd name="connsiteX130" fmla="*/ 233322 w 1508539"/>
              <a:gd name="connsiteY130" fmla="*/ 1088484 h 6858000"/>
              <a:gd name="connsiteX131" fmla="*/ 222058 w 1508539"/>
              <a:gd name="connsiteY131" fmla="*/ 1016103 h 6858000"/>
              <a:gd name="connsiteX132" fmla="*/ 223514 w 1508539"/>
              <a:gd name="connsiteY132" fmla="*/ 932283 h 6858000"/>
              <a:gd name="connsiteX133" fmla="*/ 225750 w 1508539"/>
              <a:gd name="connsiteY133" fmla="*/ 915925 h 6858000"/>
              <a:gd name="connsiteX134" fmla="*/ 218379 w 1508539"/>
              <a:gd name="connsiteY134" fmla="*/ 896999 h 6858000"/>
              <a:gd name="connsiteX135" fmla="*/ 187787 w 1508539"/>
              <a:gd name="connsiteY135" fmla="*/ 821517 h 6858000"/>
              <a:gd name="connsiteX136" fmla="*/ 166737 w 1508539"/>
              <a:gd name="connsiteY136" fmla="*/ 751353 h 6858000"/>
              <a:gd name="connsiteX137" fmla="*/ 166295 w 1508539"/>
              <a:gd name="connsiteY137" fmla="*/ 721230 h 6858000"/>
              <a:gd name="connsiteX138" fmla="*/ 151966 w 1508539"/>
              <a:gd name="connsiteY138" fmla="*/ 681659 h 6858000"/>
              <a:gd name="connsiteX139" fmla="*/ 137385 w 1508539"/>
              <a:gd name="connsiteY139" fmla="*/ 635218 h 6858000"/>
              <a:gd name="connsiteX140" fmla="*/ 142396 w 1508539"/>
              <a:gd name="connsiteY140" fmla="*/ 613763 h 6858000"/>
              <a:gd name="connsiteX141" fmla="*/ 128338 w 1508539"/>
              <a:gd name="connsiteY141" fmla="*/ 598582 h 6858000"/>
              <a:gd name="connsiteX142" fmla="*/ 128019 w 1508539"/>
              <a:gd name="connsiteY142" fmla="*/ 576846 h 6858000"/>
              <a:gd name="connsiteX143" fmla="*/ 107645 w 1508539"/>
              <a:gd name="connsiteY143" fmla="*/ 530055 h 6858000"/>
              <a:gd name="connsiteX144" fmla="*/ 106893 w 1508539"/>
              <a:gd name="connsiteY144" fmla="*/ 465389 h 6858000"/>
              <a:gd name="connsiteX145" fmla="*/ 89816 w 1508539"/>
              <a:gd name="connsiteY145" fmla="*/ 424699 h 6858000"/>
              <a:gd name="connsiteX146" fmla="*/ 90191 w 1508539"/>
              <a:gd name="connsiteY146" fmla="*/ 404917 h 6858000"/>
              <a:gd name="connsiteX147" fmla="*/ 70148 w 1508539"/>
              <a:gd name="connsiteY147" fmla="*/ 367211 h 6858000"/>
              <a:gd name="connsiteX148" fmla="*/ 36452 w 1508539"/>
              <a:gd name="connsiteY148" fmla="*/ 268519 h 6858000"/>
              <a:gd name="connsiteX149" fmla="*/ 23935 w 1508539"/>
              <a:gd name="connsiteY149" fmla="*/ 160886 h 6858000"/>
              <a:gd name="connsiteX150" fmla="*/ 19312 w 1508539"/>
              <a:gd name="connsiteY150" fmla="*/ 47336 h 6858000"/>
              <a:gd name="connsiteX151" fmla="*/ 0 w 1508539"/>
              <a:gd name="connsiteY151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57174 w 1508539"/>
              <a:gd name="connsiteY3" fmla="*/ 6858000 h 6858000"/>
              <a:gd name="connsiteX4" fmla="*/ 57315 w 1508539"/>
              <a:gd name="connsiteY4" fmla="*/ 6857735 h 6858000"/>
              <a:gd name="connsiteX5" fmla="*/ 69364 w 1508539"/>
              <a:gd name="connsiteY5" fmla="*/ 6809549 h 6858000"/>
              <a:gd name="connsiteX6" fmla="*/ 101575 w 1508539"/>
              <a:gd name="connsiteY6" fmla="*/ 6715115 h 6858000"/>
              <a:gd name="connsiteX7" fmla="*/ 111426 w 1508539"/>
              <a:gd name="connsiteY7" fmla="*/ 6680170 h 6858000"/>
              <a:gd name="connsiteX8" fmla="*/ 136976 w 1508539"/>
              <a:gd name="connsiteY8" fmla="*/ 6621207 h 6858000"/>
              <a:gd name="connsiteX9" fmla="*/ 153633 w 1508539"/>
              <a:gd name="connsiteY9" fmla="*/ 6596265 h 6858000"/>
              <a:gd name="connsiteX10" fmla="*/ 153512 w 1508539"/>
              <a:gd name="connsiteY10" fmla="*/ 6594818 h 6858000"/>
              <a:gd name="connsiteX11" fmla="*/ 157757 w 1508539"/>
              <a:gd name="connsiteY11" fmla="*/ 6593735 h 6858000"/>
              <a:gd name="connsiteX12" fmla="*/ 160954 w 1508539"/>
              <a:gd name="connsiteY12" fmla="*/ 6589172 h 6858000"/>
              <a:gd name="connsiteX13" fmla="*/ 164248 w 1508539"/>
              <a:gd name="connsiteY13" fmla="*/ 6574442 h 6858000"/>
              <a:gd name="connsiteX14" fmla="*/ 164588 w 1508539"/>
              <a:gd name="connsiteY14" fmla="*/ 6568530 h 6858000"/>
              <a:gd name="connsiteX15" fmla="*/ 166997 w 1508539"/>
              <a:gd name="connsiteY15" fmla="*/ 6560674 h 6858000"/>
              <a:gd name="connsiteX16" fmla="*/ 167342 w 1508539"/>
              <a:gd name="connsiteY16" fmla="*/ 6560598 h 6858000"/>
              <a:gd name="connsiteX17" fmla="*/ 169039 w 1508539"/>
              <a:gd name="connsiteY17" fmla="*/ 6553006 h 6858000"/>
              <a:gd name="connsiteX18" fmla="*/ 173735 w 1508539"/>
              <a:gd name="connsiteY18" fmla="*/ 6514360 h 6858000"/>
              <a:gd name="connsiteX19" fmla="*/ 215389 w 1508539"/>
              <a:gd name="connsiteY19" fmla="*/ 6478062 h 6858000"/>
              <a:gd name="connsiteX20" fmla="*/ 226078 w 1508539"/>
              <a:gd name="connsiteY20" fmla="*/ 6460325 h 6858000"/>
              <a:gd name="connsiteX21" fmla="*/ 233311 w 1508539"/>
              <a:gd name="connsiteY21" fmla="*/ 6451488 h 6858000"/>
              <a:gd name="connsiteX22" fmla="*/ 234746 w 1508539"/>
              <a:gd name="connsiteY22" fmla="*/ 6451348 h 6858000"/>
              <a:gd name="connsiteX23" fmla="*/ 239104 w 1508539"/>
              <a:gd name="connsiteY23" fmla="*/ 6414240 h 6858000"/>
              <a:gd name="connsiteX24" fmla="*/ 241980 w 1508539"/>
              <a:gd name="connsiteY24" fmla="*/ 6410269 h 6858000"/>
              <a:gd name="connsiteX25" fmla="*/ 241880 w 1508539"/>
              <a:gd name="connsiteY25" fmla="*/ 6384857 h 6858000"/>
              <a:gd name="connsiteX26" fmla="*/ 243397 w 1508539"/>
              <a:gd name="connsiteY26" fmla="*/ 6372381 h 6858000"/>
              <a:gd name="connsiteX27" fmla="*/ 240591 w 1508539"/>
              <a:gd name="connsiteY27" fmla="*/ 6367510 h 6858000"/>
              <a:gd name="connsiteX28" fmla="*/ 244471 w 1508539"/>
              <a:gd name="connsiteY28" fmla="*/ 6349778 h 6858000"/>
              <a:gd name="connsiteX29" fmla="*/ 246136 w 1508539"/>
              <a:gd name="connsiteY29" fmla="*/ 6348250 h 6858000"/>
              <a:gd name="connsiteX30" fmla="*/ 262170 w 1508539"/>
              <a:gd name="connsiteY30" fmla="*/ 6281972 h 6858000"/>
              <a:gd name="connsiteX31" fmla="*/ 272933 w 1508539"/>
              <a:gd name="connsiteY31" fmla="*/ 6211940 h 6858000"/>
              <a:gd name="connsiteX32" fmla="*/ 314428 w 1508539"/>
              <a:gd name="connsiteY32" fmla="*/ 6113913 h 6858000"/>
              <a:gd name="connsiteX33" fmla="*/ 318721 w 1508539"/>
              <a:gd name="connsiteY33" fmla="*/ 6028119 h 6858000"/>
              <a:gd name="connsiteX34" fmla="*/ 345501 w 1508539"/>
              <a:gd name="connsiteY34" fmla="*/ 5934687 h 6858000"/>
              <a:gd name="connsiteX35" fmla="*/ 379513 w 1508539"/>
              <a:gd name="connsiteY35" fmla="*/ 5765594 h 6858000"/>
              <a:gd name="connsiteX36" fmla="*/ 411349 w 1508539"/>
              <a:gd name="connsiteY36" fmla="*/ 5693685 h 6858000"/>
              <a:gd name="connsiteX37" fmla="*/ 431404 w 1508539"/>
              <a:gd name="connsiteY37" fmla="*/ 5665173 h 6858000"/>
              <a:gd name="connsiteX38" fmla="*/ 465121 w 1508539"/>
              <a:gd name="connsiteY38" fmla="*/ 5563435 h 6858000"/>
              <a:gd name="connsiteX39" fmla="*/ 494626 w 1508539"/>
              <a:gd name="connsiteY39" fmla="*/ 5476393 h 6858000"/>
              <a:gd name="connsiteX40" fmla="*/ 525819 w 1508539"/>
              <a:gd name="connsiteY40" fmla="*/ 5396260 h 6858000"/>
              <a:gd name="connsiteX41" fmla="*/ 541800 w 1508539"/>
              <a:gd name="connsiteY41" fmla="*/ 5330009 h 6858000"/>
              <a:gd name="connsiteX42" fmla="*/ 575293 w 1508539"/>
              <a:gd name="connsiteY42" fmla="*/ 5273739 h 6858000"/>
              <a:gd name="connsiteX43" fmla="*/ 584892 w 1508539"/>
              <a:gd name="connsiteY43" fmla="*/ 5241779 h 6858000"/>
              <a:gd name="connsiteX44" fmla="*/ 596118 w 1508539"/>
              <a:gd name="connsiteY44" fmla="*/ 5225268 h 6858000"/>
              <a:gd name="connsiteX45" fmla="*/ 597138 w 1508539"/>
              <a:gd name="connsiteY45" fmla="*/ 5217684 h 6858000"/>
              <a:gd name="connsiteX46" fmla="*/ 604479 w 1508539"/>
              <a:gd name="connsiteY46" fmla="*/ 5193377 h 6858000"/>
              <a:gd name="connsiteX47" fmla="*/ 607782 w 1508539"/>
              <a:gd name="connsiteY47" fmla="*/ 5179288 h 6858000"/>
              <a:gd name="connsiteX48" fmla="*/ 608766 w 1508539"/>
              <a:gd name="connsiteY48" fmla="*/ 5173621 h 6858000"/>
              <a:gd name="connsiteX49" fmla="*/ 604400 w 1508539"/>
              <a:gd name="connsiteY49" fmla="*/ 5159961 h 6858000"/>
              <a:gd name="connsiteX50" fmla="*/ 611077 w 1508539"/>
              <a:gd name="connsiteY50" fmla="*/ 5144295 h 6858000"/>
              <a:gd name="connsiteX51" fmla="*/ 608010 w 1508539"/>
              <a:gd name="connsiteY51" fmla="*/ 5125185 h 6858000"/>
              <a:gd name="connsiteX52" fmla="*/ 614840 w 1508539"/>
              <a:gd name="connsiteY52" fmla="*/ 5121884 h 6858000"/>
              <a:gd name="connsiteX53" fmla="*/ 621876 w 1508539"/>
              <a:gd name="connsiteY53" fmla="*/ 5067850 h 6858000"/>
              <a:gd name="connsiteX54" fmla="*/ 624607 w 1508539"/>
              <a:gd name="connsiteY54" fmla="*/ 5060861 h 6858000"/>
              <a:gd name="connsiteX55" fmla="*/ 621311 w 1508539"/>
              <a:gd name="connsiteY55" fmla="*/ 5034192 h 6858000"/>
              <a:gd name="connsiteX56" fmla="*/ 622865 w 1508539"/>
              <a:gd name="connsiteY56" fmla="*/ 4993030 h 6858000"/>
              <a:gd name="connsiteX57" fmla="*/ 629774 w 1508539"/>
              <a:gd name="connsiteY57" fmla="*/ 4946844 h 6858000"/>
              <a:gd name="connsiteX58" fmla="*/ 625630 w 1508539"/>
              <a:gd name="connsiteY58" fmla="*/ 4932692 h 6858000"/>
              <a:gd name="connsiteX59" fmla="*/ 641033 w 1508539"/>
              <a:gd name="connsiteY59" fmla="*/ 4858827 h 6858000"/>
              <a:gd name="connsiteX60" fmla="*/ 635187 w 1508539"/>
              <a:gd name="connsiteY60" fmla="*/ 4801535 h 6858000"/>
              <a:gd name="connsiteX61" fmla="*/ 651669 w 1508539"/>
              <a:gd name="connsiteY61" fmla="*/ 4780965 h 6858000"/>
              <a:gd name="connsiteX62" fmla="*/ 652962 w 1508539"/>
              <a:gd name="connsiteY62" fmla="*/ 4750867 h 6858000"/>
              <a:gd name="connsiteX63" fmla="*/ 650769 w 1508539"/>
              <a:gd name="connsiteY63" fmla="*/ 4690749 h 6858000"/>
              <a:gd name="connsiteX64" fmla="*/ 646249 w 1508539"/>
              <a:gd name="connsiteY64" fmla="*/ 4584173 h 6858000"/>
              <a:gd name="connsiteX65" fmla="*/ 641332 w 1508539"/>
              <a:gd name="connsiteY65" fmla="*/ 4444346 h 6858000"/>
              <a:gd name="connsiteX66" fmla="*/ 637897 w 1508539"/>
              <a:gd name="connsiteY66" fmla="*/ 4375228 h 6858000"/>
              <a:gd name="connsiteX67" fmla="*/ 618550 w 1508539"/>
              <a:gd name="connsiteY67" fmla="*/ 4214165 h 6858000"/>
              <a:gd name="connsiteX68" fmla="*/ 622623 w 1508539"/>
              <a:gd name="connsiteY68" fmla="*/ 4090296 h 6858000"/>
              <a:gd name="connsiteX69" fmla="*/ 607879 w 1508539"/>
              <a:gd name="connsiteY69" fmla="*/ 4033999 h 6858000"/>
              <a:gd name="connsiteX70" fmla="*/ 609028 w 1508539"/>
              <a:gd name="connsiteY70" fmla="*/ 4031933 h 6858000"/>
              <a:gd name="connsiteX71" fmla="*/ 607604 w 1508539"/>
              <a:gd name="connsiteY71" fmla="*/ 4013953 h 6858000"/>
              <a:gd name="connsiteX72" fmla="*/ 593899 w 1508539"/>
              <a:gd name="connsiteY72" fmla="*/ 3974753 h 6858000"/>
              <a:gd name="connsiteX73" fmla="*/ 595497 w 1508539"/>
              <a:gd name="connsiteY73" fmla="*/ 3969950 h 6858000"/>
              <a:gd name="connsiteX74" fmla="*/ 588919 w 1508539"/>
              <a:gd name="connsiteY74" fmla="*/ 3933779 h 6858000"/>
              <a:gd name="connsiteX75" fmla="*/ 590250 w 1508539"/>
              <a:gd name="connsiteY75" fmla="*/ 3933093 h 6858000"/>
              <a:gd name="connsiteX76" fmla="*/ 594604 w 1508539"/>
              <a:gd name="connsiteY76" fmla="*/ 3922082 h 6858000"/>
              <a:gd name="connsiteX77" fmla="*/ 599682 w 1508539"/>
              <a:gd name="connsiteY77" fmla="*/ 3901461 h 6858000"/>
              <a:gd name="connsiteX78" fmla="*/ 622276 w 1508539"/>
              <a:gd name="connsiteY78" fmla="*/ 3813873 h 6858000"/>
              <a:gd name="connsiteX79" fmla="*/ 621701 w 1508539"/>
              <a:gd name="connsiteY79" fmla="*/ 3806161 h 6858000"/>
              <a:gd name="connsiteX80" fmla="*/ 622008 w 1508539"/>
              <a:gd name="connsiteY80" fmla="*/ 3805957 h 6858000"/>
              <a:gd name="connsiteX81" fmla="*/ 622035 w 1508539"/>
              <a:gd name="connsiteY81" fmla="*/ 3797724 h 6858000"/>
              <a:gd name="connsiteX82" fmla="*/ 620650 w 1508539"/>
              <a:gd name="connsiteY82" fmla="*/ 3792098 h 6858000"/>
              <a:gd name="connsiteX83" fmla="*/ 619534 w 1508539"/>
              <a:gd name="connsiteY83" fmla="*/ 3777135 h 6858000"/>
              <a:gd name="connsiteX84" fmla="*/ 621267 w 1508539"/>
              <a:gd name="connsiteY84" fmla="*/ 3771656 h 6858000"/>
              <a:gd name="connsiteX85" fmla="*/ 625010 w 1508539"/>
              <a:gd name="connsiteY85" fmla="*/ 3769007 h 6858000"/>
              <a:gd name="connsiteX86" fmla="*/ 624476 w 1508539"/>
              <a:gd name="connsiteY86" fmla="*/ 3767709 h 6858000"/>
              <a:gd name="connsiteX87" fmla="*/ 633172 w 1508539"/>
              <a:gd name="connsiteY87" fmla="*/ 3738082 h 6858000"/>
              <a:gd name="connsiteX88" fmla="*/ 640518 w 1508539"/>
              <a:gd name="connsiteY88" fmla="*/ 3673397 h 6858000"/>
              <a:gd name="connsiteX89" fmla="*/ 639814 w 1508539"/>
              <a:gd name="connsiteY89" fmla="*/ 3637109 h 6858000"/>
              <a:gd name="connsiteX90" fmla="*/ 643257 w 1508539"/>
              <a:gd name="connsiteY90" fmla="*/ 3536883 h 6858000"/>
              <a:gd name="connsiteX91" fmla="*/ 650795 w 1508539"/>
              <a:gd name="connsiteY91" fmla="*/ 3435652 h 6858000"/>
              <a:gd name="connsiteX92" fmla="*/ 652466 w 1508539"/>
              <a:gd name="connsiteY92" fmla="*/ 3307769 h 6858000"/>
              <a:gd name="connsiteX93" fmla="*/ 670029 w 1508539"/>
              <a:gd name="connsiteY93" fmla="*/ 3250522 h 6858000"/>
              <a:gd name="connsiteX94" fmla="*/ 670454 w 1508539"/>
              <a:gd name="connsiteY94" fmla="*/ 3229163 h 6858000"/>
              <a:gd name="connsiteX95" fmla="*/ 672277 w 1508539"/>
              <a:gd name="connsiteY95" fmla="*/ 3217217 h 6858000"/>
              <a:gd name="connsiteX96" fmla="*/ 659112 w 1508539"/>
              <a:gd name="connsiteY96" fmla="*/ 3183755 h 6858000"/>
              <a:gd name="connsiteX97" fmla="*/ 659613 w 1508539"/>
              <a:gd name="connsiteY97" fmla="*/ 3178642 h 6858000"/>
              <a:gd name="connsiteX98" fmla="*/ 647213 w 1508539"/>
              <a:gd name="connsiteY98" fmla="*/ 3158586 h 6858000"/>
              <a:gd name="connsiteX99" fmla="*/ 632398 w 1508539"/>
              <a:gd name="connsiteY99" fmla="*/ 3129034 h 6858000"/>
              <a:gd name="connsiteX100" fmla="*/ 633063 w 1508539"/>
              <a:gd name="connsiteY100" fmla="*/ 3126682 h 6858000"/>
              <a:gd name="connsiteX101" fmla="*/ 623931 w 1508539"/>
              <a:gd name="connsiteY101" fmla="*/ 3114519 h 6858000"/>
              <a:gd name="connsiteX102" fmla="*/ 610540 w 1508539"/>
              <a:gd name="connsiteY102" fmla="*/ 3106272 h 6858000"/>
              <a:gd name="connsiteX103" fmla="*/ 583270 w 1508539"/>
              <a:gd name="connsiteY103" fmla="*/ 2958185 h 6858000"/>
              <a:gd name="connsiteX104" fmla="*/ 525884 w 1508539"/>
              <a:gd name="connsiteY104" fmla="*/ 2762989 h 6858000"/>
              <a:gd name="connsiteX105" fmla="*/ 474802 w 1508539"/>
              <a:gd name="connsiteY105" fmla="*/ 2554718 h 6858000"/>
              <a:gd name="connsiteX106" fmla="*/ 454896 w 1508539"/>
              <a:gd name="connsiteY106" fmla="*/ 2485734 h 6858000"/>
              <a:gd name="connsiteX107" fmla="*/ 445619 w 1508539"/>
              <a:gd name="connsiteY107" fmla="*/ 2447068 h 6858000"/>
              <a:gd name="connsiteX108" fmla="*/ 432580 w 1508539"/>
              <a:gd name="connsiteY108" fmla="*/ 2425819 h 6858000"/>
              <a:gd name="connsiteX109" fmla="*/ 438579 w 1508539"/>
              <a:gd name="connsiteY109" fmla="*/ 2402874 h 6858000"/>
              <a:gd name="connsiteX110" fmla="*/ 441191 w 1508539"/>
              <a:gd name="connsiteY110" fmla="*/ 2381443 h 6858000"/>
              <a:gd name="connsiteX111" fmla="*/ 417520 w 1508539"/>
              <a:gd name="connsiteY111" fmla="*/ 2261920 h 6858000"/>
              <a:gd name="connsiteX112" fmla="*/ 407407 w 1508539"/>
              <a:gd name="connsiteY112" fmla="*/ 2195378 h 6858000"/>
              <a:gd name="connsiteX113" fmla="*/ 391624 w 1508539"/>
              <a:gd name="connsiteY113" fmla="*/ 2155135 h 6858000"/>
              <a:gd name="connsiteX114" fmla="*/ 389082 w 1508539"/>
              <a:gd name="connsiteY114" fmla="*/ 2118008 h 6858000"/>
              <a:gd name="connsiteX115" fmla="*/ 390075 w 1508539"/>
              <a:gd name="connsiteY115" fmla="*/ 2050531 h 6858000"/>
              <a:gd name="connsiteX116" fmla="*/ 381881 w 1508539"/>
              <a:gd name="connsiteY116" fmla="*/ 1963269 h 6858000"/>
              <a:gd name="connsiteX117" fmla="*/ 363059 w 1508539"/>
              <a:gd name="connsiteY117" fmla="*/ 1906352 h 6858000"/>
              <a:gd name="connsiteX118" fmla="*/ 339616 w 1508539"/>
              <a:gd name="connsiteY118" fmla="*/ 1861531 h 6858000"/>
              <a:gd name="connsiteX119" fmla="*/ 293415 w 1508539"/>
              <a:gd name="connsiteY119" fmla="*/ 1732919 h 6858000"/>
              <a:gd name="connsiteX120" fmla="*/ 265726 w 1508539"/>
              <a:gd name="connsiteY120" fmla="*/ 1663540 h 6858000"/>
              <a:gd name="connsiteX121" fmla="*/ 264852 w 1508539"/>
              <a:gd name="connsiteY121" fmla="*/ 1615777 h 6858000"/>
              <a:gd name="connsiteX122" fmla="*/ 245647 w 1508539"/>
              <a:gd name="connsiteY122" fmla="*/ 1563678 h 6858000"/>
              <a:gd name="connsiteX123" fmla="*/ 258727 w 1508539"/>
              <a:gd name="connsiteY123" fmla="*/ 1519474 h 6858000"/>
              <a:gd name="connsiteX124" fmla="*/ 251469 w 1508539"/>
              <a:gd name="connsiteY124" fmla="*/ 1477995 h 6858000"/>
              <a:gd name="connsiteX125" fmla="*/ 237554 w 1508539"/>
              <a:gd name="connsiteY125" fmla="*/ 1373769 h 6858000"/>
              <a:gd name="connsiteX126" fmla="*/ 245861 w 1508539"/>
              <a:gd name="connsiteY126" fmla="*/ 1307086 h 6858000"/>
              <a:gd name="connsiteX127" fmla="*/ 247049 w 1508539"/>
              <a:gd name="connsiteY127" fmla="*/ 1189033 h 6858000"/>
              <a:gd name="connsiteX128" fmla="*/ 251734 w 1508539"/>
              <a:gd name="connsiteY128" fmla="*/ 1168288 h 6858000"/>
              <a:gd name="connsiteX129" fmla="*/ 244016 w 1508539"/>
              <a:gd name="connsiteY129" fmla="*/ 1142577 h 6858000"/>
              <a:gd name="connsiteX130" fmla="*/ 233322 w 1508539"/>
              <a:gd name="connsiteY130" fmla="*/ 1088484 h 6858000"/>
              <a:gd name="connsiteX131" fmla="*/ 222058 w 1508539"/>
              <a:gd name="connsiteY131" fmla="*/ 1016103 h 6858000"/>
              <a:gd name="connsiteX132" fmla="*/ 223514 w 1508539"/>
              <a:gd name="connsiteY132" fmla="*/ 932283 h 6858000"/>
              <a:gd name="connsiteX133" fmla="*/ 225750 w 1508539"/>
              <a:gd name="connsiteY133" fmla="*/ 915925 h 6858000"/>
              <a:gd name="connsiteX134" fmla="*/ 218379 w 1508539"/>
              <a:gd name="connsiteY134" fmla="*/ 896999 h 6858000"/>
              <a:gd name="connsiteX135" fmla="*/ 187787 w 1508539"/>
              <a:gd name="connsiteY135" fmla="*/ 821517 h 6858000"/>
              <a:gd name="connsiteX136" fmla="*/ 166737 w 1508539"/>
              <a:gd name="connsiteY136" fmla="*/ 751353 h 6858000"/>
              <a:gd name="connsiteX137" fmla="*/ 166295 w 1508539"/>
              <a:gd name="connsiteY137" fmla="*/ 721230 h 6858000"/>
              <a:gd name="connsiteX138" fmla="*/ 151966 w 1508539"/>
              <a:gd name="connsiteY138" fmla="*/ 681659 h 6858000"/>
              <a:gd name="connsiteX139" fmla="*/ 137385 w 1508539"/>
              <a:gd name="connsiteY139" fmla="*/ 635218 h 6858000"/>
              <a:gd name="connsiteX140" fmla="*/ 142396 w 1508539"/>
              <a:gd name="connsiteY140" fmla="*/ 613763 h 6858000"/>
              <a:gd name="connsiteX141" fmla="*/ 128338 w 1508539"/>
              <a:gd name="connsiteY141" fmla="*/ 598582 h 6858000"/>
              <a:gd name="connsiteX142" fmla="*/ 128019 w 1508539"/>
              <a:gd name="connsiteY142" fmla="*/ 576846 h 6858000"/>
              <a:gd name="connsiteX143" fmla="*/ 107645 w 1508539"/>
              <a:gd name="connsiteY143" fmla="*/ 530055 h 6858000"/>
              <a:gd name="connsiteX144" fmla="*/ 106893 w 1508539"/>
              <a:gd name="connsiteY144" fmla="*/ 465389 h 6858000"/>
              <a:gd name="connsiteX145" fmla="*/ 89816 w 1508539"/>
              <a:gd name="connsiteY145" fmla="*/ 424699 h 6858000"/>
              <a:gd name="connsiteX146" fmla="*/ 90191 w 1508539"/>
              <a:gd name="connsiteY146" fmla="*/ 404917 h 6858000"/>
              <a:gd name="connsiteX147" fmla="*/ 70148 w 1508539"/>
              <a:gd name="connsiteY147" fmla="*/ 367211 h 6858000"/>
              <a:gd name="connsiteX148" fmla="*/ 36452 w 1508539"/>
              <a:gd name="connsiteY148" fmla="*/ 268519 h 6858000"/>
              <a:gd name="connsiteX149" fmla="*/ 23935 w 1508539"/>
              <a:gd name="connsiteY149" fmla="*/ 160886 h 6858000"/>
              <a:gd name="connsiteX150" fmla="*/ 19312 w 1508539"/>
              <a:gd name="connsiteY150" fmla="*/ 47336 h 6858000"/>
              <a:gd name="connsiteX151" fmla="*/ 0 w 1508539"/>
              <a:gd name="connsiteY151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57174 w 1508539"/>
              <a:gd name="connsiteY3" fmla="*/ 6858000 h 6858000"/>
              <a:gd name="connsiteX4" fmla="*/ 57315 w 1508539"/>
              <a:gd name="connsiteY4" fmla="*/ 6857735 h 6858000"/>
              <a:gd name="connsiteX5" fmla="*/ 69364 w 1508539"/>
              <a:gd name="connsiteY5" fmla="*/ 6809549 h 6858000"/>
              <a:gd name="connsiteX6" fmla="*/ 101575 w 1508539"/>
              <a:gd name="connsiteY6" fmla="*/ 6715115 h 6858000"/>
              <a:gd name="connsiteX7" fmla="*/ 111426 w 1508539"/>
              <a:gd name="connsiteY7" fmla="*/ 6680170 h 6858000"/>
              <a:gd name="connsiteX8" fmla="*/ 136976 w 1508539"/>
              <a:gd name="connsiteY8" fmla="*/ 6621207 h 6858000"/>
              <a:gd name="connsiteX9" fmla="*/ 153633 w 1508539"/>
              <a:gd name="connsiteY9" fmla="*/ 6596265 h 6858000"/>
              <a:gd name="connsiteX10" fmla="*/ 153512 w 1508539"/>
              <a:gd name="connsiteY10" fmla="*/ 6594818 h 6858000"/>
              <a:gd name="connsiteX11" fmla="*/ 157757 w 1508539"/>
              <a:gd name="connsiteY11" fmla="*/ 6593735 h 6858000"/>
              <a:gd name="connsiteX12" fmla="*/ 160954 w 1508539"/>
              <a:gd name="connsiteY12" fmla="*/ 6589172 h 6858000"/>
              <a:gd name="connsiteX13" fmla="*/ 164248 w 1508539"/>
              <a:gd name="connsiteY13" fmla="*/ 6574442 h 6858000"/>
              <a:gd name="connsiteX14" fmla="*/ 164588 w 1508539"/>
              <a:gd name="connsiteY14" fmla="*/ 6568530 h 6858000"/>
              <a:gd name="connsiteX15" fmla="*/ 166997 w 1508539"/>
              <a:gd name="connsiteY15" fmla="*/ 6560674 h 6858000"/>
              <a:gd name="connsiteX16" fmla="*/ 167342 w 1508539"/>
              <a:gd name="connsiteY16" fmla="*/ 6560598 h 6858000"/>
              <a:gd name="connsiteX17" fmla="*/ 169039 w 1508539"/>
              <a:gd name="connsiteY17" fmla="*/ 6553006 h 6858000"/>
              <a:gd name="connsiteX18" fmla="*/ 173735 w 1508539"/>
              <a:gd name="connsiteY18" fmla="*/ 6514360 h 6858000"/>
              <a:gd name="connsiteX19" fmla="*/ 215389 w 1508539"/>
              <a:gd name="connsiteY19" fmla="*/ 6478062 h 6858000"/>
              <a:gd name="connsiteX20" fmla="*/ 226078 w 1508539"/>
              <a:gd name="connsiteY20" fmla="*/ 6460325 h 6858000"/>
              <a:gd name="connsiteX21" fmla="*/ 233311 w 1508539"/>
              <a:gd name="connsiteY21" fmla="*/ 6451488 h 6858000"/>
              <a:gd name="connsiteX22" fmla="*/ 234746 w 1508539"/>
              <a:gd name="connsiteY22" fmla="*/ 6451348 h 6858000"/>
              <a:gd name="connsiteX23" fmla="*/ 239104 w 1508539"/>
              <a:gd name="connsiteY23" fmla="*/ 6414240 h 6858000"/>
              <a:gd name="connsiteX24" fmla="*/ 241980 w 1508539"/>
              <a:gd name="connsiteY24" fmla="*/ 6410269 h 6858000"/>
              <a:gd name="connsiteX25" fmla="*/ 241880 w 1508539"/>
              <a:gd name="connsiteY25" fmla="*/ 6384857 h 6858000"/>
              <a:gd name="connsiteX26" fmla="*/ 243397 w 1508539"/>
              <a:gd name="connsiteY26" fmla="*/ 6372381 h 6858000"/>
              <a:gd name="connsiteX27" fmla="*/ 240591 w 1508539"/>
              <a:gd name="connsiteY27" fmla="*/ 6367510 h 6858000"/>
              <a:gd name="connsiteX28" fmla="*/ 244471 w 1508539"/>
              <a:gd name="connsiteY28" fmla="*/ 6349778 h 6858000"/>
              <a:gd name="connsiteX29" fmla="*/ 246136 w 1508539"/>
              <a:gd name="connsiteY29" fmla="*/ 6348250 h 6858000"/>
              <a:gd name="connsiteX30" fmla="*/ 262170 w 1508539"/>
              <a:gd name="connsiteY30" fmla="*/ 6281972 h 6858000"/>
              <a:gd name="connsiteX31" fmla="*/ 272933 w 1508539"/>
              <a:gd name="connsiteY31" fmla="*/ 6211940 h 6858000"/>
              <a:gd name="connsiteX32" fmla="*/ 314428 w 1508539"/>
              <a:gd name="connsiteY32" fmla="*/ 6113913 h 6858000"/>
              <a:gd name="connsiteX33" fmla="*/ 318721 w 1508539"/>
              <a:gd name="connsiteY33" fmla="*/ 6028119 h 6858000"/>
              <a:gd name="connsiteX34" fmla="*/ 345501 w 1508539"/>
              <a:gd name="connsiteY34" fmla="*/ 5934687 h 6858000"/>
              <a:gd name="connsiteX35" fmla="*/ 379513 w 1508539"/>
              <a:gd name="connsiteY35" fmla="*/ 5765594 h 6858000"/>
              <a:gd name="connsiteX36" fmla="*/ 411349 w 1508539"/>
              <a:gd name="connsiteY36" fmla="*/ 5693685 h 6858000"/>
              <a:gd name="connsiteX37" fmla="*/ 431404 w 1508539"/>
              <a:gd name="connsiteY37" fmla="*/ 5665173 h 6858000"/>
              <a:gd name="connsiteX38" fmla="*/ 465121 w 1508539"/>
              <a:gd name="connsiteY38" fmla="*/ 5563435 h 6858000"/>
              <a:gd name="connsiteX39" fmla="*/ 494626 w 1508539"/>
              <a:gd name="connsiteY39" fmla="*/ 5476393 h 6858000"/>
              <a:gd name="connsiteX40" fmla="*/ 525819 w 1508539"/>
              <a:gd name="connsiteY40" fmla="*/ 5396260 h 6858000"/>
              <a:gd name="connsiteX41" fmla="*/ 541800 w 1508539"/>
              <a:gd name="connsiteY41" fmla="*/ 5330009 h 6858000"/>
              <a:gd name="connsiteX42" fmla="*/ 575293 w 1508539"/>
              <a:gd name="connsiteY42" fmla="*/ 5273739 h 6858000"/>
              <a:gd name="connsiteX43" fmla="*/ 584892 w 1508539"/>
              <a:gd name="connsiteY43" fmla="*/ 5241779 h 6858000"/>
              <a:gd name="connsiteX44" fmla="*/ 596118 w 1508539"/>
              <a:gd name="connsiteY44" fmla="*/ 5225268 h 6858000"/>
              <a:gd name="connsiteX45" fmla="*/ 597138 w 1508539"/>
              <a:gd name="connsiteY45" fmla="*/ 5217684 h 6858000"/>
              <a:gd name="connsiteX46" fmla="*/ 604479 w 1508539"/>
              <a:gd name="connsiteY46" fmla="*/ 5193377 h 6858000"/>
              <a:gd name="connsiteX47" fmla="*/ 607782 w 1508539"/>
              <a:gd name="connsiteY47" fmla="*/ 5179288 h 6858000"/>
              <a:gd name="connsiteX48" fmla="*/ 608766 w 1508539"/>
              <a:gd name="connsiteY48" fmla="*/ 5173621 h 6858000"/>
              <a:gd name="connsiteX49" fmla="*/ 604400 w 1508539"/>
              <a:gd name="connsiteY49" fmla="*/ 5159961 h 6858000"/>
              <a:gd name="connsiteX50" fmla="*/ 611077 w 1508539"/>
              <a:gd name="connsiteY50" fmla="*/ 5144295 h 6858000"/>
              <a:gd name="connsiteX51" fmla="*/ 608010 w 1508539"/>
              <a:gd name="connsiteY51" fmla="*/ 5125185 h 6858000"/>
              <a:gd name="connsiteX52" fmla="*/ 614840 w 1508539"/>
              <a:gd name="connsiteY52" fmla="*/ 5121884 h 6858000"/>
              <a:gd name="connsiteX53" fmla="*/ 621876 w 1508539"/>
              <a:gd name="connsiteY53" fmla="*/ 5067850 h 6858000"/>
              <a:gd name="connsiteX54" fmla="*/ 624607 w 1508539"/>
              <a:gd name="connsiteY54" fmla="*/ 5060861 h 6858000"/>
              <a:gd name="connsiteX55" fmla="*/ 621311 w 1508539"/>
              <a:gd name="connsiteY55" fmla="*/ 5034192 h 6858000"/>
              <a:gd name="connsiteX56" fmla="*/ 622865 w 1508539"/>
              <a:gd name="connsiteY56" fmla="*/ 4993030 h 6858000"/>
              <a:gd name="connsiteX57" fmla="*/ 629774 w 1508539"/>
              <a:gd name="connsiteY57" fmla="*/ 4946844 h 6858000"/>
              <a:gd name="connsiteX58" fmla="*/ 625630 w 1508539"/>
              <a:gd name="connsiteY58" fmla="*/ 4932692 h 6858000"/>
              <a:gd name="connsiteX59" fmla="*/ 641033 w 1508539"/>
              <a:gd name="connsiteY59" fmla="*/ 4858827 h 6858000"/>
              <a:gd name="connsiteX60" fmla="*/ 646936 w 1508539"/>
              <a:gd name="connsiteY60" fmla="*/ 4821170 h 6858000"/>
              <a:gd name="connsiteX61" fmla="*/ 651669 w 1508539"/>
              <a:gd name="connsiteY61" fmla="*/ 4780965 h 6858000"/>
              <a:gd name="connsiteX62" fmla="*/ 652962 w 1508539"/>
              <a:gd name="connsiteY62" fmla="*/ 4750867 h 6858000"/>
              <a:gd name="connsiteX63" fmla="*/ 650769 w 1508539"/>
              <a:gd name="connsiteY63" fmla="*/ 4690749 h 6858000"/>
              <a:gd name="connsiteX64" fmla="*/ 646249 w 1508539"/>
              <a:gd name="connsiteY64" fmla="*/ 4584173 h 6858000"/>
              <a:gd name="connsiteX65" fmla="*/ 641332 w 1508539"/>
              <a:gd name="connsiteY65" fmla="*/ 4444346 h 6858000"/>
              <a:gd name="connsiteX66" fmla="*/ 637897 w 1508539"/>
              <a:gd name="connsiteY66" fmla="*/ 4375228 h 6858000"/>
              <a:gd name="connsiteX67" fmla="*/ 618550 w 1508539"/>
              <a:gd name="connsiteY67" fmla="*/ 4214165 h 6858000"/>
              <a:gd name="connsiteX68" fmla="*/ 622623 w 1508539"/>
              <a:gd name="connsiteY68" fmla="*/ 4090296 h 6858000"/>
              <a:gd name="connsiteX69" fmla="*/ 607879 w 1508539"/>
              <a:gd name="connsiteY69" fmla="*/ 4033999 h 6858000"/>
              <a:gd name="connsiteX70" fmla="*/ 609028 w 1508539"/>
              <a:gd name="connsiteY70" fmla="*/ 4031933 h 6858000"/>
              <a:gd name="connsiteX71" fmla="*/ 607604 w 1508539"/>
              <a:gd name="connsiteY71" fmla="*/ 4013953 h 6858000"/>
              <a:gd name="connsiteX72" fmla="*/ 593899 w 1508539"/>
              <a:gd name="connsiteY72" fmla="*/ 3974753 h 6858000"/>
              <a:gd name="connsiteX73" fmla="*/ 595497 w 1508539"/>
              <a:gd name="connsiteY73" fmla="*/ 3969950 h 6858000"/>
              <a:gd name="connsiteX74" fmla="*/ 588919 w 1508539"/>
              <a:gd name="connsiteY74" fmla="*/ 3933779 h 6858000"/>
              <a:gd name="connsiteX75" fmla="*/ 590250 w 1508539"/>
              <a:gd name="connsiteY75" fmla="*/ 3933093 h 6858000"/>
              <a:gd name="connsiteX76" fmla="*/ 594604 w 1508539"/>
              <a:gd name="connsiteY76" fmla="*/ 3922082 h 6858000"/>
              <a:gd name="connsiteX77" fmla="*/ 599682 w 1508539"/>
              <a:gd name="connsiteY77" fmla="*/ 3901461 h 6858000"/>
              <a:gd name="connsiteX78" fmla="*/ 622276 w 1508539"/>
              <a:gd name="connsiteY78" fmla="*/ 3813873 h 6858000"/>
              <a:gd name="connsiteX79" fmla="*/ 621701 w 1508539"/>
              <a:gd name="connsiteY79" fmla="*/ 3806161 h 6858000"/>
              <a:gd name="connsiteX80" fmla="*/ 622008 w 1508539"/>
              <a:gd name="connsiteY80" fmla="*/ 3805957 h 6858000"/>
              <a:gd name="connsiteX81" fmla="*/ 622035 w 1508539"/>
              <a:gd name="connsiteY81" fmla="*/ 3797724 h 6858000"/>
              <a:gd name="connsiteX82" fmla="*/ 620650 w 1508539"/>
              <a:gd name="connsiteY82" fmla="*/ 3792098 h 6858000"/>
              <a:gd name="connsiteX83" fmla="*/ 619534 w 1508539"/>
              <a:gd name="connsiteY83" fmla="*/ 3777135 h 6858000"/>
              <a:gd name="connsiteX84" fmla="*/ 621267 w 1508539"/>
              <a:gd name="connsiteY84" fmla="*/ 3771656 h 6858000"/>
              <a:gd name="connsiteX85" fmla="*/ 625010 w 1508539"/>
              <a:gd name="connsiteY85" fmla="*/ 3769007 h 6858000"/>
              <a:gd name="connsiteX86" fmla="*/ 624476 w 1508539"/>
              <a:gd name="connsiteY86" fmla="*/ 3767709 h 6858000"/>
              <a:gd name="connsiteX87" fmla="*/ 633172 w 1508539"/>
              <a:gd name="connsiteY87" fmla="*/ 3738082 h 6858000"/>
              <a:gd name="connsiteX88" fmla="*/ 640518 w 1508539"/>
              <a:gd name="connsiteY88" fmla="*/ 3673397 h 6858000"/>
              <a:gd name="connsiteX89" fmla="*/ 639814 w 1508539"/>
              <a:gd name="connsiteY89" fmla="*/ 3637109 h 6858000"/>
              <a:gd name="connsiteX90" fmla="*/ 643257 w 1508539"/>
              <a:gd name="connsiteY90" fmla="*/ 3536883 h 6858000"/>
              <a:gd name="connsiteX91" fmla="*/ 650795 w 1508539"/>
              <a:gd name="connsiteY91" fmla="*/ 3435652 h 6858000"/>
              <a:gd name="connsiteX92" fmla="*/ 652466 w 1508539"/>
              <a:gd name="connsiteY92" fmla="*/ 3307769 h 6858000"/>
              <a:gd name="connsiteX93" fmla="*/ 670029 w 1508539"/>
              <a:gd name="connsiteY93" fmla="*/ 3250522 h 6858000"/>
              <a:gd name="connsiteX94" fmla="*/ 670454 w 1508539"/>
              <a:gd name="connsiteY94" fmla="*/ 3229163 h 6858000"/>
              <a:gd name="connsiteX95" fmla="*/ 672277 w 1508539"/>
              <a:gd name="connsiteY95" fmla="*/ 3217217 h 6858000"/>
              <a:gd name="connsiteX96" fmla="*/ 659112 w 1508539"/>
              <a:gd name="connsiteY96" fmla="*/ 3183755 h 6858000"/>
              <a:gd name="connsiteX97" fmla="*/ 659613 w 1508539"/>
              <a:gd name="connsiteY97" fmla="*/ 3178642 h 6858000"/>
              <a:gd name="connsiteX98" fmla="*/ 647213 w 1508539"/>
              <a:gd name="connsiteY98" fmla="*/ 3158586 h 6858000"/>
              <a:gd name="connsiteX99" fmla="*/ 632398 w 1508539"/>
              <a:gd name="connsiteY99" fmla="*/ 3129034 h 6858000"/>
              <a:gd name="connsiteX100" fmla="*/ 633063 w 1508539"/>
              <a:gd name="connsiteY100" fmla="*/ 3126682 h 6858000"/>
              <a:gd name="connsiteX101" fmla="*/ 623931 w 1508539"/>
              <a:gd name="connsiteY101" fmla="*/ 3114519 h 6858000"/>
              <a:gd name="connsiteX102" fmla="*/ 610540 w 1508539"/>
              <a:gd name="connsiteY102" fmla="*/ 3106272 h 6858000"/>
              <a:gd name="connsiteX103" fmla="*/ 583270 w 1508539"/>
              <a:gd name="connsiteY103" fmla="*/ 2958185 h 6858000"/>
              <a:gd name="connsiteX104" fmla="*/ 525884 w 1508539"/>
              <a:gd name="connsiteY104" fmla="*/ 2762989 h 6858000"/>
              <a:gd name="connsiteX105" fmla="*/ 474802 w 1508539"/>
              <a:gd name="connsiteY105" fmla="*/ 2554718 h 6858000"/>
              <a:gd name="connsiteX106" fmla="*/ 454896 w 1508539"/>
              <a:gd name="connsiteY106" fmla="*/ 2485734 h 6858000"/>
              <a:gd name="connsiteX107" fmla="*/ 445619 w 1508539"/>
              <a:gd name="connsiteY107" fmla="*/ 2447068 h 6858000"/>
              <a:gd name="connsiteX108" fmla="*/ 432580 w 1508539"/>
              <a:gd name="connsiteY108" fmla="*/ 2425819 h 6858000"/>
              <a:gd name="connsiteX109" fmla="*/ 438579 w 1508539"/>
              <a:gd name="connsiteY109" fmla="*/ 2402874 h 6858000"/>
              <a:gd name="connsiteX110" fmla="*/ 441191 w 1508539"/>
              <a:gd name="connsiteY110" fmla="*/ 2381443 h 6858000"/>
              <a:gd name="connsiteX111" fmla="*/ 417520 w 1508539"/>
              <a:gd name="connsiteY111" fmla="*/ 2261920 h 6858000"/>
              <a:gd name="connsiteX112" fmla="*/ 407407 w 1508539"/>
              <a:gd name="connsiteY112" fmla="*/ 2195378 h 6858000"/>
              <a:gd name="connsiteX113" fmla="*/ 391624 w 1508539"/>
              <a:gd name="connsiteY113" fmla="*/ 2155135 h 6858000"/>
              <a:gd name="connsiteX114" fmla="*/ 389082 w 1508539"/>
              <a:gd name="connsiteY114" fmla="*/ 2118008 h 6858000"/>
              <a:gd name="connsiteX115" fmla="*/ 390075 w 1508539"/>
              <a:gd name="connsiteY115" fmla="*/ 2050531 h 6858000"/>
              <a:gd name="connsiteX116" fmla="*/ 381881 w 1508539"/>
              <a:gd name="connsiteY116" fmla="*/ 1963269 h 6858000"/>
              <a:gd name="connsiteX117" fmla="*/ 363059 w 1508539"/>
              <a:gd name="connsiteY117" fmla="*/ 1906352 h 6858000"/>
              <a:gd name="connsiteX118" fmla="*/ 339616 w 1508539"/>
              <a:gd name="connsiteY118" fmla="*/ 1861531 h 6858000"/>
              <a:gd name="connsiteX119" fmla="*/ 293415 w 1508539"/>
              <a:gd name="connsiteY119" fmla="*/ 1732919 h 6858000"/>
              <a:gd name="connsiteX120" fmla="*/ 265726 w 1508539"/>
              <a:gd name="connsiteY120" fmla="*/ 1663540 h 6858000"/>
              <a:gd name="connsiteX121" fmla="*/ 264852 w 1508539"/>
              <a:gd name="connsiteY121" fmla="*/ 1615777 h 6858000"/>
              <a:gd name="connsiteX122" fmla="*/ 245647 w 1508539"/>
              <a:gd name="connsiteY122" fmla="*/ 1563678 h 6858000"/>
              <a:gd name="connsiteX123" fmla="*/ 258727 w 1508539"/>
              <a:gd name="connsiteY123" fmla="*/ 1519474 h 6858000"/>
              <a:gd name="connsiteX124" fmla="*/ 251469 w 1508539"/>
              <a:gd name="connsiteY124" fmla="*/ 1477995 h 6858000"/>
              <a:gd name="connsiteX125" fmla="*/ 237554 w 1508539"/>
              <a:gd name="connsiteY125" fmla="*/ 1373769 h 6858000"/>
              <a:gd name="connsiteX126" fmla="*/ 245861 w 1508539"/>
              <a:gd name="connsiteY126" fmla="*/ 1307086 h 6858000"/>
              <a:gd name="connsiteX127" fmla="*/ 247049 w 1508539"/>
              <a:gd name="connsiteY127" fmla="*/ 1189033 h 6858000"/>
              <a:gd name="connsiteX128" fmla="*/ 251734 w 1508539"/>
              <a:gd name="connsiteY128" fmla="*/ 1168288 h 6858000"/>
              <a:gd name="connsiteX129" fmla="*/ 244016 w 1508539"/>
              <a:gd name="connsiteY129" fmla="*/ 1142577 h 6858000"/>
              <a:gd name="connsiteX130" fmla="*/ 233322 w 1508539"/>
              <a:gd name="connsiteY130" fmla="*/ 1088484 h 6858000"/>
              <a:gd name="connsiteX131" fmla="*/ 222058 w 1508539"/>
              <a:gd name="connsiteY131" fmla="*/ 1016103 h 6858000"/>
              <a:gd name="connsiteX132" fmla="*/ 223514 w 1508539"/>
              <a:gd name="connsiteY132" fmla="*/ 932283 h 6858000"/>
              <a:gd name="connsiteX133" fmla="*/ 225750 w 1508539"/>
              <a:gd name="connsiteY133" fmla="*/ 915925 h 6858000"/>
              <a:gd name="connsiteX134" fmla="*/ 218379 w 1508539"/>
              <a:gd name="connsiteY134" fmla="*/ 896999 h 6858000"/>
              <a:gd name="connsiteX135" fmla="*/ 187787 w 1508539"/>
              <a:gd name="connsiteY135" fmla="*/ 821517 h 6858000"/>
              <a:gd name="connsiteX136" fmla="*/ 166737 w 1508539"/>
              <a:gd name="connsiteY136" fmla="*/ 751353 h 6858000"/>
              <a:gd name="connsiteX137" fmla="*/ 166295 w 1508539"/>
              <a:gd name="connsiteY137" fmla="*/ 721230 h 6858000"/>
              <a:gd name="connsiteX138" fmla="*/ 151966 w 1508539"/>
              <a:gd name="connsiteY138" fmla="*/ 681659 h 6858000"/>
              <a:gd name="connsiteX139" fmla="*/ 137385 w 1508539"/>
              <a:gd name="connsiteY139" fmla="*/ 635218 h 6858000"/>
              <a:gd name="connsiteX140" fmla="*/ 142396 w 1508539"/>
              <a:gd name="connsiteY140" fmla="*/ 613763 h 6858000"/>
              <a:gd name="connsiteX141" fmla="*/ 128338 w 1508539"/>
              <a:gd name="connsiteY141" fmla="*/ 598582 h 6858000"/>
              <a:gd name="connsiteX142" fmla="*/ 128019 w 1508539"/>
              <a:gd name="connsiteY142" fmla="*/ 576846 h 6858000"/>
              <a:gd name="connsiteX143" fmla="*/ 107645 w 1508539"/>
              <a:gd name="connsiteY143" fmla="*/ 530055 h 6858000"/>
              <a:gd name="connsiteX144" fmla="*/ 106893 w 1508539"/>
              <a:gd name="connsiteY144" fmla="*/ 465389 h 6858000"/>
              <a:gd name="connsiteX145" fmla="*/ 89816 w 1508539"/>
              <a:gd name="connsiteY145" fmla="*/ 424699 h 6858000"/>
              <a:gd name="connsiteX146" fmla="*/ 90191 w 1508539"/>
              <a:gd name="connsiteY146" fmla="*/ 404917 h 6858000"/>
              <a:gd name="connsiteX147" fmla="*/ 70148 w 1508539"/>
              <a:gd name="connsiteY147" fmla="*/ 367211 h 6858000"/>
              <a:gd name="connsiteX148" fmla="*/ 36452 w 1508539"/>
              <a:gd name="connsiteY148" fmla="*/ 268519 h 6858000"/>
              <a:gd name="connsiteX149" fmla="*/ 23935 w 1508539"/>
              <a:gd name="connsiteY149" fmla="*/ 160886 h 6858000"/>
              <a:gd name="connsiteX150" fmla="*/ 19312 w 1508539"/>
              <a:gd name="connsiteY150" fmla="*/ 47336 h 6858000"/>
              <a:gd name="connsiteX151" fmla="*/ 0 w 1508539"/>
              <a:gd name="connsiteY151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57174 w 1508539"/>
              <a:gd name="connsiteY3" fmla="*/ 6858000 h 6858000"/>
              <a:gd name="connsiteX4" fmla="*/ 57315 w 1508539"/>
              <a:gd name="connsiteY4" fmla="*/ 6857735 h 6858000"/>
              <a:gd name="connsiteX5" fmla="*/ 69364 w 1508539"/>
              <a:gd name="connsiteY5" fmla="*/ 6809549 h 6858000"/>
              <a:gd name="connsiteX6" fmla="*/ 101575 w 1508539"/>
              <a:gd name="connsiteY6" fmla="*/ 6715115 h 6858000"/>
              <a:gd name="connsiteX7" fmla="*/ 111426 w 1508539"/>
              <a:gd name="connsiteY7" fmla="*/ 6680170 h 6858000"/>
              <a:gd name="connsiteX8" fmla="*/ 136976 w 1508539"/>
              <a:gd name="connsiteY8" fmla="*/ 6621207 h 6858000"/>
              <a:gd name="connsiteX9" fmla="*/ 153633 w 1508539"/>
              <a:gd name="connsiteY9" fmla="*/ 6596265 h 6858000"/>
              <a:gd name="connsiteX10" fmla="*/ 153512 w 1508539"/>
              <a:gd name="connsiteY10" fmla="*/ 6594818 h 6858000"/>
              <a:gd name="connsiteX11" fmla="*/ 157757 w 1508539"/>
              <a:gd name="connsiteY11" fmla="*/ 6593735 h 6858000"/>
              <a:gd name="connsiteX12" fmla="*/ 160954 w 1508539"/>
              <a:gd name="connsiteY12" fmla="*/ 6589172 h 6858000"/>
              <a:gd name="connsiteX13" fmla="*/ 164248 w 1508539"/>
              <a:gd name="connsiteY13" fmla="*/ 6574442 h 6858000"/>
              <a:gd name="connsiteX14" fmla="*/ 164588 w 1508539"/>
              <a:gd name="connsiteY14" fmla="*/ 6568530 h 6858000"/>
              <a:gd name="connsiteX15" fmla="*/ 166997 w 1508539"/>
              <a:gd name="connsiteY15" fmla="*/ 6560674 h 6858000"/>
              <a:gd name="connsiteX16" fmla="*/ 167342 w 1508539"/>
              <a:gd name="connsiteY16" fmla="*/ 6560598 h 6858000"/>
              <a:gd name="connsiteX17" fmla="*/ 169039 w 1508539"/>
              <a:gd name="connsiteY17" fmla="*/ 6553006 h 6858000"/>
              <a:gd name="connsiteX18" fmla="*/ 173735 w 1508539"/>
              <a:gd name="connsiteY18" fmla="*/ 6514360 h 6858000"/>
              <a:gd name="connsiteX19" fmla="*/ 215389 w 1508539"/>
              <a:gd name="connsiteY19" fmla="*/ 6478062 h 6858000"/>
              <a:gd name="connsiteX20" fmla="*/ 226078 w 1508539"/>
              <a:gd name="connsiteY20" fmla="*/ 6460325 h 6858000"/>
              <a:gd name="connsiteX21" fmla="*/ 233311 w 1508539"/>
              <a:gd name="connsiteY21" fmla="*/ 6451488 h 6858000"/>
              <a:gd name="connsiteX22" fmla="*/ 234746 w 1508539"/>
              <a:gd name="connsiteY22" fmla="*/ 6451348 h 6858000"/>
              <a:gd name="connsiteX23" fmla="*/ 239104 w 1508539"/>
              <a:gd name="connsiteY23" fmla="*/ 6414240 h 6858000"/>
              <a:gd name="connsiteX24" fmla="*/ 241880 w 1508539"/>
              <a:gd name="connsiteY24" fmla="*/ 6384857 h 6858000"/>
              <a:gd name="connsiteX25" fmla="*/ 243397 w 1508539"/>
              <a:gd name="connsiteY25" fmla="*/ 6372381 h 6858000"/>
              <a:gd name="connsiteX26" fmla="*/ 240591 w 1508539"/>
              <a:gd name="connsiteY26" fmla="*/ 6367510 h 6858000"/>
              <a:gd name="connsiteX27" fmla="*/ 244471 w 1508539"/>
              <a:gd name="connsiteY27" fmla="*/ 6349778 h 6858000"/>
              <a:gd name="connsiteX28" fmla="*/ 246136 w 1508539"/>
              <a:gd name="connsiteY28" fmla="*/ 6348250 h 6858000"/>
              <a:gd name="connsiteX29" fmla="*/ 262170 w 1508539"/>
              <a:gd name="connsiteY29" fmla="*/ 6281972 h 6858000"/>
              <a:gd name="connsiteX30" fmla="*/ 272933 w 1508539"/>
              <a:gd name="connsiteY30" fmla="*/ 6211940 h 6858000"/>
              <a:gd name="connsiteX31" fmla="*/ 314428 w 1508539"/>
              <a:gd name="connsiteY31" fmla="*/ 6113913 h 6858000"/>
              <a:gd name="connsiteX32" fmla="*/ 318721 w 1508539"/>
              <a:gd name="connsiteY32" fmla="*/ 6028119 h 6858000"/>
              <a:gd name="connsiteX33" fmla="*/ 345501 w 1508539"/>
              <a:gd name="connsiteY33" fmla="*/ 5934687 h 6858000"/>
              <a:gd name="connsiteX34" fmla="*/ 379513 w 1508539"/>
              <a:gd name="connsiteY34" fmla="*/ 5765594 h 6858000"/>
              <a:gd name="connsiteX35" fmla="*/ 411349 w 1508539"/>
              <a:gd name="connsiteY35" fmla="*/ 5693685 h 6858000"/>
              <a:gd name="connsiteX36" fmla="*/ 431404 w 1508539"/>
              <a:gd name="connsiteY36" fmla="*/ 5665173 h 6858000"/>
              <a:gd name="connsiteX37" fmla="*/ 465121 w 1508539"/>
              <a:gd name="connsiteY37" fmla="*/ 5563435 h 6858000"/>
              <a:gd name="connsiteX38" fmla="*/ 494626 w 1508539"/>
              <a:gd name="connsiteY38" fmla="*/ 5476393 h 6858000"/>
              <a:gd name="connsiteX39" fmla="*/ 525819 w 1508539"/>
              <a:gd name="connsiteY39" fmla="*/ 5396260 h 6858000"/>
              <a:gd name="connsiteX40" fmla="*/ 541800 w 1508539"/>
              <a:gd name="connsiteY40" fmla="*/ 5330009 h 6858000"/>
              <a:gd name="connsiteX41" fmla="*/ 575293 w 1508539"/>
              <a:gd name="connsiteY41" fmla="*/ 5273739 h 6858000"/>
              <a:gd name="connsiteX42" fmla="*/ 584892 w 1508539"/>
              <a:gd name="connsiteY42" fmla="*/ 5241779 h 6858000"/>
              <a:gd name="connsiteX43" fmla="*/ 596118 w 1508539"/>
              <a:gd name="connsiteY43" fmla="*/ 5225268 h 6858000"/>
              <a:gd name="connsiteX44" fmla="*/ 597138 w 1508539"/>
              <a:gd name="connsiteY44" fmla="*/ 5217684 h 6858000"/>
              <a:gd name="connsiteX45" fmla="*/ 604479 w 1508539"/>
              <a:gd name="connsiteY45" fmla="*/ 5193377 h 6858000"/>
              <a:gd name="connsiteX46" fmla="*/ 607782 w 1508539"/>
              <a:gd name="connsiteY46" fmla="*/ 5179288 h 6858000"/>
              <a:gd name="connsiteX47" fmla="*/ 608766 w 1508539"/>
              <a:gd name="connsiteY47" fmla="*/ 5173621 h 6858000"/>
              <a:gd name="connsiteX48" fmla="*/ 604400 w 1508539"/>
              <a:gd name="connsiteY48" fmla="*/ 5159961 h 6858000"/>
              <a:gd name="connsiteX49" fmla="*/ 611077 w 1508539"/>
              <a:gd name="connsiteY49" fmla="*/ 5144295 h 6858000"/>
              <a:gd name="connsiteX50" fmla="*/ 608010 w 1508539"/>
              <a:gd name="connsiteY50" fmla="*/ 5125185 h 6858000"/>
              <a:gd name="connsiteX51" fmla="*/ 614840 w 1508539"/>
              <a:gd name="connsiteY51" fmla="*/ 5121884 h 6858000"/>
              <a:gd name="connsiteX52" fmla="*/ 621876 w 1508539"/>
              <a:gd name="connsiteY52" fmla="*/ 5067850 h 6858000"/>
              <a:gd name="connsiteX53" fmla="*/ 624607 w 1508539"/>
              <a:gd name="connsiteY53" fmla="*/ 5060861 h 6858000"/>
              <a:gd name="connsiteX54" fmla="*/ 621311 w 1508539"/>
              <a:gd name="connsiteY54" fmla="*/ 5034192 h 6858000"/>
              <a:gd name="connsiteX55" fmla="*/ 622865 w 1508539"/>
              <a:gd name="connsiteY55" fmla="*/ 4993030 h 6858000"/>
              <a:gd name="connsiteX56" fmla="*/ 629774 w 1508539"/>
              <a:gd name="connsiteY56" fmla="*/ 4946844 h 6858000"/>
              <a:gd name="connsiteX57" fmla="*/ 625630 w 1508539"/>
              <a:gd name="connsiteY57" fmla="*/ 4932692 h 6858000"/>
              <a:gd name="connsiteX58" fmla="*/ 641033 w 1508539"/>
              <a:gd name="connsiteY58" fmla="*/ 4858827 h 6858000"/>
              <a:gd name="connsiteX59" fmla="*/ 646936 w 1508539"/>
              <a:gd name="connsiteY59" fmla="*/ 4821170 h 6858000"/>
              <a:gd name="connsiteX60" fmla="*/ 651669 w 1508539"/>
              <a:gd name="connsiteY60" fmla="*/ 4780965 h 6858000"/>
              <a:gd name="connsiteX61" fmla="*/ 652962 w 1508539"/>
              <a:gd name="connsiteY61" fmla="*/ 4750867 h 6858000"/>
              <a:gd name="connsiteX62" fmla="*/ 650769 w 1508539"/>
              <a:gd name="connsiteY62" fmla="*/ 4690749 h 6858000"/>
              <a:gd name="connsiteX63" fmla="*/ 646249 w 1508539"/>
              <a:gd name="connsiteY63" fmla="*/ 4584173 h 6858000"/>
              <a:gd name="connsiteX64" fmla="*/ 641332 w 1508539"/>
              <a:gd name="connsiteY64" fmla="*/ 4444346 h 6858000"/>
              <a:gd name="connsiteX65" fmla="*/ 637897 w 1508539"/>
              <a:gd name="connsiteY65" fmla="*/ 4375228 h 6858000"/>
              <a:gd name="connsiteX66" fmla="*/ 618550 w 1508539"/>
              <a:gd name="connsiteY66" fmla="*/ 4214165 h 6858000"/>
              <a:gd name="connsiteX67" fmla="*/ 622623 w 1508539"/>
              <a:gd name="connsiteY67" fmla="*/ 4090296 h 6858000"/>
              <a:gd name="connsiteX68" fmla="*/ 607879 w 1508539"/>
              <a:gd name="connsiteY68" fmla="*/ 4033999 h 6858000"/>
              <a:gd name="connsiteX69" fmla="*/ 609028 w 1508539"/>
              <a:gd name="connsiteY69" fmla="*/ 4031933 h 6858000"/>
              <a:gd name="connsiteX70" fmla="*/ 607604 w 1508539"/>
              <a:gd name="connsiteY70" fmla="*/ 4013953 h 6858000"/>
              <a:gd name="connsiteX71" fmla="*/ 593899 w 1508539"/>
              <a:gd name="connsiteY71" fmla="*/ 3974753 h 6858000"/>
              <a:gd name="connsiteX72" fmla="*/ 595497 w 1508539"/>
              <a:gd name="connsiteY72" fmla="*/ 3969950 h 6858000"/>
              <a:gd name="connsiteX73" fmla="*/ 588919 w 1508539"/>
              <a:gd name="connsiteY73" fmla="*/ 3933779 h 6858000"/>
              <a:gd name="connsiteX74" fmla="*/ 590250 w 1508539"/>
              <a:gd name="connsiteY74" fmla="*/ 3933093 h 6858000"/>
              <a:gd name="connsiteX75" fmla="*/ 594604 w 1508539"/>
              <a:gd name="connsiteY75" fmla="*/ 3922082 h 6858000"/>
              <a:gd name="connsiteX76" fmla="*/ 599682 w 1508539"/>
              <a:gd name="connsiteY76" fmla="*/ 3901461 h 6858000"/>
              <a:gd name="connsiteX77" fmla="*/ 622276 w 1508539"/>
              <a:gd name="connsiteY77" fmla="*/ 3813873 h 6858000"/>
              <a:gd name="connsiteX78" fmla="*/ 621701 w 1508539"/>
              <a:gd name="connsiteY78" fmla="*/ 3806161 h 6858000"/>
              <a:gd name="connsiteX79" fmla="*/ 622008 w 1508539"/>
              <a:gd name="connsiteY79" fmla="*/ 3805957 h 6858000"/>
              <a:gd name="connsiteX80" fmla="*/ 622035 w 1508539"/>
              <a:gd name="connsiteY80" fmla="*/ 3797724 h 6858000"/>
              <a:gd name="connsiteX81" fmla="*/ 620650 w 1508539"/>
              <a:gd name="connsiteY81" fmla="*/ 3792098 h 6858000"/>
              <a:gd name="connsiteX82" fmla="*/ 619534 w 1508539"/>
              <a:gd name="connsiteY82" fmla="*/ 3777135 h 6858000"/>
              <a:gd name="connsiteX83" fmla="*/ 621267 w 1508539"/>
              <a:gd name="connsiteY83" fmla="*/ 3771656 h 6858000"/>
              <a:gd name="connsiteX84" fmla="*/ 625010 w 1508539"/>
              <a:gd name="connsiteY84" fmla="*/ 3769007 h 6858000"/>
              <a:gd name="connsiteX85" fmla="*/ 624476 w 1508539"/>
              <a:gd name="connsiteY85" fmla="*/ 3767709 h 6858000"/>
              <a:gd name="connsiteX86" fmla="*/ 633172 w 1508539"/>
              <a:gd name="connsiteY86" fmla="*/ 3738082 h 6858000"/>
              <a:gd name="connsiteX87" fmla="*/ 640518 w 1508539"/>
              <a:gd name="connsiteY87" fmla="*/ 3673397 h 6858000"/>
              <a:gd name="connsiteX88" fmla="*/ 639814 w 1508539"/>
              <a:gd name="connsiteY88" fmla="*/ 3637109 h 6858000"/>
              <a:gd name="connsiteX89" fmla="*/ 643257 w 1508539"/>
              <a:gd name="connsiteY89" fmla="*/ 3536883 h 6858000"/>
              <a:gd name="connsiteX90" fmla="*/ 650795 w 1508539"/>
              <a:gd name="connsiteY90" fmla="*/ 3435652 h 6858000"/>
              <a:gd name="connsiteX91" fmla="*/ 652466 w 1508539"/>
              <a:gd name="connsiteY91" fmla="*/ 3307769 h 6858000"/>
              <a:gd name="connsiteX92" fmla="*/ 670029 w 1508539"/>
              <a:gd name="connsiteY92" fmla="*/ 3250522 h 6858000"/>
              <a:gd name="connsiteX93" fmla="*/ 670454 w 1508539"/>
              <a:gd name="connsiteY93" fmla="*/ 3229163 h 6858000"/>
              <a:gd name="connsiteX94" fmla="*/ 672277 w 1508539"/>
              <a:gd name="connsiteY94" fmla="*/ 3217217 h 6858000"/>
              <a:gd name="connsiteX95" fmla="*/ 659112 w 1508539"/>
              <a:gd name="connsiteY95" fmla="*/ 3183755 h 6858000"/>
              <a:gd name="connsiteX96" fmla="*/ 659613 w 1508539"/>
              <a:gd name="connsiteY96" fmla="*/ 3178642 h 6858000"/>
              <a:gd name="connsiteX97" fmla="*/ 647213 w 1508539"/>
              <a:gd name="connsiteY97" fmla="*/ 3158586 h 6858000"/>
              <a:gd name="connsiteX98" fmla="*/ 632398 w 1508539"/>
              <a:gd name="connsiteY98" fmla="*/ 3129034 h 6858000"/>
              <a:gd name="connsiteX99" fmla="*/ 633063 w 1508539"/>
              <a:gd name="connsiteY99" fmla="*/ 3126682 h 6858000"/>
              <a:gd name="connsiteX100" fmla="*/ 623931 w 1508539"/>
              <a:gd name="connsiteY100" fmla="*/ 3114519 h 6858000"/>
              <a:gd name="connsiteX101" fmla="*/ 610540 w 1508539"/>
              <a:gd name="connsiteY101" fmla="*/ 3106272 h 6858000"/>
              <a:gd name="connsiteX102" fmla="*/ 583270 w 1508539"/>
              <a:gd name="connsiteY102" fmla="*/ 2958185 h 6858000"/>
              <a:gd name="connsiteX103" fmla="*/ 525884 w 1508539"/>
              <a:gd name="connsiteY103" fmla="*/ 2762989 h 6858000"/>
              <a:gd name="connsiteX104" fmla="*/ 474802 w 1508539"/>
              <a:gd name="connsiteY104" fmla="*/ 2554718 h 6858000"/>
              <a:gd name="connsiteX105" fmla="*/ 454896 w 1508539"/>
              <a:gd name="connsiteY105" fmla="*/ 2485734 h 6858000"/>
              <a:gd name="connsiteX106" fmla="*/ 445619 w 1508539"/>
              <a:gd name="connsiteY106" fmla="*/ 2447068 h 6858000"/>
              <a:gd name="connsiteX107" fmla="*/ 432580 w 1508539"/>
              <a:gd name="connsiteY107" fmla="*/ 2425819 h 6858000"/>
              <a:gd name="connsiteX108" fmla="*/ 438579 w 1508539"/>
              <a:gd name="connsiteY108" fmla="*/ 2402874 h 6858000"/>
              <a:gd name="connsiteX109" fmla="*/ 441191 w 1508539"/>
              <a:gd name="connsiteY109" fmla="*/ 2381443 h 6858000"/>
              <a:gd name="connsiteX110" fmla="*/ 417520 w 1508539"/>
              <a:gd name="connsiteY110" fmla="*/ 2261920 h 6858000"/>
              <a:gd name="connsiteX111" fmla="*/ 407407 w 1508539"/>
              <a:gd name="connsiteY111" fmla="*/ 2195378 h 6858000"/>
              <a:gd name="connsiteX112" fmla="*/ 391624 w 1508539"/>
              <a:gd name="connsiteY112" fmla="*/ 2155135 h 6858000"/>
              <a:gd name="connsiteX113" fmla="*/ 389082 w 1508539"/>
              <a:gd name="connsiteY113" fmla="*/ 2118008 h 6858000"/>
              <a:gd name="connsiteX114" fmla="*/ 390075 w 1508539"/>
              <a:gd name="connsiteY114" fmla="*/ 2050531 h 6858000"/>
              <a:gd name="connsiteX115" fmla="*/ 381881 w 1508539"/>
              <a:gd name="connsiteY115" fmla="*/ 1963269 h 6858000"/>
              <a:gd name="connsiteX116" fmla="*/ 363059 w 1508539"/>
              <a:gd name="connsiteY116" fmla="*/ 1906352 h 6858000"/>
              <a:gd name="connsiteX117" fmla="*/ 339616 w 1508539"/>
              <a:gd name="connsiteY117" fmla="*/ 1861531 h 6858000"/>
              <a:gd name="connsiteX118" fmla="*/ 293415 w 1508539"/>
              <a:gd name="connsiteY118" fmla="*/ 1732919 h 6858000"/>
              <a:gd name="connsiteX119" fmla="*/ 265726 w 1508539"/>
              <a:gd name="connsiteY119" fmla="*/ 1663540 h 6858000"/>
              <a:gd name="connsiteX120" fmla="*/ 264852 w 1508539"/>
              <a:gd name="connsiteY120" fmla="*/ 1615777 h 6858000"/>
              <a:gd name="connsiteX121" fmla="*/ 245647 w 1508539"/>
              <a:gd name="connsiteY121" fmla="*/ 1563678 h 6858000"/>
              <a:gd name="connsiteX122" fmla="*/ 258727 w 1508539"/>
              <a:gd name="connsiteY122" fmla="*/ 1519474 h 6858000"/>
              <a:gd name="connsiteX123" fmla="*/ 251469 w 1508539"/>
              <a:gd name="connsiteY123" fmla="*/ 1477995 h 6858000"/>
              <a:gd name="connsiteX124" fmla="*/ 237554 w 1508539"/>
              <a:gd name="connsiteY124" fmla="*/ 1373769 h 6858000"/>
              <a:gd name="connsiteX125" fmla="*/ 245861 w 1508539"/>
              <a:gd name="connsiteY125" fmla="*/ 1307086 h 6858000"/>
              <a:gd name="connsiteX126" fmla="*/ 247049 w 1508539"/>
              <a:gd name="connsiteY126" fmla="*/ 1189033 h 6858000"/>
              <a:gd name="connsiteX127" fmla="*/ 251734 w 1508539"/>
              <a:gd name="connsiteY127" fmla="*/ 1168288 h 6858000"/>
              <a:gd name="connsiteX128" fmla="*/ 244016 w 1508539"/>
              <a:gd name="connsiteY128" fmla="*/ 1142577 h 6858000"/>
              <a:gd name="connsiteX129" fmla="*/ 233322 w 1508539"/>
              <a:gd name="connsiteY129" fmla="*/ 1088484 h 6858000"/>
              <a:gd name="connsiteX130" fmla="*/ 222058 w 1508539"/>
              <a:gd name="connsiteY130" fmla="*/ 1016103 h 6858000"/>
              <a:gd name="connsiteX131" fmla="*/ 223514 w 1508539"/>
              <a:gd name="connsiteY131" fmla="*/ 932283 h 6858000"/>
              <a:gd name="connsiteX132" fmla="*/ 225750 w 1508539"/>
              <a:gd name="connsiteY132" fmla="*/ 915925 h 6858000"/>
              <a:gd name="connsiteX133" fmla="*/ 218379 w 1508539"/>
              <a:gd name="connsiteY133" fmla="*/ 896999 h 6858000"/>
              <a:gd name="connsiteX134" fmla="*/ 187787 w 1508539"/>
              <a:gd name="connsiteY134" fmla="*/ 821517 h 6858000"/>
              <a:gd name="connsiteX135" fmla="*/ 166737 w 1508539"/>
              <a:gd name="connsiteY135" fmla="*/ 751353 h 6858000"/>
              <a:gd name="connsiteX136" fmla="*/ 166295 w 1508539"/>
              <a:gd name="connsiteY136" fmla="*/ 721230 h 6858000"/>
              <a:gd name="connsiteX137" fmla="*/ 151966 w 1508539"/>
              <a:gd name="connsiteY137" fmla="*/ 681659 h 6858000"/>
              <a:gd name="connsiteX138" fmla="*/ 137385 w 1508539"/>
              <a:gd name="connsiteY138" fmla="*/ 635218 h 6858000"/>
              <a:gd name="connsiteX139" fmla="*/ 142396 w 1508539"/>
              <a:gd name="connsiteY139" fmla="*/ 613763 h 6858000"/>
              <a:gd name="connsiteX140" fmla="*/ 128338 w 1508539"/>
              <a:gd name="connsiteY140" fmla="*/ 598582 h 6858000"/>
              <a:gd name="connsiteX141" fmla="*/ 128019 w 1508539"/>
              <a:gd name="connsiteY141" fmla="*/ 576846 h 6858000"/>
              <a:gd name="connsiteX142" fmla="*/ 107645 w 1508539"/>
              <a:gd name="connsiteY142" fmla="*/ 530055 h 6858000"/>
              <a:gd name="connsiteX143" fmla="*/ 106893 w 1508539"/>
              <a:gd name="connsiteY143" fmla="*/ 465389 h 6858000"/>
              <a:gd name="connsiteX144" fmla="*/ 89816 w 1508539"/>
              <a:gd name="connsiteY144" fmla="*/ 424699 h 6858000"/>
              <a:gd name="connsiteX145" fmla="*/ 90191 w 1508539"/>
              <a:gd name="connsiteY145" fmla="*/ 404917 h 6858000"/>
              <a:gd name="connsiteX146" fmla="*/ 70148 w 1508539"/>
              <a:gd name="connsiteY146" fmla="*/ 367211 h 6858000"/>
              <a:gd name="connsiteX147" fmla="*/ 36452 w 1508539"/>
              <a:gd name="connsiteY147" fmla="*/ 268519 h 6858000"/>
              <a:gd name="connsiteX148" fmla="*/ 23935 w 1508539"/>
              <a:gd name="connsiteY148" fmla="*/ 160886 h 6858000"/>
              <a:gd name="connsiteX149" fmla="*/ 19312 w 1508539"/>
              <a:gd name="connsiteY149" fmla="*/ 47336 h 6858000"/>
              <a:gd name="connsiteX150" fmla="*/ 0 w 1508539"/>
              <a:gd name="connsiteY150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57174 w 1508539"/>
              <a:gd name="connsiteY3" fmla="*/ 6858000 h 6858000"/>
              <a:gd name="connsiteX4" fmla="*/ 57315 w 1508539"/>
              <a:gd name="connsiteY4" fmla="*/ 6857735 h 6858000"/>
              <a:gd name="connsiteX5" fmla="*/ 69364 w 1508539"/>
              <a:gd name="connsiteY5" fmla="*/ 6809549 h 6858000"/>
              <a:gd name="connsiteX6" fmla="*/ 101575 w 1508539"/>
              <a:gd name="connsiteY6" fmla="*/ 6715115 h 6858000"/>
              <a:gd name="connsiteX7" fmla="*/ 111426 w 1508539"/>
              <a:gd name="connsiteY7" fmla="*/ 6680170 h 6858000"/>
              <a:gd name="connsiteX8" fmla="*/ 136976 w 1508539"/>
              <a:gd name="connsiteY8" fmla="*/ 6621207 h 6858000"/>
              <a:gd name="connsiteX9" fmla="*/ 153633 w 1508539"/>
              <a:gd name="connsiteY9" fmla="*/ 6596265 h 6858000"/>
              <a:gd name="connsiteX10" fmla="*/ 153512 w 1508539"/>
              <a:gd name="connsiteY10" fmla="*/ 6594818 h 6858000"/>
              <a:gd name="connsiteX11" fmla="*/ 157757 w 1508539"/>
              <a:gd name="connsiteY11" fmla="*/ 6593735 h 6858000"/>
              <a:gd name="connsiteX12" fmla="*/ 160954 w 1508539"/>
              <a:gd name="connsiteY12" fmla="*/ 6589172 h 6858000"/>
              <a:gd name="connsiteX13" fmla="*/ 164248 w 1508539"/>
              <a:gd name="connsiteY13" fmla="*/ 6574442 h 6858000"/>
              <a:gd name="connsiteX14" fmla="*/ 164588 w 1508539"/>
              <a:gd name="connsiteY14" fmla="*/ 6568530 h 6858000"/>
              <a:gd name="connsiteX15" fmla="*/ 166997 w 1508539"/>
              <a:gd name="connsiteY15" fmla="*/ 6560674 h 6858000"/>
              <a:gd name="connsiteX16" fmla="*/ 167342 w 1508539"/>
              <a:gd name="connsiteY16" fmla="*/ 6560598 h 6858000"/>
              <a:gd name="connsiteX17" fmla="*/ 169039 w 1508539"/>
              <a:gd name="connsiteY17" fmla="*/ 6553006 h 6858000"/>
              <a:gd name="connsiteX18" fmla="*/ 173735 w 1508539"/>
              <a:gd name="connsiteY18" fmla="*/ 6514360 h 6858000"/>
              <a:gd name="connsiteX19" fmla="*/ 215389 w 1508539"/>
              <a:gd name="connsiteY19" fmla="*/ 6478062 h 6858000"/>
              <a:gd name="connsiteX20" fmla="*/ 226078 w 1508539"/>
              <a:gd name="connsiteY20" fmla="*/ 6460325 h 6858000"/>
              <a:gd name="connsiteX21" fmla="*/ 233311 w 1508539"/>
              <a:gd name="connsiteY21" fmla="*/ 6451488 h 6858000"/>
              <a:gd name="connsiteX22" fmla="*/ 234746 w 1508539"/>
              <a:gd name="connsiteY22" fmla="*/ 6451348 h 6858000"/>
              <a:gd name="connsiteX23" fmla="*/ 239104 w 1508539"/>
              <a:gd name="connsiteY23" fmla="*/ 6414240 h 6858000"/>
              <a:gd name="connsiteX24" fmla="*/ 241880 w 1508539"/>
              <a:gd name="connsiteY24" fmla="*/ 6384857 h 6858000"/>
              <a:gd name="connsiteX25" fmla="*/ 240591 w 1508539"/>
              <a:gd name="connsiteY25" fmla="*/ 6367510 h 6858000"/>
              <a:gd name="connsiteX26" fmla="*/ 244471 w 1508539"/>
              <a:gd name="connsiteY26" fmla="*/ 6349778 h 6858000"/>
              <a:gd name="connsiteX27" fmla="*/ 246136 w 1508539"/>
              <a:gd name="connsiteY27" fmla="*/ 6348250 h 6858000"/>
              <a:gd name="connsiteX28" fmla="*/ 262170 w 1508539"/>
              <a:gd name="connsiteY28" fmla="*/ 6281972 h 6858000"/>
              <a:gd name="connsiteX29" fmla="*/ 272933 w 1508539"/>
              <a:gd name="connsiteY29" fmla="*/ 6211940 h 6858000"/>
              <a:gd name="connsiteX30" fmla="*/ 314428 w 1508539"/>
              <a:gd name="connsiteY30" fmla="*/ 6113913 h 6858000"/>
              <a:gd name="connsiteX31" fmla="*/ 318721 w 1508539"/>
              <a:gd name="connsiteY31" fmla="*/ 6028119 h 6858000"/>
              <a:gd name="connsiteX32" fmla="*/ 345501 w 1508539"/>
              <a:gd name="connsiteY32" fmla="*/ 5934687 h 6858000"/>
              <a:gd name="connsiteX33" fmla="*/ 379513 w 1508539"/>
              <a:gd name="connsiteY33" fmla="*/ 5765594 h 6858000"/>
              <a:gd name="connsiteX34" fmla="*/ 411349 w 1508539"/>
              <a:gd name="connsiteY34" fmla="*/ 5693685 h 6858000"/>
              <a:gd name="connsiteX35" fmla="*/ 431404 w 1508539"/>
              <a:gd name="connsiteY35" fmla="*/ 5665173 h 6858000"/>
              <a:gd name="connsiteX36" fmla="*/ 465121 w 1508539"/>
              <a:gd name="connsiteY36" fmla="*/ 5563435 h 6858000"/>
              <a:gd name="connsiteX37" fmla="*/ 494626 w 1508539"/>
              <a:gd name="connsiteY37" fmla="*/ 5476393 h 6858000"/>
              <a:gd name="connsiteX38" fmla="*/ 525819 w 1508539"/>
              <a:gd name="connsiteY38" fmla="*/ 5396260 h 6858000"/>
              <a:gd name="connsiteX39" fmla="*/ 541800 w 1508539"/>
              <a:gd name="connsiteY39" fmla="*/ 5330009 h 6858000"/>
              <a:gd name="connsiteX40" fmla="*/ 575293 w 1508539"/>
              <a:gd name="connsiteY40" fmla="*/ 5273739 h 6858000"/>
              <a:gd name="connsiteX41" fmla="*/ 584892 w 1508539"/>
              <a:gd name="connsiteY41" fmla="*/ 5241779 h 6858000"/>
              <a:gd name="connsiteX42" fmla="*/ 596118 w 1508539"/>
              <a:gd name="connsiteY42" fmla="*/ 5225268 h 6858000"/>
              <a:gd name="connsiteX43" fmla="*/ 597138 w 1508539"/>
              <a:gd name="connsiteY43" fmla="*/ 5217684 h 6858000"/>
              <a:gd name="connsiteX44" fmla="*/ 604479 w 1508539"/>
              <a:gd name="connsiteY44" fmla="*/ 5193377 h 6858000"/>
              <a:gd name="connsiteX45" fmla="*/ 607782 w 1508539"/>
              <a:gd name="connsiteY45" fmla="*/ 5179288 h 6858000"/>
              <a:gd name="connsiteX46" fmla="*/ 608766 w 1508539"/>
              <a:gd name="connsiteY46" fmla="*/ 5173621 h 6858000"/>
              <a:gd name="connsiteX47" fmla="*/ 604400 w 1508539"/>
              <a:gd name="connsiteY47" fmla="*/ 5159961 h 6858000"/>
              <a:gd name="connsiteX48" fmla="*/ 611077 w 1508539"/>
              <a:gd name="connsiteY48" fmla="*/ 5144295 h 6858000"/>
              <a:gd name="connsiteX49" fmla="*/ 608010 w 1508539"/>
              <a:gd name="connsiteY49" fmla="*/ 5125185 h 6858000"/>
              <a:gd name="connsiteX50" fmla="*/ 614840 w 1508539"/>
              <a:gd name="connsiteY50" fmla="*/ 5121884 h 6858000"/>
              <a:gd name="connsiteX51" fmla="*/ 621876 w 1508539"/>
              <a:gd name="connsiteY51" fmla="*/ 5067850 h 6858000"/>
              <a:gd name="connsiteX52" fmla="*/ 624607 w 1508539"/>
              <a:gd name="connsiteY52" fmla="*/ 5060861 h 6858000"/>
              <a:gd name="connsiteX53" fmla="*/ 621311 w 1508539"/>
              <a:gd name="connsiteY53" fmla="*/ 5034192 h 6858000"/>
              <a:gd name="connsiteX54" fmla="*/ 622865 w 1508539"/>
              <a:gd name="connsiteY54" fmla="*/ 4993030 h 6858000"/>
              <a:gd name="connsiteX55" fmla="*/ 629774 w 1508539"/>
              <a:gd name="connsiteY55" fmla="*/ 4946844 h 6858000"/>
              <a:gd name="connsiteX56" fmla="*/ 625630 w 1508539"/>
              <a:gd name="connsiteY56" fmla="*/ 4932692 h 6858000"/>
              <a:gd name="connsiteX57" fmla="*/ 641033 w 1508539"/>
              <a:gd name="connsiteY57" fmla="*/ 4858827 h 6858000"/>
              <a:gd name="connsiteX58" fmla="*/ 646936 w 1508539"/>
              <a:gd name="connsiteY58" fmla="*/ 4821170 h 6858000"/>
              <a:gd name="connsiteX59" fmla="*/ 651669 w 1508539"/>
              <a:gd name="connsiteY59" fmla="*/ 4780965 h 6858000"/>
              <a:gd name="connsiteX60" fmla="*/ 652962 w 1508539"/>
              <a:gd name="connsiteY60" fmla="*/ 4750867 h 6858000"/>
              <a:gd name="connsiteX61" fmla="*/ 650769 w 1508539"/>
              <a:gd name="connsiteY61" fmla="*/ 4690749 h 6858000"/>
              <a:gd name="connsiteX62" fmla="*/ 646249 w 1508539"/>
              <a:gd name="connsiteY62" fmla="*/ 4584173 h 6858000"/>
              <a:gd name="connsiteX63" fmla="*/ 641332 w 1508539"/>
              <a:gd name="connsiteY63" fmla="*/ 4444346 h 6858000"/>
              <a:gd name="connsiteX64" fmla="*/ 637897 w 1508539"/>
              <a:gd name="connsiteY64" fmla="*/ 4375228 h 6858000"/>
              <a:gd name="connsiteX65" fmla="*/ 618550 w 1508539"/>
              <a:gd name="connsiteY65" fmla="*/ 4214165 h 6858000"/>
              <a:gd name="connsiteX66" fmla="*/ 622623 w 1508539"/>
              <a:gd name="connsiteY66" fmla="*/ 4090296 h 6858000"/>
              <a:gd name="connsiteX67" fmla="*/ 607879 w 1508539"/>
              <a:gd name="connsiteY67" fmla="*/ 4033999 h 6858000"/>
              <a:gd name="connsiteX68" fmla="*/ 609028 w 1508539"/>
              <a:gd name="connsiteY68" fmla="*/ 4031933 h 6858000"/>
              <a:gd name="connsiteX69" fmla="*/ 607604 w 1508539"/>
              <a:gd name="connsiteY69" fmla="*/ 4013953 h 6858000"/>
              <a:gd name="connsiteX70" fmla="*/ 593899 w 1508539"/>
              <a:gd name="connsiteY70" fmla="*/ 3974753 h 6858000"/>
              <a:gd name="connsiteX71" fmla="*/ 595497 w 1508539"/>
              <a:gd name="connsiteY71" fmla="*/ 3969950 h 6858000"/>
              <a:gd name="connsiteX72" fmla="*/ 588919 w 1508539"/>
              <a:gd name="connsiteY72" fmla="*/ 3933779 h 6858000"/>
              <a:gd name="connsiteX73" fmla="*/ 590250 w 1508539"/>
              <a:gd name="connsiteY73" fmla="*/ 3933093 h 6858000"/>
              <a:gd name="connsiteX74" fmla="*/ 594604 w 1508539"/>
              <a:gd name="connsiteY74" fmla="*/ 3922082 h 6858000"/>
              <a:gd name="connsiteX75" fmla="*/ 599682 w 1508539"/>
              <a:gd name="connsiteY75" fmla="*/ 3901461 h 6858000"/>
              <a:gd name="connsiteX76" fmla="*/ 622276 w 1508539"/>
              <a:gd name="connsiteY76" fmla="*/ 3813873 h 6858000"/>
              <a:gd name="connsiteX77" fmla="*/ 621701 w 1508539"/>
              <a:gd name="connsiteY77" fmla="*/ 3806161 h 6858000"/>
              <a:gd name="connsiteX78" fmla="*/ 622008 w 1508539"/>
              <a:gd name="connsiteY78" fmla="*/ 3805957 h 6858000"/>
              <a:gd name="connsiteX79" fmla="*/ 622035 w 1508539"/>
              <a:gd name="connsiteY79" fmla="*/ 3797724 h 6858000"/>
              <a:gd name="connsiteX80" fmla="*/ 620650 w 1508539"/>
              <a:gd name="connsiteY80" fmla="*/ 3792098 h 6858000"/>
              <a:gd name="connsiteX81" fmla="*/ 619534 w 1508539"/>
              <a:gd name="connsiteY81" fmla="*/ 3777135 h 6858000"/>
              <a:gd name="connsiteX82" fmla="*/ 621267 w 1508539"/>
              <a:gd name="connsiteY82" fmla="*/ 3771656 h 6858000"/>
              <a:gd name="connsiteX83" fmla="*/ 625010 w 1508539"/>
              <a:gd name="connsiteY83" fmla="*/ 3769007 h 6858000"/>
              <a:gd name="connsiteX84" fmla="*/ 624476 w 1508539"/>
              <a:gd name="connsiteY84" fmla="*/ 3767709 h 6858000"/>
              <a:gd name="connsiteX85" fmla="*/ 633172 w 1508539"/>
              <a:gd name="connsiteY85" fmla="*/ 3738082 h 6858000"/>
              <a:gd name="connsiteX86" fmla="*/ 640518 w 1508539"/>
              <a:gd name="connsiteY86" fmla="*/ 3673397 h 6858000"/>
              <a:gd name="connsiteX87" fmla="*/ 639814 w 1508539"/>
              <a:gd name="connsiteY87" fmla="*/ 3637109 h 6858000"/>
              <a:gd name="connsiteX88" fmla="*/ 643257 w 1508539"/>
              <a:gd name="connsiteY88" fmla="*/ 3536883 h 6858000"/>
              <a:gd name="connsiteX89" fmla="*/ 650795 w 1508539"/>
              <a:gd name="connsiteY89" fmla="*/ 3435652 h 6858000"/>
              <a:gd name="connsiteX90" fmla="*/ 652466 w 1508539"/>
              <a:gd name="connsiteY90" fmla="*/ 3307769 h 6858000"/>
              <a:gd name="connsiteX91" fmla="*/ 670029 w 1508539"/>
              <a:gd name="connsiteY91" fmla="*/ 3250522 h 6858000"/>
              <a:gd name="connsiteX92" fmla="*/ 670454 w 1508539"/>
              <a:gd name="connsiteY92" fmla="*/ 3229163 h 6858000"/>
              <a:gd name="connsiteX93" fmla="*/ 672277 w 1508539"/>
              <a:gd name="connsiteY93" fmla="*/ 3217217 h 6858000"/>
              <a:gd name="connsiteX94" fmla="*/ 659112 w 1508539"/>
              <a:gd name="connsiteY94" fmla="*/ 3183755 h 6858000"/>
              <a:gd name="connsiteX95" fmla="*/ 659613 w 1508539"/>
              <a:gd name="connsiteY95" fmla="*/ 3178642 h 6858000"/>
              <a:gd name="connsiteX96" fmla="*/ 647213 w 1508539"/>
              <a:gd name="connsiteY96" fmla="*/ 3158586 h 6858000"/>
              <a:gd name="connsiteX97" fmla="*/ 632398 w 1508539"/>
              <a:gd name="connsiteY97" fmla="*/ 3129034 h 6858000"/>
              <a:gd name="connsiteX98" fmla="*/ 633063 w 1508539"/>
              <a:gd name="connsiteY98" fmla="*/ 3126682 h 6858000"/>
              <a:gd name="connsiteX99" fmla="*/ 623931 w 1508539"/>
              <a:gd name="connsiteY99" fmla="*/ 3114519 h 6858000"/>
              <a:gd name="connsiteX100" fmla="*/ 610540 w 1508539"/>
              <a:gd name="connsiteY100" fmla="*/ 3106272 h 6858000"/>
              <a:gd name="connsiteX101" fmla="*/ 583270 w 1508539"/>
              <a:gd name="connsiteY101" fmla="*/ 2958185 h 6858000"/>
              <a:gd name="connsiteX102" fmla="*/ 525884 w 1508539"/>
              <a:gd name="connsiteY102" fmla="*/ 2762989 h 6858000"/>
              <a:gd name="connsiteX103" fmla="*/ 474802 w 1508539"/>
              <a:gd name="connsiteY103" fmla="*/ 2554718 h 6858000"/>
              <a:gd name="connsiteX104" fmla="*/ 454896 w 1508539"/>
              <a:gd name="connsiteY104" fmla="*/ 2485734 h 6858000"/>
              <a:gd name="connsiteX105" fmla="*/ 445619 w 1508539"/>
              <a:gd name="connsiteY105" fmla="*/ 2447068 h 6858000"/>
              <a:gd name="connsiteX106" fmla="*/ 432580 w 1508539"/>
              <a:gd name="connsiteY106" fmla="*/ 2425819 h 6858000"/>
              <a:gd name="connsiteX107" fmla="*/ 438579 w 1508539"/>
              <a:gd name="connsiteY107" fmla="*/ 2402874 h 6858000"/>
              <a:gd name="connsiteX108" fmla="*/ 441191 w 1508539"/>
              <a:gd name="connsiteY108" fmla="*/ 2381443 h 6858000"/>
              <a:gd name="connsiteX109" fmla="*/ 417520 w 1508539"/>
              <a:gd name="connsiteY109" fmla="*/ 2261920 h 6858000"/>
              <a:gd name="connsiteX110" fmla="*/ 407407 w 1508539"/>
              <a:gd name="connsiteY110" fmla="*/ 2195378 h 6858000"/>
              <a:gd name="connsiteX111" fmla="*/ 391624 w 1508539"/>
              <a:gd name="connsiteY111" fmla="*/ 2155135 h 6858000"/>
              <a:gd name="connsiteX112" fmla="*/ 389082 w 1508539"/>
              <a:gd name="connsiteY112" fmla="*/ 2118008 h 6858000"/>
              <a:gd name="connsiteX113" fmla="*/ 390075 w 1508539"/>
              <a:gd name="connsiteY113" fmla="*/ 2050531 h 6858000"/>
              <a:gd name="connsiteX114" fmla="*/ 381881 w 1508539"/>
              <a:gd name="connsiteY114" fmla="*/ 1963269 h 6858000"/>
              <a:gd name="connsiteX115" fmla="*/ 363059 w 1508539"/>
              <a:gd name="connsiteY115" fmla="*/ 1906352 h 6858000"/>
              <a:gd name="connsiteX116" fmla="*/ 339616 w 1508539"/>
              <a:gd name="connsiteY116" fmla="*/ 1861531 h 6858000"/>
              <a:gd name="connsiteX117" fmla="*/ 293415 w 1508539"/>
              <a:gd name="connsiteY117" fmla="*/ 1732919 h 6858000"/>
              <a:gd name="connsiteX118" fmla="*/ 265726 w 1508539"/>
              <a:gd name="connsiteY118" fmla="*/ 1663540 h 6858000"/>
              <a:gd name="connsiteX119" fmla="*/ 264852 w 1508539"/>
              <a:gd name="connsiteY119" fmla="*/ 1615777 h 6858000"/>
              <a:gd name="connsiteX120" fmla="*/ 245647 w 1508539"/>
              <a:gd name="connsiteY120" fmla="*/ 1563678 h 6858000"/>
              <a:gd name="connsiteX121" fmla="*/ 258727 w 1508539"/>
              <a:gd name="connsiteY121" fmla="*/ 1519474 h 6858000"/>
              <a:gd name="connsiteX122" fmla="*/ 251469 w 1508539"/>
              <a:gd name="connsiteY122" fmla="*/ 1477995 h 6858000"/>
              <a:gd name="connsiteX123" fmla="*/ 237554 w 1508539"/>
              <a:gd name="connsiteY123" fmla="*/ 1373769 h 6858000"/>
              <a:gd name="connsiteX124" fmla="*/ 245861 w 1508539"/>
              <a:gd name="connsiteY124" fmla="*/ 1307086 h 6858000"/>
              <a:gd name="connsiteX125" fmla="*/ 247049 w 1508539"/>
              <a:gd name="connsiteY125" fmla="*/ 1189033 h 6858000"/>
              <a:gd name="connsiteX126" fmla="*/ 251734 w 1508539"/>
              <a:gd name="connsiteY126" fmla="*/ 1168288 h 6858000"/>
              <a:gd name="connsiteX127" fmla="*/ 244016 w 1508539"/>
              <a:gd name="connsiteY127" fmla="*/ 1142577 h 6858000"/>
              <a:gd name="connsiteX128" fmla="*/ 233322 w 1508539"/>
              <a:gd name="connsiteY128" fmla="*/ 1088484 h 6858000"/>
              <a:gd name="connsiteX129" fmla="*/ 222058 w 1508539"/>
              <a:gd name="connsiteY129" fmla="*/ 1016103 h 6858000"/>
              <a:gd name="connsiteX130" fmla="*/ 223514 w 1508539"/>
              <a:gd name="connsiteY130" fmla="*/ 932283 h 6858000"/>
              <a:gd name="connsiteX131" fmla="*/ 225750 w 1508539"/>
              <a:gd name="connsiteY131" fmla="*/ 915925 h 6858000"/>
              <a:gd name="connsiteX132" fmla="*/ 218379 w 1508539"/>
              <a:gd name="connsiteY132" fmla="*/ 896999 h 6858000"/>
              <a:gd name="connsiteX133" fmla="*/ 187787 w 1508539"/>
              <a:gd name="connsiteY133" fmla="*/ 821517 h 6858000"/>
              <a:gd name="connsiteX134" fmla="*/ 166737 w 1508539"/>
              <a:gd name="connsiteY134" fmla="*/ 751353 h 6858000"/>
              <a:gd name="connsiteX135" fmla="*/ 166295 w 1508539"/>
              <a:gd name="connsiteY135" fmla="*/ 721230 h 6858000"/>
              <a:gd name="connsiteX136" fmla="*/ 151966 w 1508539"/>
              <a:gd name="connsiteY136" fmla="*/ 681659 h 6858000"/>
              <a:gd name="connsiteX137" fmla="*/ 137385 w 1508539"/>
              <a:gd name="connsiteY137" fmla="*/ 635218 h 6858000"/>
              <a:gd name="connsiteX138" fmla="*/ 142396 w 1508539"/>
              <a:gd name="connsiteY138" fmla="*/ 613763 h 6858000"/>
              <a:gd name="connsiteX139" fmla="*/ 128338 w 1508539"/>
              <a:gd name="connsiteY139" fmla="*/ 598582 h 6858000"/>
              <a:gd name="connsiteX140" fmla="*/ 128019 w 1508539"/>
              <a:gd name="connsiteY140" fmla="*/ 576846 h 6858000"/>
              <a:gd name="connsiteX141" fmla="*/ 107645 w 1508539"/>
              <a:gd name="connsiteY141" fmla="*/ 530055 h 6858000"/>
              <a:gd name="connsiteX142" fmla="*/ 106893 w 1508539"/>
              <a:gd name="connsiteY142" fmla="*/ 465389 h 6858000"/>
              <a:gd name="connsiteX143" fmla="*/ 89816 w 1508539"/>
              <a:gd name="connsiteY143" fmla="*/ 424699 h 6858000"/>
              <a:gd name="connsiteX144" fmla="*/ 90191 w 1508539"/>
              <a:gd name="connsiteY144" fmla="*/ 404917 h 6858000"/>
              <a:gd name="connsiteX145" fmla="*/ 70148 w 1508539"/>
              <a:gd name="connsiteY145" fmla="*/ 367211 h 6858000"/>
              <a:gd name="connsiteX146" fmla="*/ 36452 w 1508539"/>
              <a:gd name="connsiteY146" fmla="*/ 268519 h 6858000"/>
              <a:gd name="connsiteX147" fmla="*/ 23935 w 1508539"/>
              <a:gd name="connsiteY147" fmla="*/ 160886 h 6858000"/>
              <a:gd name="connsiteX148" fmla="*/ 19312 w 1508539"/>
              <a:gd name="connsiteY148" fmla="*/ 47336 h 6858000"/>
              <a:gd name="connsiteX149" fmla="*/ 0 w 1508539"/>
              <a:gd name="connsiteY14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57174 w 1508539"/>
              <a:gd name="connsiteY3" fmla="*/ 6858000 h 6858000"/>
              <a:gd name="connsiteX4" fmla="*/ 139560 w 1508539"/>
              <a:gd name="connsiteY4" fmla="*/ 6857735 h 6858000"/>
              <a:gd name="connsiteX5" fmla="*/ 69364 w 1508539"/>
              <a:gd name="connsiteY5" fmla="*/ 6809549 h 6858000"/>
              <a:gd name="connsiteX6" fmla="*/ 101575 w 1508539"/>
              <a:gd name="connsiteY6" fmla="*/ 6715115 h 6858000"/>
              <a:gd name="connsiteX7" fmla="*/ 111426 w 1508539"/>
              <a:gd name="connsiteY7" fmla="*/ 6680170 h 6858000"/>
              <a:gd name="connsiteX8" fmla="*/ 136976 w 1508539"/>
              <a:gd name="connsiteY8" fmla="*/ 6621207 h 6858000"/>
              <a:gd name="connsiteX9" fmla="*/ 153633 w 1508539"/>
              <a:gd name="connsiteY9" fmla="*/ 6596265 h 6858000"/>
              <a:gd name="connsiteX10" fmla="*/ 153512 w 1508539"/>
              <a:gd name="connsiteY10" fmla="*/ 6594818 h 6858000"/>
              <a:gd name="connsiteX11" fmla="*/ 157757 w 1508539"/>
              <a:gd name="connsiteY11" fmla="*/ 6593735 h 6858000"/>
              <a:gd name="connsiteX12" fmla="*/ 160954 w 1508539"/>
              <a:gd name="connsiteY12" fmla="*/ 6589172 h 6858000"/>
              <a:gd name="connsiteX13" fmla="*/ 164248 w 1508539"/>
              <a:gd name="connsiteY13" fmla="*/ 6574442 h 6858000"/>
              <a:gd name="connsiteX14" fmla="*/ 164588 w 1508539"/>
              <a:gd name="connsiteY14" fmla="*/ 6568530 h 6858000"/>
              <a:gd name="connsiteX15" fmla="*/ 166997 w 1508539"/>
              <a:gd name="connsiteY15" fmla="*/ 6560674 h 6858000"/>
              <a:gd name="connsiteX16" fmla="*/ 167342 w 1508539"/>
              <a:gd name="connsiteY16" fmla="*/ 6560598 h 6858000"/>
              <a:gd name="connsiteX17" fmla="*/ 169039 w 1508539"/>
              <a:gd name="connsiteY17" fmla="*/ 6553006 h 6858000"/>
              <a:gd name="connsiteX18" fmla="*/ 173735 w 1508539"/>
              <a:gd name="connsiteY18" fmla="*/ 6514360 h 6858000"/>
              <a:gd name="connsiteX19" fmla="*/ 215389 w 1508539"/>
              <a:gd name="connsiteY19" fmla="*/ 6478062 h 6858000"/>
              <a:gd name="connsiteX20" fmla="*/ 226078 w 1508539"/>
              <a:gd name="connsiteY20" fmla="*/ 6460325 h 6858000"/>
              <a:gd name="connsiteX21" fmla="*/ 233311 w 1508539"/>
              <a:gd name="connsiteY21" fmla="*/ 6451488 h 6858000"/>
              <a:gd name="connsiteX22" fmla="*/ 234746 w 1508539"/>
              <a:gd name="connsiteY22" fmla="*/ 6451348 h 6858000"/>
              <a:gd name="connsiteX23" fmla="*/ 239104 w 1508539"/>
              <a:gd name="connsiteY23" fmla="*/ 6414240 h 6858000"/>
              <a:gd name="connsiteX24" fmla="*/ 241880 w 1508539"/>
              <a:gd name="connsiteY24" fmla="*/ 6384857 h 6858000"/>
              <a:gd name="connsiteX25" fmla="*/ 240591 w 1508539"/>
              <a:gd name="connsiteY25" fmla="*/ 6367510 h 6858000"/>
              <a:gd name="connsiteX26" fmla="*/ 244471 w 1508539"/>
              <a:gd name="connsiteY26" fmla="*/ 6349778 h 6858000"/>
              <a:gd name="connsiteX27" fmla="*/ 246136 w 1508539"/>
              <a:gd name="connsiteY27" fmla="*/ 6348250 h 6858000"/>
              <a:gd name="connsiteX28" fmla="*/ 262170 w 1508539"/>
              <a:gd name="connsiteY28" fmla="*/ 6281972 h 6858000"/>
              <a:gd name="connsiteX29" fmla="*/ 272933 w 1508539"/>
              <a:gd name="connsiteY29" fmla="*/ 6211940 h 6858000"/>
              <a:gd name="connsiteX30" fmla="*/ 314428 w 1508539"/>
              <a:gd name="connsiteY30" fmla="*/ 6113913 h 6858000"/>
              <a:gd name="connsiteX31" fmla="*/ 318721 w 1508539"/>
              <a:gd name="connsiteY31" fmla="*/ 6028119 h 6858000"/>
              <a:gd name="connsiteX32" fmla="*/ 345501 w 1508539"/>
              <a:gd name="connsiteY32" fmla="*/ 5934687 h 6858000"/>
              <a:gd name="connsiteX33" fmla="*/ 379513 w 1508539"/>
              <a:gd name="connsiteY33" fmla="*/ 5765594 h 6858000"/>
              <a:gd name="connsiteX34" fmla="*/ 411349 w 1508539"/>
              <a:gd name="connsiteY34" fmla="*/ 5693685 h 6858000"/>
              <a:gd name="connsiteX35" fmla="*/ 431404 w 1508539"/>
              <a:gd name="connsiteY35" fmla="*/ 5665173 h 6858000"/>
              <a:gd name="connsiteX36" fmla="*/ 465121 w 1508539"/>
              <a:gd name="connsiteY36" fmla="*/ 5563435 h 6858000"/>
              <a:gd name="connsiteX37" fmla="*/ 494626 w 1508539"/>
              <a:gd name="connsiteY37" fmla="*/ 5476393 h 6858000"/>
              <a:gd name="connsiteX38" fmla="*/ 525819 w 1508539"/>
              <a:gd name="connsiteY38" fmla="*/ 5396260 h 6858000"/>
              <a:gd name="connsiteX39" fmla="*/ 541800 w 1508539"/>
              <a:gd name="connsiteY39" fmla="*/ 5330009 h 6858000"/>
              <a:gd name="connsiteX40" fmla="*/ 575293 w 1508539"/>
              <a:gd name="connsiteY40" fmla="*/ 5273739 h 6858000"/>
              <a:gd name="connsiteX41" fmla="*/ 584892 w 1508539"/>
              <a:gd name="connsiteY41" fmla="*/ 5241779 h 6858000"/>
              <a:gd name="connsiteX42" fmla="*/ 596118 w 1508539"/>
              <a:gd name="connsiteY42" fmla="*/ 5225268 h 6858000"/>
              <a:gd name="connsiteX43" fmla="*/ 597138 w 1508539"/>
              <a:gd name="connsiteY43" fmla="*/ 5217684 h 6858000"/>
              <a:gd name="connsiteX44" fmla="*/ 604479 w 1508539"/>
              <a:gd name="connsiteY44" fmla="*/ 5193377 h 6858000"/>
              <a:gd name="connsiteX45" fmla="*/ 607782 w 1508539"/>
              <a:gd name="connsiteY45" fmla="*/ 5179288 h 6858000"/>
              <a:gd name="connsiteX46" fmla="*/ 608766 w 1508539"/>
              <a:gd name="connsiteY46" fmla="*/ 5173621 h 6858000"/>
              <a:gd name="connsiteX47" fmla="*/ 604400 w 1508539"/>
              <a:gd name="connsiteY47" fmla="*/ 5159961 h 6858000"/>
              <a:gd name="connsiteX48" fmla="*/ 611077 w 1508539"/>
              <a:gd name="connsiteY48" fmla="*/ 5144295 h 6858000"/>
              <a:gd name="connsiteX49" fmla="*/ 608010 w 1508539"/>
              <a:gd name="connsiteY49" fmla="*/ 5125185 h 6858000"/>
              <a:gd name="connsiteX50" fmla="*/ 614840 w 1508539"/>
              <a:gd name="connsiteY50" fmla="*/ 5121884 h 6858000"/>
              <a:gd name="connsiteX51" fmla="*/ 621876 w 1508539"/>
              <a:gd name="connsiteY51" fmla="*/ 5067850 h 6858000"/>
              <a:gd name="connsiteX52" fmla="*/ 624607 w 1508539"/>
              <a:gd name="connsiteY52" fmla="*/ 5060861 h 6858000"/>
              <a:gd name="connsiteX53" fmla="*/ 621311 w 1508539"/>
              <a:gd name="connsiteY53" fmla="*/ 5034192 h 6858000"/>
              <a:gd name="connsiteX54" fmla="*/ 622865 w 1508539"/>
              <a:gd name="connsiteY54" fmla="*/ 4993030 h 6858000"/>
              <a:gd name="connsiteX55" fmla="*/ 629774 w 1508539"/>
              <a:gd name="connsiteY55" fmla="*/ 4946844 h 6858000"/>
              <a:gd name="connsiteX56" fmla="*/ 625630 w 1508539"/>
              <a:gd name="connsiteY56" fmla="*/ 4932692 h 6858000"/>
              <a:gd name="connsiteX57" fmla="*/ 641033 w 1508539"/>
              <a:gd name="connsiteY57" fmla="*/ 4858827 h 6858000"/>
              <a:gd name="connsiteX58" fmla="*/ 646936 w 1508539"/>
              <a:gd name="connsiteY58" fmla="*/ 4821170 h 6858000"/>
              <a:gd name="connsiteX59" fmla="*/ 651669 w 1508539"/>
              <a:gd name="connsiteY59" fmla="*/ 4780965 h 6858000"/>
              <a:gd name="connsiteX60" fmla="*/ 652962 w 1508539"/>
              <a:gd name="connsiteY60" fmla="*/ 4750867 h 6858000"/>
              <a:gd name="connsiteX61" fmla="*/ 650769 w 1508539"/>
              <a:gd name="connsiteY61" fmla="*/ 4690749 h 6858000"/>
              <a:gd name="connsiteX62" fmla="*/ 646249 w 1508539"/>
              <a:gd name="connsiteY62" fmla="*/ 4584173 h 6858000"/>
              <a:gd name="connsiteX63" fmla="*/ 641332 w 1508539"/>
              <a:gd name="connsiteY63" fmla="*/ 4444346 h 6858000"/>
              <a:gd name="connsiteX64" fmla="*/ 637897 w 1508539"/>
              <a:gd name="connsiteY64" fmla="*/ 4375228 h 6858000"/>
              <a:gd name="connsiteX65" fmla="*/ 618550 w 1508539"/>
              <a:gd name="connsiteY65" fmla="*/ 4214165 h 6858000"/>
              <a:gd name="connsiteX66" fmla="*/ 622623 w 1508539"/>
              <a:gd name="connsiteY66" fmla="*/ 4090296 h 6858000"/>
              <a:gd name="connsiteX67" fmla="*/ 607879 w 1508539"/>
              <a:gd name="connsiteY67" fmla="*/ 4033999 h 6858000"/>
              <a:gd name="connsiteX68" fmla="*/ 609028 w 1508539"/>
              <a:gd name="connsiteY68" fmla="*/ 4031933 h 6858000"/>
              <a:gd name="connsiteX69" fmla="*/ 607604 w 1508539"/>
              <a:gd name="connsiteY69" fmla="*/ 4013953 h 6858000"/>
              <a:gd name="connsiteX70" fmla="*/ 593899 w 1508539"/>
              <a:gd name="connsiteY70" fmla="*/ 3974753 h 6858000"/>
              <a:gd name="connsiteX71" fmla="*/ 595497 w 1508539"/>
              <a:gd name="connsiteY71" fmla="*/ 3969950 h 6858000"/>
              <a:gd name="connsiteX72" fmla="*/ 588919 w 1508539"/>
              <a:gd name="connsiteY72" fmla="*/ 3933779 h 6858000"/>
              <a:gd name="connsiteX73" fmla="*/ 590250 w 1508539"/>
              <a:gd name="connsiteY73" fmla="*/ 3933093 h 6858000"/>
              <a:gd name="connsiteX74" fmla="*/ 594604 w 1508539"/>
              <a:gd name="connsiteY74" fmla="*/ 3922082 h 6858000"/>
              <a:gd name="connsiteX75" fmla="*/ 599682 w 1508539"/>
              <a:gd name="connsiteY75" fmla="*/ 3901461 h 6858000"/>
              <a:gd name="connsiteX76" fmla="*/ 622276 w 1508539"/>
              <a:gd name="connsiteY76" fmla="*/ 3813873 h 6858000"/>
              <a:gd name="connsiteX77" fmla="*/ 621701 w 1508539"/>
              <a:gd name="connsiteY77" fmla="*/ 3806161 h 6858000"/>
              <a:gd name="connsiteX78" fmla="*/ 622008 w 1508539"/>
              <a:gd name="connsiteY78" fmla="*/ 3805957 h 6858000"/>
              <a:gd name="connsiteX79" fmla="*/ 622035 w 1508539"/>
              <a:gd name="connsiteY79" fmla="*/ 3797724 h 6858000"/>
              <a:gd name="connsiteX80" fmla="*/ 620650 w 1508539"/>
              <a:gd name="connsiteY80" fmla="*/ 3792098 h 6858000"/>
              <a:gd name="connsiteX81" fmla="*/ 619534 w 1508539"/>
              <a:gd name="connsiteY81" fmla="*/ 3777135 h 6858000"/>
              <a:gd name="connsiteX82" fmla="*/ 621267 w 1508539"/>
              <a:gd name="connsiteY82" fmla="*/ 3771656 h 6858000"/>
              <a:gd name="connsiteX83" fmla="*/ 625010 w 1508539"/>
              <a:gd name="connsiteY83" fmla="*/ 3769007 h 6858000"/>
              <a:gd name="connsiteX84" fmla="*/ 624476 w 1508539"/>
              <a:gd name="connsiteY84" fmla="*/ 3767709 h 6858000"/>
              <a:gd name="connsiteX85" fmla="*/ 633172 w 1508539"/>
              <a:gd name="connsiteY85" fmla="*/ 3738082 h 6858000"/>
              <a:gd name="connsiteX86" fmla="*/ 640518 w 1508539"/>
              <a:gd name="connsiteY86" fmla="*/ 3673397 h 6858000"/>
              <a:gd name="connsiteX87" fmla="*/ 639814 w 1508539"/>
              <a:gd name="connsiteY87" fmla="*/ 3637109 h 6858000"/>
              <a:gd name="connsiteX88" fmla="*/ 643257 w 1508539"/>
              <a:gd name="connsiteY88" fmla="*/ 3536883 h 6858000"/>
              <a:gd name="connsiteX89" fmla="*/ 650795 w 1508539"/>
              <a:gd name="connsiteY89" fmla="*/ 3435652 h 6858000"/>
              <a:gd name="connsiteX90" fmla="*/ 652466 w 1508539"/>
              <a:gd name="connsiteY90" fmla="*/ 3307769 h 6858000"/>
              <a:gd name="connsiteX91" fmla="*/ 670029 w 1508539"/>
              <a:gd name="connsiteY91" fmla="*/ 3250522 h 6858000"/>
              <a:gd name="connsiteX92" fmla="*/ 670454 w 1508539"/>
              <a:gd name="connsiteY92" fmla="*/ 3229163 h 6858000"/>
              <a:gd name="connsiteX93" fmla="*/ 672277 w 1508539"/>
              <a:gd name="connsiteY93" fmla="*/ 3217217 h 6858000"/>
              <a:gd name="connsiteX94" fmla="*/ 659112 w 1508539"/>
              <a:gd name="connsiteY94" fmla="*/ 3183755 h 6858000"/>
              <a:gd name="connsiteX95" fmla="*/ 659613 w 1508539"/>
              <a:gd name="connsiteY95" fmla="*/ 3178642 h 6858000"/>
              <a:gd name="connsiteX96" fmla="*/ 647213 w 1508539"/>
              <a:gd name="connsiteY96" fmla="*/ 3158586 h 6858000"/>
              <a:gd name="connsiteX97" fmla="*/ 632398 w 1508539"/>
              <a:gd name="connsiteY97" fmla="*/ 3129034 h 6858000"/>
              <a:gd name="connsiteX98" fmla="*/ 633063 w 1508539"/>
              <a:gd name="connsiteY98" fmla="*/ 3126682 h 6858000"/>
              <a:gd name="connsiteX99" fmla="*/ 623931 w 1508539"/>
              <a:gd name="connsiteY99" fmla="*/ 3114519 h 6858000"/>
              <a:gd name="connsiteX100" fmla="*/ 610540 w 1508539"/>
              <a:gd name="connsiteY100" fmla="*/ 3106272 h 6858000"/>
              <a:gd name="connsiteX101" fmla="*/ 583270 w 1508539"/>
              <a:gd name="connsiteY101" fmla="*/ 2958185 h 6858000"/>
              <a:gd name="connsiteX102" fmla="*/ 525884 w 1508539"/>
              <a:gd name="connsiteY102" fmla="*/ 2762989 h 6858000"/>
              <a:gd name="connsiteX103" fmla="*/ 474802 w 1508539"/>
              <a:gd name="connsiteY103" fmla="*/ 2554718 h 6858000"/>
              <a:gd name="connsiteX104" fmla="*/ 454896 w 1508539"/>
              <a:gd name="connsiteY104" fmla="*/ 2485734 h 6858000"/>
              <a:gd name="connsiteX105" fmla="*/ 445619 w 1508539"/>
              <a:gd name="connsiteY105" fmla="*/ 2447068 h 6858000"/>
              <a:gd name="connsiteX106" fmla="*/ 432580 w 1508539"/>
              <a:gd name="connsiteY106" fmla="*/ 2425819 h 6858000"/>
              <a:gd name="connsiteX107" fmla="*/ 438579 w 1508539"/>
              <a:gd name="connsiteY107" fmla="*/ 2402874 h 6858000"/>
              <a:gd name="connsiteX108" fmla="*/ 441191 w 1508539"/>
              <a:gd name="connsiteY108" fmla="*/ 2381443 h 6858000"/>
              <a:gd name="connsiteX109" fmla="*/ 417520 w 1508539"/>
              <a:gd name="connsiteY109" fmla="*/ 2261920 h 6858000"/>
              <a:gd name="connsiteX110" fmla="*/ 407407 w 1508539"/>
              <a:gd name="connsiteY110" fmla="*/ 2195378 h 6858000"/>
              <a:gd name="connsiteX111" fmla="*/ 391624 w 1508539"/>
              <a:gd name="connsiteY111" fmla="*/ 2155135 h 6858000"/>
              <a:gd name="connsiteX112" fmla="*/ 389082 w 1508539"/>
              <a:gd name="connsiteY112" fmla="*/ 2118008 h 6858000"/>
              <a:gd name="connsiteX113" fmla="*/ 390075 w 1508539"/>
              <a:gd name="connsiteY113" fmla="*/ 2050531 h 6858000"/>
              <a:gd name="connsiteX114" fmla="*/ 381881 w 1508539"/>
              <a:gd name="connsiteY114" fmla="*/ 1963269 h 6858000"/>
              <a:gd name="connsiteX115" fmla="*/ 363059 w 1508539"/>
              <a:gd name="connsiteY115" fmla="*/ 1906352 h 6858000"/>
              <a:gd name="connsiteX116" fmla="*/ 339616 w 1508539"/>
              <a:gd name="connsiteY116" fmla="*/ 1861531 h 6858000"/>
              <a:gd name="connsiteX117" fmla="*/ 293415 w 1508539"/>
              <a:gd name="connsiteY117" fmla="*/ 1732919 h 6858000"/>
              <a:gd name="connsiteX118" fmla="*/ 265726 w 1508539"/>
              <a:gd name="connsiteY118" fmla="*/ 1663540 h 6858000"/>
              <a:gd name="connsiteX119" fmla="*/ 264852 w 1508539"/>
              <a:gd name="connsiteY119" fmla="*/ 1615777 h 6858000"/>
              <a:gd name="connsiteX120" fmla="*/ 245647 w 1508539"/>
              <a:gd name="connsiteY120" fmla="*/ 1563678 h 6858000"/>
              <a:gd name="connsiteX121" fmla="*/ 258727 w 1508539"/>
              <a:gd name="connsiteY121" fmla="*/ 1519474 h 6858000"/>
              <a:gd name="connsiteX122" fmla="*/ 251469 w 1508539"/>
              <a:gd name="connsiteY122" fmla="*/ 1477995 h 6858000"/>
              <a:gd name="connsiteX123" fmla="*/ 237554 w 1508539"/>
              <a:gd name="connsiteY123" fmla="*/ 1373769 h 6858000"/>
              <a:gd name="connsiteX124" fmla="*/ 245861 w 1508539"/>
              <a:gd name="connsiteY124" fmla="*/ 1307086 h 6858000"/>
              <a:gd name="connsiteX125" fmla="*/ 247049 w 1508539"/>
              <a:gd name="connsiteY125" fmla="*/ 1189033 h 6858000"/>
              <a:gd name="connsiteX126" fmla="*/ 251734 w 1508539"/>
              <a:gd name="connsiteY126" fmla="*/ 1168288 h 6858000"/>
              <a:gd name="connsiteX127" fmla="*/ 244016 w 1508539"/>
              <a:gd name="connsiteY127" fmla="*/ 1142577 h 6858000"/>
              <a:gd name="connsiteX128" fmla="*/ 233322 w 1508539"/>
              <a:gd name="connsiteY128" fmla="*/ 1088484 h 6858000"/>
              <a:gd name="connsiteX129" fmla="*/ 222058 w 1508539"/>
              <a:gd name="connsiteY129" fmla="*/ 1016103 h 6858000"/>
              <a:gd name="connsiteX130" fmla="*/ 223514 w 1508539"/>
              <a:gd name="connsiteY130" fmla="*/ 932283 h 6858000"/>
              <a:gd name="connsiteX131" fmla="*/ 225750 w 1508539"/>
              <a:gd name="connsiteY131" fmla="*/ 915925 h 6858000"/>
              <a:gd name="connsiteX132" fmla="*/ 218379 w 1508539"/>
              <a:gd name="connsiteY132" fmla="*/ 896999 h 6858000"/>
              <a:gd name="connsiteX133" fmla="*/ 187787 w 1508539"/>
              <a:gd name="connsiteY133" fmla="*/ 821517 h 6858000"/>
              <a:gd name="connsiteX134" fmla="*/ 166737 w 1508539"/>
              <a:gd name="connsiteY134" fmla="*/ 751353 h 6858000"/>
              <a:gd name="connsiteX135" fmla="*/ 166295 w 1508539"/>
              <a:gd name="connsiteY135" fmla="*/ 721230 h 6858000"/>
              <a:gd name="connsiteX136" fmla="*/ 151966 w 1508539"/>
              <a:gd name="connsiteY136" fmla="*/ 681659 h 6858000"/>
              <a:gd name="connsiteX137" fmla="*/ 137385 w 1508539"/>
              <a:gd name="connsiteY137" fmla="*/ 635218 h 6858000"/>
              <a:gd name="connsiteX138" fmla="*/ 142396 w 1508539"/>
              <a:gd name="connsiteY138" fmla="*/ 613763 h 6858000"/>
              <a:gd name="connsiteX139" fmla="*/ 128338 w 1508539"/>
              <a:gd name="connsiteY139" fmla="*/ 598582 h 6858000"/>
              <a:gd name="connsiteX140" fmla="*/ 128019 w 1508539"/>
              <a:gd name="connsiteY140" fmla="*/ 576846 h 6858000"/>
              <a:gd name="connsiteX141" fmla="*/ 107645 w 1508539"/>
              <a:gd name="connsiteY141" fmla="*/ 530055 h 6858000"/>
              <a:gd name="connsiteX142" fmla="*/ 106893 w 1508539"/>
              <a:gd name="connsiteY142" fmla="*/ 465389 h 6858000"/>
              <a:gd name="connsiteX143" fmla="*/ 89816 w 1508539"/>
              <a:gd name="connsiteY143" fmla="*/ 424699 h 6858000"/>
              <a:gd name="connsiteX144" fmla="*/ 90191 w 1508539"/>
              <a:gd name="connsiteY144" fmla="*/ 404917 h 6858000"/>
              <a:gd name="connsiteX145" fmla="*/ 70148 w 1508539"/>
              <a:gd name="connsiteY145" fmla="*/ 367211 h 6858000"/>
              <a:gd name="connsiteX146" fmla="*/ 36452 w 1508539"/>
              <a:gd name="connsiteY146" fmla="*/ 268519 h 6858000"/>
              <a:gd name="connsiteX147" fmla="*/ 23935 w 1508539"/>
              <a:gd name="connsiteY147" fmla="*/ 160886 h 6858000"/>
              <a:gd name="connsiteX148" fmla="*/ 19312 w 1508539"/>
              <a:gd name="connsiteY148" fmla="*/ 47336 h 6858000"/>
              <a:gd name="connsiteX149" fmla="*/ 0 w 1508539"/>
              <a:gd name="connsiteY14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69364 w 1508539"/>
              <a:gd name="connsiteY4" fmla="*/ 6809549 h 6858000"/>
              <a:gd name="connsiteX5" fmla="*/ 101575 w 1508539"/>
              <a:gd name="connsiteY5" fmla="*/ 6715115 h 6858000"/>
              <a:gd name="connsiteX6" fmla="*/ 111426 w 1508539"/>
              <a:gd name="connsiteY6" fmla="*/ 6680170 h 6858000"/>
              <a:gd name="connsiteX7" fmla="*/ 136976 w 1508539"/>
              <a:gd name="connsiteY7" fmla="*/ 6621207 h 6858000"/>
              <a:gd name="connsiteX8" fmla="*/ 153633 w 1508539"/>
              <a:gd name="connsiteY8" fmla="*/ 6596265 h 6858000"/>
              <a:gd name="connsiteX9" fmla="*/ 153512 w 1508539"/>
              <a:gd name="connsiteY9" fmla="*/ 6594818 h 6858000"/>
              <a:gd name="connsiteX10" fmla="*/ 157757 w 1508539"/>
              <a:gd name="connsiteY10" fmla="*/ 6593735 h 6858000"/>
              <a:gd name="connsiteX11" fmla="*/ 160954 w 1508539"/>
              <a:gd name="connsiteY11" fmla="*/ 6589172 h 6858000"/>
              <a:gd name="connsiteX12" fmla="*/ 164248 w 1508539"/>
              <a:gd name="connsiteY12" fmla="*/ 6574442 h 6858000"/>
              <a:gd name="connsiteX13" fmla="*/ 164588 w 1508539"/>
              <a:gd name="connsiteY13" fmla="*/ 6568530 h 6858000"/>
              <a:gd name="connsiteX14" fmla="*/ 166997 w 1508539"/>
              <a:gd name="connsiteY14" fmla="*/ 6560674 h 6858000"/>
              <a:gd name="connsiteX15" fmla="*/ 167342 w 1508539"/>
              <a:gd name="connsiteY15" fmla="*/ 6560598 h 6858000"/>
              <a:gd name="connsiteX16" fmla="*/ 169039 w 1508539"/>
              <a:gd name="connsiteY16" fmla="*/ 6553006 h 6858000"/>
              <a:gd name="connsiteX17" fmla="*/ 173735 w 1508539"/>
              <a:gd name="connsiteY17" fmla="*/ 6514360 h 6858000"/>
              <a:gd name="connsiteX18" fmla="*/ 215389 w 1508539"/>
              <a:gd name="connsiteY18" fmla="*/ 6478062 h 6858000"/>
              <a:gd name="connsiteX19" fmla="*/ 226078 w 1508539"/>
              <a:gd name="connsiteY19" fmla="*/ 6460325 h 6858000"/>
              <a:gd name="connsiteX20" fmla="*/ 233311 w 1508539"/>
              <a:gd name="connsiteY20" fmla="*/ 6451488 h 6858000"/>
              <a:gd name="connsiteX21" fmla="*/ 234746 w 1508539"/>
              <a:gd name="connsiteY21" fmla="*/ 6451348 h 6858000"/>
              <a:gd name="connsiteX22" fmla="*/ 239104 w 1508539"/>
              <a:gd name="connsiteY22" fmla="*/ 6414240 h 6858000"/>
              <a:gd name="connsiteX23" fmla="*/ 241880 w 1508539"/>
              <a:gd name="connsiteY23" fmla="*/ 6384857 h 6858000"/>
              <a:gd name="connsiteX24" fmla="*/ 240591 w 1508539"/>
              <a:gd name="connsiteY24" fmla="*/ 6367510 h 6858000"/>
              <a:gd name="connsiteX25" fmla="*/ 244471 w 1508539"/>
              <a:gd name="connsiteY25" fmla="*/ 6349778 h 6858000"/>
              <a:gd name="connsiteX26" fmla="*/ 246136 w 1508539"/>
              <a:gd name="connsiteY26" fmla="*/ 6348250 h 6858000"/>
              <a:gd name="connsiteX27" fmla="*/ 262170 w 1508539"/>
              <a:gd name="connsiteY27" fmla="*/ 6281972 h 6858000"/>
              <a:gd name="connsiteX28" fmla="*/ 272933 w 1508539"/>
              <a:gd name="connsiteY28" fmla="*/ 6211940 h 6858000"/>
              <a:gd name="connsiteX29" fmla="*/ 314428 w 1508539"/>
              <a:gd name="connsiteY29" fmla="*/ 6113913 h 6858000"/>
              <a:gd name="connsiteX30" fmla="*/ 318721 w 1508539"/>
              <a:gd name="connsiteY30" fmla="*/ 6028119 h 6858000"/>
              <a:gd name="connsiteX31" fmla="*/ 345501 w 1508539"/>
              <a:gd name="connsiteY31" fmla="*/ 5934687 h 6858000"/>
              <a:gd name="connsiteX32" fmla="*/ 379513 w 1508539"/>
              <a:gd name="connsiteY32" fmla="*/ 5765594 h 6858000"/>
              <a:gd name="connsiteX33" fmla="*/ 411349 w 1508539"/>
              <a:gd name="connsiteY33" fmla="*/ 5693685 h 6858000"/>
              <a:gd name="connsiteX34" fmla="*/ 431404 w 1508539"/>
              <a:gd name="connsiteY34" fmla="*/ 5665173 h 6858000"/>
              <a:gd name="connsiteX35" fmla="*/ 465121 w 1508539"/>
              <a:gd name="connsiteY35" fmla="*/ 5563435 h 6858000"/>
              <a:gd name="connsiteX36" fmla="*/ 494626 w 1508539"/>
              <a:gd name="connsiteY36" fmla="*/ 5476393 h 6858000"/>
              <a:gd name="connsiteX37" fmla="*/ 525819 w 1508539"/>
              <a:gd name="connsiteY37" fmla="*/ 5396260 h 6858000"/>
              <a:gd name="connsiteX38" fmla="*/ 541800 w 1508539"/>
              <a:gd name="connsiteY38" fmla="*/ 5330009 h 6858000"/>
              <a:gd name="connsiteX39" fmla="*/ 575293 w 1508539"/>
              <a:gd name="connsiteY39" fmla="*/ 5273739 h 6858000"/>
              <a:gd name="connsiteX40" fmla="*/ 584892 w 1508539"/>
              <a:gd name="connsiteY40" fmla="*/ 5241779 h 6858000"/>
              <a:gd name="connsiteX41" fmla="*/ 596118 w 1508539"/>
              <a:gd name="connsiteY41" fmla="*/ 5225268 h 6858000"/>
              <a:gd name="connsiteX42" fmla="*/ 597138 w 1508539"/>
              <a:gd name="connsiteY42" fmla="*/ 5217684 h 6858000"/>
              <a:gd name="connsiteX43" fmla="*/ 604479 w 1508539"/>
              <a:gd name="connsiteY43" fmla="*/ 5193377 h 6858000"/>
              <a:gd name="connsiteX44" fmla="*/ 607782 w 1508539"/>
              <a:gd name="connsiteY44" fmla="*/ 5179288 h 6858000"/>
              <a:gd name="connsiteX45" fmla="*/ 608766 w 1508539"/>
              <a:gd name="connsiteY45" fmla="*/ 5173621 h 6858000"/>
              <a:gd name="connsiteX46" fmla="*/ 604400 w 1508539"/>
              <a:gd name="connsiteY46" fmla="*/ 5159961 h 6858000"/>
              <a:gd name="connsiteX47" fmla="*/ 611077 w 1508539"/>
              <a:gd name="connsiteY47" fmla="*/ 5144295 h 6858000"/>
              <a:gd name="connsiteX48" fmla="*/ 608010 w 1508539"/>
              <a:gd name="connsiteY48" fmla="*/ 5125185 h 6858000"/>
              <a:gd name="connsiteX49" fmla="*/ 614840 w 1508539"/>
              <a:gd name="connsiteY49" fmla="*/ 5121884 h 6858000"/>
              <a:gd name="connsiteX50" fmla="*/ 621876 w 1508539"/>
              <a:gd name="connsiteY50" fmla="*/ 5067850 h 6858000"/>
              <a:gd name="connsiteX51" fmla="*/ 624607 w 1508539"/>
              <a:gd name="connsiteY51" fmla="*/ 5060861 h 6858000"/>
              <a:gd name="connsiteX52" fmla="*/ 621311 w 1508539"/>
              <a:gd name="connsiteY52" fmla="*/ 5034192 h 6858000"/>
              <a:gd name="connsiteX53" fmla="*/ 622865 w 1508539"/>
              <a:gd name="connsiteY53" fmla="*/ 4993030 h 6858000"/>
              <a:gd name="connsiteX54" fmla="*/ 629774 w 1508539"/>
              <a:gd name="connsiteY54" fmla="*/ 4946844 h 6858000"/>
              <a:gd name="connsiteX55" fmla="*/ 625630 w 1508539"/>
              <a:gd name="connsiteY55" fmla="*/ 4932692 h 6858000"/>
              <a:gd name="connsiteX56" fmla="*/ 641033 w 1508539"/>
              <a:gd name="connsiteY56" fmla="*/ 4858827 h 6858000"/>
              <a:gd name="connsiteX57" fmla="*/ 646936 w 1508539"/>
              <a:gd name="connsiteY57" fmla="*/ 4821170 h 6858000"/>
              <a:gd name="connsiteX58" fmla="*/ 651669 w 1508539"/>
              <a:gd name="connsiteY58" fmla="*/ 4780965 h 6858000"/>
              <a:gd name="connsiteX59" fmla="*/ 652962 w 1508539"/>
              <a:gd name="connsiteY59" fmla="*/ 4750867 h 6858000"/>
              <a:gd name="connsiteX60" fmla="*/ 650769 w 1508539"/>
              <a:gd name="connsiteY60" fmla="*/ 4690749 h 6858000"/>
              <a:gd name="connsiteX61" fmla="*/ 646249 w 1508539"/>
              <a:gd name="connsiteY61" fmla="*/ 4584173 h 6858000"/>
              <a:gd name="connsiteX62" fmla="*/ 641332 w 1508539"/>
              <a:gd name="connsiteY62" fmla="*/ 4444346 h 6858000"/>
              <a:gd name="connsiteX63" fmla="*/ 637897 w 1508539"/>
              <a:gd name="connsiteY63" fmla="*/ 4375228 h 6858000"/>
              <a:gd name="connsiteX64" fmla="*/ 618550 w 1508539"/>
              <a:gd name="connsiteY64" fmla="*/ 4214165 h 6858000"/>
              <a:gd name="connsiteX65" fmla="*/ 622623 w 1508539"/>
              <a:gd name="connsiteY65" fmla="*/ 4090296 h 6858000"/>
              <a:gd name="connsiteX66" fmla="*/ 607879 w 1508539"/>
              <a:gd name="connsiteY66" fmla="*/ 4033999 h 6858000"/>
              <a:gd name="connsiteX67" fmla="*/ 609028 w 1508539"/>
              <a:gd name="connsiteY67" fmla="*/ 4031933 h 6858000"/>
              <a:gd name="connsiteX68" fmla="*/ 607604 w 1508539"/>
              <a:gd name="connsiteY68" fmla="*/ 4013953 h 6858000"/>
              <a:gd name="connsiteX69" fmla="*/ 593899 w 1508539"/>
              <a:gd name="connsiteY69" fmla="*/ 3974753 h 6858000"/>
              <a:gd name="connsiteX70" fmla="*/ 595497 w 1508539"/>
              <a:gd name="connsiteY70" fmla="*/ 3969950 h 6858000"/>
              <a:gd name="connsiteX71" fmla="*/ 588919 w 1508539"/>
              <a:gd name="connsiteY71" fmla="*/ 3933779 h 6858000"/>
              <a:gd name="connsiteX72" fmla="*/ 590250 w 1508539"/>
              <a:gd name="connsiteY72" fmla="*/ 3933093 h 6858000"/>
              <a:gd name="connsiteX73" fmla="*/ 594604 w 1508539"/>
              <a:gd name="connsiteY73" fmla="*/ 3922082 h 6858000"/>
              <a:gd name="connsiteX74" fmla="*/ 599682 w 1508539"/>
              <a:gd name="connsiteY74" fmla="*/ 3901461 h 6858000"/>
              <a:gd name="connsiteX75" fmla="*/ 622276 w 1508539"/>
              <a:gd name="connsiteY75" fmla="*/ 3813873 h 6858000"/>
              <a:gd name="connsiteX76" fmla="*/ 621701 w 1508539"/>
              <a:gd name="connsiteY76" fmla="*/ 3806161 h 6858000"/>
              <a:gd name="connsiteX77" fmla="*/ 622008 w 1508539"/>
              <a:gd name="connsiteY77" fmla="*/ 3805957 h 6858000"/>
              <a:gd name="connsiteX78" fmla="*/ 622035 w 1508539"/>
              <a:gd name="connsiteY78" fmla="*/ 3797724 h 6858000"/>
              <a:gd name="connsiteX79" fmla="*/ 620650 w 1508539"/>
              <a:gd name="connsiteY79" fmla="*/ 3792098 h 6858000"/>
              <a:gd name="connsiteX80" fmla="*/ 619534 w 1508539"/>
              <a:gd name="connsiteY80" fmla="*/ 3777135 h 6858000"/>
              <a:gd name="connsiteX81" fmla="*/ 621267 w 1508539"/>
              <a:gd name="connsiteY81" fmla="*/ 3771656 h 6858000"/>
              <a:gd name="connsiteX82" fmla="*/ 625010 w 1508539"/>
              <a:gd name="connsiteY82" fmla="*/ 3769007 h 6858000"/>
              <a:gd name="connsiteX83" fmla="*/ 624476 w 1508539"/>
              <a:gd name="connsiteY83" fmla="*/ 3767709 h 6858000"/>
              <a:gd name="connsiteX84" fmla="*/ 633172 w 1508539"/>
              <a:gd name="connsiteY84" fmla="*/ 3738082 h 6858000"/>
              <a:gd name="connsiteX85" fmla="*/ 640518 w 1508539"/>
              <a:gd name="connsiteY85" fmla="*/ 3673397 h 6858000"/>
              <a:gd name="connsiteX86" fmla="*/ 639814 w 1508539"/>
              <a:gd name="connsiteY86" fmla="*/ 3637109 h 6858000"/>
              <a:gd name="connsiteX87" fmla="*/ 643257 w 1508539"/>
              <a:gd name="connsiteY87" fmla="*/ 3536883 h 6858000"/>
              <a:gd name="connsiteX88" fmla="*/ 650795 w 1508539"/>
              <a:gd name="connsiteY88" fmla="*/ 3435652 h 6858000"/>
              <a:gd name="connsiteX89" fmla="*/ 652466 w 1508539"/>
              <a:gd name="connsiteY89" fmla="*/ 3307769 h 6858000"/>
              <a:gd name="connsiteX90" fmla="*/ 670029 w 1508539"/>
              <a:gd name="connsiteY90" fmla="*/ 3250522 h 6858000"/>
              <a:gd name="connsiteX91" fmla="*/ 670454 w 1508539"/>
              <a:gd name="connsiteY91" fmla="*/ 3229163 h 6858000"/>
              <a:gd name="connsiteX92" fmla="*/ 672277 w 1508539"/>
              <a:gd name="connsiteY92" fmla="*/ 3217217 h 6858000"/>
              <a:gd name="connsiteX93" fmla="*/ 659112 w 1508539"/>
              <a:gd name="connsiteY93" fmla="*/ 3183755 h 6858000"/>
              <a:gd name="connsiteX94" fmla="*/ 659613 w 1508539"/>
              <a:gd name="connsiteY94" fmla="*/ 3178642 h 6858000"/>
              <a:gd name="connsiteX95" fmla="*/ 647213 w 1508539"/>
              <a:gd name="connsiteY95" fmla="*/ 3158586 h 6858000"/>
              <a:gd name="connsiteX96" fmla="*/ 632398 w 1508539"/>
              <a:gd name="connsiteY96" fmla="*/ 3129034 h 6858000"/>
              <a:gd name="connsiteX97" fmla="*/ 633063 w 1508539"/>
              <a:gd name="connsiteY97" fmla="*/ 3126682 h 6858000"/>
              <a:gd name="connsiteX98" fmla="*/ 623931 w 1508539"/>
              <a:gd name="connsiteY98" fmla="*/ 3114519 h 6858000"/>
              <a:gd name="connsiteX99" fmla="*/ 610540 w 1508539"/>
              <a:gd name="connsiteY99" fmla="*/ 3106272 h 6858000"/>
              <a:gd name="connsiteX100" fmla="*/ 583270 w 1508539"/>
              <a:gd name="connsiteY100" fmla="*/ 2958185 h 6858000"/>
              <a:gd name="connsiteX101" fmla="*/ 525884 w 1508539"/>
              <a:gd name="connsiteY101" fmla="*/ 2762989 h 6858000"/>
              <a:gd name="connsiteX102" fmla="*/ 474802 w 1508539"/>
              <a:gd name="connsiteY102" fmla="*/ 2554718 h 6858000"/>
              <a:gd name="connsiteX103" fmla="*/ 454896 w 1508539"/>
              <a:gd name="connsiteY103" fmla="*/ 2485734 h 6858000"/>
              <a:gd name="connsiteX104" fmla="*/ 445619 w 1508539"/>
              <a:gd name="connsiteY104" fmla="*/ 2447068 h 6858000"/>
              <a:gd name="connsiteX105" fmla="*/ 432580 w 1508539"/>
              <a:gd name="connsiteY105" fmla="*/ 2425819 h 6858000"/>
              <a:gd name="connsiteX106" fmla="*/ 438579 w 1508539"/>
              <a:gd name="connsiteY106" fmla="*/ 2402874 h 6858000"/>
              <a:gd name="connsiteX107" fmla="*/ 441191 w 1508539"/>
              <a:gd name="connsiteY107" fmla="*/ 2381443 h 6858000"/>
              <a:gd name="connsiteX108" fmla="*/ 417520 w 1508539"/>
              <a:gd name="connsiteY108" fmla="*/ 2261920 h 6858000"/>
              <a:gd name="connsiteX109" fmla="*/ 407407 w 1508539"/>
              <a:gd name="connsiteY109" fmla="*/ 2195378 h 6858000"/>
              <a:gd name="connsiteX110" fmla="*/ 391624 w 1508539"/>
              <a:gd name="connsiteY110" fmla="*/ 2155135 h 6858000"/>
              <a:gd name="connsiteX111" fmla="*/ 389082 w 1508539"/>
              <a:gd name="connsiteY111" fmla="*/ 2118008 h 6858000"/>
              <a:gd name="connsiteX112" fmla="*/ 390075 w 1508539"/>
              <a:gd name="connsiteY112" fmla="*/ 2050531 h 6858000"/>
              <a:gd name="connsiteX113" fmla="*/ 381881 w 1508539"/>
              <a:gd name="connsiteY113" fmla="*/ 1963269 h 6858000"/>
              <a:gd name="connsiteX114" fmla="*/ 363059 w 1508539"/>
              <a:gd name="connsiteY114" fmla="*/ 1906352 h 6858000"/>
              <a:gd name="connsiteX115" fmla="*/ 339616 w 1508539"/>
              <a:gd name="connsiteY115" fmla="*/ 1861531 h 6858000"/>
              <a:gd name="connsiteX116" fmla="*/ 293415 w 1508539"/>
              <a:gd name="connsiteY116" fmla="*/ 1732919 h 6858000"/>
              <a:gd name="connsiteX117" fmla="*/ 265726 w 1508539"/>
              <a:gd name="connsiteY117" fmla="*/ 1663540 h 6858000"/>
              <a:gd name="connsiteX118" fmla="*/ 264852 w 1508539"/>
              <a:gd name="connsiteY118" fmla="*/ 1615777 h 6858000"/>
              <a:gd name="connsiteX119" fmla="*/ 245647 w 1508539"/>
              <a:gd name="connsiteY119" fmla="*/ 1563678 h 6858000"/>
              <a:gd name="connsiteX120" fmla="*/ 258727 w 1508539"/>
              <a:gd name="connsiteY120" fmla="*/ 1519474 h 6858000"/>
              <a:gd name="connsiteX121" fmla="*/ 251469 w 1508539"/>
              <a:gd name="connsiteY121" fmla="*/ 1477995 h 6858000"/>
              <a:gd name="connsiteX122" fmla="*/ 237554 w 1508539"/>
              <a:gd name="connsiteY122" fmla="*/ 1373769 h 6858000"/>
              <a:gd name="connsiteX123" fmla="*/ 245861 w 1508539"/>
              <a:gd name="connsiteY123" fmla="*/ 1307086 h 6858000"/>
              <a:gd name="connsiteX124" fmla="*/ 247049 w 1508539"/>
              <a:gd name="connsiteY124" fmla="*/ 1189033 h 6858000"/>
              <a:gd name="connsiteX125" fmla="*/ 251734 w 1508539"/>
              <a:gd name="connsiteY125" fmla="*/ 1168288 h 6858000"/>
              <a:gd name="connsiteX126" fmla="*/ 244016 w 1508539"/>
              <a:gd name="connsiteY126" fmla="*/ 1142577 h 6858000"/>
              <a:gd name="connsiteX127" fmla="*/ 233322 w 1508539"/>
              <a:gd name="connsiteY127" fmla="*/ 1088484 h 6858000"/>
              <a:gd name="connsiteX128" fmla="*/ 222058 w 1508539"/>
              <a:gd name="connsiteY128" fmla="*/ 1016103 h 6858000"/>
              <a:gd name="connsiteX129" fmla="*/ 223514 w 1508539"/>
              <a:gd name="connsiteY129" fmla="*/ 932283 h 6858000"/>
              <a:gd name="connsiteX130" fmla="*/ 225750 w 1508539"/>
              <a:gd name="connsiteY130" fmla="*/ 915925 h 6858000"/>
              <a:gd name="connsiteX131" fmla="*/ 218379 w 1508539"/>
              <a:gd name="connsiteY131" fmla="*/ 896999 h 6858000"/>
              <a:gd name="connsiteX132" fmla="*/ 187787 w 1508539"/>
              <a:gd name="connsiteY132" fmla="*/ 821517 h 6858000"/>
              <a:gd name="connsiteX133" fmla="*/ 166737 w 1508539"/>
              <a:gd name="connsiteY133" fmla="*/ 751353 h 6858000"/>
              <a:gd name="connsiteX134" fmla="*/ 166295 w 1508539"/>
              <a:gd name="connsiteY134" fmla="*/ 721230 h 6858000"/>
              <a:gd name="connsiteX135" fmla="*/ 151966 w 1508539"/>
              <a:gd name="connsiteY135" fmla="*/ 681659 h 6858000"/>
              <a:gd name="connsiteX136" fmla="*/ 137385 w 1508539"/>
              <a:gd name="connsiteY136" fmla="*/ 635218 h 6858000"/>
              <a:gd name="connsiteX137" fmla="*/ 142396 w 1508539"/>
              <a:gd name="connsiteY137" fmla="*/ 613763 h 6858000"/>
              <a:gd name="connsiteX138" fmla="*/ 128338 w 1508539"/>
              <a:gd name="connsiteY138" fmla="*/ 598582 h 6858000"/>
              <a:gd name="connsiteX139" fmla="*/ 128019 w 1508539"/>
              <a:gd name="connsiteY139" fmla="*/ 576846 h 6858000"/>
              <a:gd name="connsiteX140" fmla="*/ 107645 w 1508539"/>
              <a:gd name="connsiteY140" fmla="*/ 530055 h 6858000"/>
              <a:gd name="connsiteX141" fmla="*/ 106893 w 1508539"/>
              <a:gd name="connsiteY141" fmla="*/ 465389 h 6858000"/>
              <a:gd name="connsiteX142" fmla="*/ 89816 w 1508539"/>
              <a:gd name="connsiteY142" fmla="*/ 424699 h 6858000"/>
              <a:gd name="connsiteX143" fmla="*/ 90191 w 1508539"/>
              <a:gd name="connsiteY143" fmla="*/ 404917 h 6858000"/>
              <a:gd name="connsiteX144" fmla="*/ 70148 w 1508539"/>
              <a:gd name="connsiteY144" fmla="*/ 367211 h 6858000"/>
              <a:gd name="connsiteX145" fmla="*/ 36452 w 1508539"/>
              <a:gd name="connsiteY145" fmla="*/ 268519 h 6858000"/>
              <a:gd name="connsiteX146" fmla="*/ 23935 w 1508539"/>
              <a:gd name="connsiteY146" fmla="*/ 160886 h 6858000"/>
              <a:gd name="connsiteX147" fmla="*/ 19312 w 1508539"/>
              <a:gd name="connsiteY147" fmla="*/ 47336 h 6858000"/>
              <a:gd name="connsiteX148" fmla="*/ 0 w 1508539"/>
              <a:gd name="connsiteY148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01575 w 1508539"/>
              <a:gd name="connsiteY4" fmla="*/ 6715115 h 6858000"/>
              <a:gd name="connsiteX5" fmla="*/ 111426 w 1508539"/>
              <a:gd name="connsiteY5" fmla="*/ 6680170 h 6858000"/>
              <a:gd name="connsiteX6" fmla="*/ 136976 w 1508539"/>
              <a:gd name="connsiteY6" fmla="*/ 6621207 h 6858000"/>
              <a:gd name="connsiteX7" fmla="*/ 153633 w 1508539"/>
              <a:gd name="connsiteY7" fmla="*/ 6596265 h 6858000"/>
              <a:gd name="connsiteX8" fmla="*/ 153512 w 1508539"/>
              <a:gd name="connsiteY8" fmla="*/ 6594818 h 6858000"/>
              <a:gd name="connsiteX9" fmla="*/ 157757 w 1508539"/>
              <a:gd name="connsiteY9" fmla="*/ 6593735 h 6858000"/>
              <a:gd name="connsiteX10" fmla="*/ 160954 w 1508539"/>
              <a:gd name="connsiteY10" fmla="*/ 6589172 h 6858000"/>
              <a:gd name="connsiteX11" fmla="*/ 164248 w 1508539"/>
              <a:gd name="connsiteY11" fmla="*/ 6574442 h 6858000"/>
              <a:gd name="connsiteX12" fmla="*/ 164588 w 1508539"/>
              <a:gd name="connsiteY12" fmla="*/ 6568530 h 6858000"/>
              <a:gd name="connsiteX13" fmla="*/ 166997 w 1508539"/>
              <a:gd name="connsiteY13" fmla="*/ 6560674 h 6858000"/>
              <a:gd name="connsiteX14" fmla="*/ 167342 w 1508539"/>
              <a:gd name="connsiteY14" fmla="*/ 6560598 h 6858000"/>
              <a:gd name="connsiteX15" fmla="*/ 169039 w 1508539"/>
              <a:gd name="connsiteY15" fmla="*/ 6553006 h 6858000"/>
              <a:gd name="connsiteX16" fmla="*/ 173735 w 1508539"/>
              <a:gd name="connsiteY16" fmla="*/ 6514360 h 6858000"/>
              <a:gd name="connsiteX17" fmla="*/ 215389 w 1508539"/>
              <a:gd name="connsiteY17" fmla="*/ 6478062 h 6858000"/>
              <a:gd name="connsiteX18" fmla="*/ 226078 w 1508539"/>
              <a:gd name="connsiteY18" fmla="*/ 6460325 h 6858000"/>
              <a:gd name="connsiteX19" fmla="*/ 233311 w 1508539"/>
              <a:gd name="connsiteY19" fmla="*/ 6451488 h 6858000"/>
              <a:gd name="connsiteX20" fmla="*/ 234746 w 1508539"/>
              <a:gd name="connsiteY20" fmla="*/ 6451348 h 6858000"/>
              <a:gd name="connsiteX21" fmla="*/ 239104 w 1508539"/>
              <a:gd name="connsiteY21" fmla="*/ 6414240 h 6858000"/>
              <a:gd name="connsiteX22" fmla="*/ 241880 w 1508539"/>
              <a:gd name="connsiteY22" fmla="*/ 6384857 h 6858000"/>
              <a:gd name="connsiteX23" fmla="*/ 240591 w 1508539"/>
              <a:gd name="connsiteY23" fmla="*/ 6367510 h 6858000"/>
              <a:gd name="connsiteX24" fmla="*/ 244471 w 1508539"/>
              <a:gd name="connsiteY24" fmla="*/ 6349778 h 6858000"/>
              <a:gd name="connsiteX25" fmla="*/ 246136 w 1508539"/>
              <a:gd name="connsiteY25" fmla="*/ 6348250 h 6858000"/>
              <a:gd name="connsiteX26" fmla="*/ 262170 w 1508539"/>
              <a:gd name="connsiteY26" fmla="*/ 6281972 h 6858000"/>
              <a:gd name="connsiteX27" fmla="*/ 272933 w 1508539"/>
              <a:gd name="connsiteY27" fmla="*/ 6211940 h 6858000"/>
              <a:gd name="connsiteX28" fmla="*/ 314428 w 1508539"/>
              <a:gd name="connsiteY28" fmla="*/ 6113913 h 6858000"/>
              <a:gd name="connsiteX29" fmla="*/ 318721 w 1508539"/>
              <a:gd name="connsiteY29" fmla="*/ 6028119 h 6858000"/>
              <a:gd name="connsiteX30" fmla="*/ 345501 w 1508539"/>
              <a:gd name="connsiteY30" fmla="*/ 5934687 h 6858000"/>
              <a:gd name="connsiteX31" fmla="*/ 379513 w 1508539"/>
              <a:gd name="connsiteY31" fmla="*/ 5765594 h 6858000"/>
              <a:gd name="connsiteX32" fmla="*/ 411349 w 1508539"/>
              <a:gd name="connsiteY32" fmla="*/ 5693685 h 6858000"/>
              <a:gd name="connsiteX33" fmla="*/ 431404 w 1508539"/>
              <a:gd name="connsiteY33" fmla="*/ 5665173 h 6858000"/>
              <a:gd name="connsiteX34" fmla="*/ 465121 w 1508539"/>
              <a:gd name="connsiteY34" fmla="*/ 5563435 h 6858000"/>
              <a:gd name="connsiteX35" fmla="*/ 494626 w 1508539"/>
              <a:gd name="connsiteY35" fmla="*/ 5476393 h 6858000"/>
              <a:gd name="connsiteX36" fmla="*/ 525819 w 1508539"/>
              <a:gd name="connsiteY36" fmla="*/ 5396260 h 6858000"/>
              <a:gd name="connsiteX37" fmla="*/ 541800 w 1508539"/>
              <a:gd name="connsiteY37" fmla="*/ 5330009 h 6858000"/>
              <a:gd name="connsiteX38" fmla="*/ 575293 w 1508539"/>
              <a:gd name="connsiteY38" fmla="*/ 5273739 h 6858000"/>
              <a:gd name="connsiteX39" fmla="*/ 584892 w 1508539"/>
              <a:gd name="connsiteY39" fmla="*/ 5241779 h 6858000"/>
              <a:gd name="connsiteX40" fmla="*/ 596118 w 1508539"/>
              <a:gd name="connsiteY40" fmla="*/ 5225268 h 6858000"/>
              <a:gd name="connsiteX41" fmla="*/ 597138 w 1508539"/>
              <a:gd name="connsiteY41" fmla="*/ 5217684 h 6858000"/>
              <a:gd name="connsiteX42" fmla="*/ 604479 w 1508539"/>
              <a:gd name="connsiteY42" fmla="*/ 5193377 h 6858000"/>
              <a:gd name="connsiteX43" fmla="*/ 607782 w 1508539"/>
              <a:gd name="connsiteY43" fmla="*/ 5179288 h 6858000"/>
              <a:gd name="connsiteX44" fmla="*/ 608766 w 1508539"/>
              <a:gd name="connsiteY44" fmla="*/ 5173621 h 6858000"/>
              <a:gd name="connsiteX45" fmla="*/ 604400 w 1508539"/>
              <a:gd name="connsiteY45" fmla="*/ 5159961 h 6858000"/>
              <a:gd name="connsiteX46" fmla="*/ 611077 w 1508539"/>
              <a:gd name="connsiteY46" fmla="*/ 5144295 h 6858000"/>
              <a:gd name="connsiteX47" fmla="*/ 608010 w 1508539"/>
              <a:gd name="connsiteY47" fmla="*/ 5125185 h 6858000"/>
              <a:gd name="connsiteX48" fmla="*/ 614840 w 1508539"/>
              <a:gd name="connsiteY48" fmla="*/ 5121884 h 6858000"/>
              <a:gd name="connsiteX49" fmla="*/ 621876 w 1508539"/>
              <a:gd name="connsiteY49" fmla="*/ 5067850 h 6858000"/>
              <a:gd name="connsiteX50" fmla="*/ 624607 w 1508539"/>
              <a:gd name="connsiteY50" fmla="*/ 5060861 h 6858000"/>
              <a:gd name="connsiteX51" fmla="*/ 621311 w 1508539"/>
              <a:gd name="connsiteY51" fmla="*/ 5034192 h 6858000"/>
              <a:gd name="connsiteX52" fmla="*/ 622865 w 1508539"/>
              <a:gd name="connsiteY52" fmla="*/ 4993030 h 6858000"/>
              <a:gd name="connsiteX53" fmla="*/ 629774 w 1508539"/>
              <a:gd name="connsiteY53" fmla="*/ 4946844 h 6858000"/>
              <a:gd name="connsiteX54" fmla="*/ 625630 w 1508539"/>
              <a:gd name="connsiteY54" fmla="*/ 4932692 h 6858000"/>
              <a:gd name="connsiteX55" fmla="*/ 641033 w 1508539"/>
              <a:gd name="connsiteY55" fmla="*/ 4858827 h 6858000"/>
              <a:gd name="connsiteX56" fmla="*/ 646936 w 1508539"/>
              <a:gd name="connsiteY56" fmla="*/ 4821170 h 6858000"/>
              <a:gd name="connsiteX57" fmla="*/ 651669 w 1508539"/>
              <a:gd name="connsiteY57" fmla="*/ 4780965 h 6858000"/>
              <a:gd name="connsiteX58" fmla="*/ 652962 w 1508539"/>
              <a:gd name="connsiteY58" fmla="*/ 4750867 h 6858000"/>
              <a:gd name="connsiteX59" fmla="*/ 650769 w 1508539"/>
              <a:gd name="connsiteY59" fmla="*/ 4690749 h 6858000"/>
              <a:gd name="connsiteX60" fmla="*/ 646249 w 1508539"/>
              <a:gd name="connsiteY60" fmla="*/ 4584173 h 6858000"/>
              <a:gd name="connsiteX61" fmla="*/ 641332 w 1508539"/>
              <a:gd name="connsiteY61" fmla="*/ 4444346 h 6858000"/>
              <a:gd name="connsiteX62" fmla="*/ 637897 w 1508539"/>
              <a:gd name="connsiteY62" fmla="*/ 4375228 h 6858000"/>
              <a:gd name="connsiteX63" fmla="*/ 618550 w 1508539"/>
              <a:gd name="connsiteY63" fmla="*/ 4214165 h 6858000"/>
              <a:gd name="connsiteX64" fmla="*/ 622623 w 1508539"/>
              <a:gd name="connsiteY64" fmla="*/ 4090296 h 6858000"/>
              <a:gd name="connsiteX65" fmla="*/ 607879 w 1508539"/>
              <a:gd name="connsiteY65" fmla="*/ 4033999 h 6858000"/>
              <a:gd name="connsiteX66" fmla="*/ 609028 w 1508539"/>
              <a:gd name="connsiteY66" fmla="*/ 4031933 h 6858000"/>
              <a:gd name="connsiteX67" fmla="*/ 607604 w 1508539"/>
              <a:gd name="connsiteY67" fmla="*/ 4013953 h 6858000"/>
              <a:gd name="connsiteX68" fmla="*/ 593899 w 1508539"/>
              <a:gd name="connsiteY68" fmla="*/ 3974753 h 6858000"/>
              <a:gd name="connsiteX69" fmla="*/ 595497 w 1508539"/>
              <a:gd name="connsiteY69" fmla="*/ 3969950 h 6858000"/>
              <a:gd name="connsiteX70" fmla="*/ 588919 w 1508539"/>
              <a:gd name="connsiteY70" fmla="*/ 3933779 h 6858000"/>
              <a:gd name="connsiteX71" fmla="*/ 590250 w 1508539"/>
              <a:gd name="connsiteY71" fmla="*/ 3933093 h 6858000"/>
              <a:gd name="connsiteX72" fmla="*/ 594604 w 1508539"/>
              <a:gd name="connsiteY72" fmla="*/ 3922082 h 6858000"/>
              <a:gd name="connsiteX73" fmla="*/ 599682 w 1508539"/>
              <a:gd name="connsiteY73" fmla="*/ 3901461 h 6858000"/>
              <a:gd name="connsiteX74" fmla="*/ 622276 w 1508539"/>
              <a:gd name="connsiteY74" fmla="*/ 3813873 h 6858000"/>
              <a:gd name="connsiteX75" fmla="*/ 621701 w 1508539"/>
              <a:gd name="connsiteY75" fmla="*/ 3806161 h 6858000"/>
              <a:gd name="connsiteX76" fmla="*/ 622008 w 1508539"/>
              <a:gd name="connsiteY76" fmla="*/ 3805957 h 6858000"/>
              <a:gd name="connsiteX77" fmla="*/ 622035 w 1508539"/>
              <a:gd name="connsiteY77" fmla="*/ 3797724 h 6858000"/>
              <a:gd name="connsiteX78" fmla="*/ 620650 w 1508539"/>
              <a:gd name="connsiteY78" fmla="*/ 3792098 h 6858000"/>
              <a:gd name="connsiteX79" fmla="*/ 619534 w 1508539"/>
              <a:gd name="connsiteY79" fmla="*/ 3777135 h 6858000"/>
              <a:gd name="connsiteX80" fmla="*/ 621267 w 1508539"/>
              <a:gd name="connsiteY80" fmla="*/ 3771656 h 6858000"/>
              <a:gd name="connsiteX81" fmla="*/ 625010 w 1508539"/>
              <a:gd name="connsiteY81" fmla="*/ 3769007 h 6858000"/>
              <a:gd name="connsiteX82" fmla="*/ 624476 w 1508539"/>
              <a:gd name="connsiteY82" fmla="*/ 3767709 h 6858000"/>
              <a:gd name="connsiteX83" fmla="*/ 633172 w 1508539"/>
              <a:gd name="connsiteY83" fmla="*/ 3738082 h 6858000"/>
              <a:gd name="connsiteX84" fmla="*/ 640518 w 1508539"/>
              <a:gd name="connsiteY84" fmla="*/ 3673397 h 6858000"/>
              <a:gd name="connsiteX85" fmla="*/ 639814 w 1508539"/>
              <a:gd name="connsiteY85" fmla="*/ 3637109 h 6858000"/>
              <a:gd name="connsiteX86" fmla="*/ 643257 w 1508539"/>
              <a:gd name="connsiteY86" fmla="*/ 3536883 h 6858000"/>
              <a:gd name="connsiteX87" fmla="*/ 650795 w 1508539"/>
              <a:gd name="connsiteY87" fmla="*/ 3435652 h 6858000"/>
              <a:gd name="connsiteX88" fmla="*/ 652466 w 1508539"/>
              <a:gd name="connsiteY88" fmla="*/ 3307769 h 6858000"/>
              <a:gd name="connsiteX89" fmla="*/ 670029 w 1508539"/>
              <a:gd name="connsiteY89" fmla="*/ 3250522 h 6858000"/>
              <a:gd name="connsiteX90" fmla="*/ 670454 w 1508539"/>
              <a:gd name="connsiteY90" fmla="*/ 3229163 h 6858000"/>
              <a:gd name="connsiteX91" fmla="*/ 672277 w 1508539"/>
              <a:gd name="connsiteY91" fmla="*/ 3217217 h 6858000"/>
              <a:gd name="connsiteX92" fmla="*/ 659112 w 1508539"/>
              <a:gd name="connsiteY92" fmla="*/ 3183755 h 6858000"/>
              <a:gd name="connsiteX93" fmla="*/ 659613 w 1508539"/>
              <a:gd name="connsiteY93" fmla="*/ 3178642 h 6858000"/>
              <a:gd name="connsiteX94" fmla="*/ 647213 w 1508539"/>
              <a:gd name="connsiteY94" fmla="*/ 3158586 h 6858000"/>
              <a:gd name="connsiteX95" fmla="*/ 632398 w 1508539"/>
              <a:gd name="connsiteY95" fmla="*/ 3129034 h 6858000"/>
              <a:gd name="connsiteX96" fmla="*/ 633063 w 1508539"/>
              <a:gd name="connsiteY96" fmla="*/ 3126682 h 6858000"/>
              <a:gd name="connsiteX97" fmla="*/ 623931 w 1508539"/>
              <a:gd name="connsiteY97" fmla="*/ 3114519 h 6858000"/>
              <a:gd name="connsiteX98" fmla="*/ 610540 w 1508539"/>
              <a:gd name="connsiteY98" fmla="*/ 3106272 h 6858000"/>
              <a:gd name="connsiteX99" fmla="*/ 583270 w 1508539"/>
              <a:gd name="connsiteY99" fmla="*/ 2958185 h 6858000"/>
              <a:gd name="connsiteX100" fmla="*/ 525884 w 1508539"/>
              <a:gd name="connsiteY100" fmla="*/ 2762989 h 6858000"/>
              <a:gd name="connsiteX101" fmla="*/ 474802 w 1508539"/>
              <a:gd name="connsiteY101" fmla="*/ 2554718 h 6858000"/>
              <a:gd name="connsiteX102" fmla="*/ 454896 w 1508539"/>
              <a:gd name="connsiteY102" fmla="*/ 2485734 h 6858000"/>
              <a:gd name="connsiteX103" fmla="*/ 445619 w 1508539"/>
              <a:gd name="connsiteY103" fmla="*/ 2447068 h 6858000"/>
              <a:gd name="connsiteX104" fmla="*/ 432580 w 1508539"/>
              <a:gd name="connsiteY104" fmla="*/ 2425819 h 6858000"/>
              <a:gd name="connsiteX105" fmla="*/ 438579 w 1508539"/>
              <a:gd name="connsiteY105" fmla="*/ 2402874 h 6858000"/>
              <a:gd name="connsiteX106" fmla="*/ 441191 w 1508539"/>
              <a:gd name="connsiteY106" fmla="*/ 2381443 h 6858000"/>
              <a:gd name="connsiteX107" fmla="*/ 417520 w 1508539"/>
              <a:gd name="connsiteY107" fmla="*/ 2261920 h 6858000"/>
              <a:gd name="connsiteX108" fmla="*/ 407407 w 1508539"/>
              <a:gd name="connsiteY108" fmla="*/ 2195378 h 6858000"/>
              <a:gd name="connsiteX109" fmla="*/ 391624 w 1508539"/>
              <a:gd name="connsiteY109" fmla="*/ 2155135 h 6858000"/>
              <a:gd name="connsiteX110" fmla="*/ 389082 w 1508539"/>
              <a:gd name="connsiteY110" fmla="*/ 2118008 h 6858000"/>
              <a:gd name="connsiteX111" fmla="*/ 390075 w 1508539"/>
              <a:gd name="connsiteY111" fmla="*/ 2050531 h 6858000"/>
              <a:gd name="connsiteX112" fmla="*/ 381881 w 1508539"/>
              <a:gd name="connsiteY112" fmla="*/ 1963269 h 6858000"/>
              <a:gd name="connsiteX113" fmla="*/ 363059 w 1508539"/>
              <a:gd name="connsiteY113" fmla="*/ 1906352 h 6858000"/>
              <a:gd name="connsiteX114" fmla="*/ 339616 w 1508539"/>
              <a:gd name="connsiteY114" fmla="*/ 1861531 h 6858000"/>
              <a:gd name="connsiteX115" fmla="*/ 293415 w 1508539"/>
              <a:gd name="connsiteY115" fmla="*/ 1732919 h 6858000"/>
              <a:gd name="connsiteX116" fmla="*/ 265726 w 1508539"/>
              <a:gd name="connsiteY116" fmla="*/ 1663540 h 6858000"/>
              <a:gd name="connsiteX117" fmla="*/ 264852 w 1508539"/>
              <a:gd name="connsiteY117" fmla="*/ 1615777 h 6858000"/>
              <a:gd name="connsiteX118" fmla="*/ 245647 w 1508539"/>
              <a:gd name="connsiteY118" fmla="*/ 1563678 h 6858000"/>
              <a:gd name="connsiteX119" fmla="*/ 258727 w 1508539"/>
              <a:gd name="connsiteY119" fmla="*/ 1519474 h 6858000"/>
              <a:gd name="connsiteX120" fmla="*/ 251469 w 1508539"/>
              <a:gd name="connsiteY120" fmla="*/ 1477995 h 6858000"/>
              <a:gd name="connsiteX121" fmla="*/ 237554 w 1508539"/>
              <a:gd name="connsiteY121" fmla="*/ 1373769 h 6858000"/>
              <a:gd name="connsiteX122" fmla="*/ 245861 w 1508539"/>
              <a:gd name="connsiteY122" fmla="*/ 1307086 h 6858000"/>
              <a:gd name="connsiteX123" fmla="*/ 247049 w 1508539"/>
              <a:gd name="connsiteY123" fmla="*/ 1189033 h 6858000"/>
              <a:gd name="connsiteX124" fmla="*/ 251734 w 1508539"/>
              <a:gd name="connsiteY124" fmla="*/ 1168288 h 6858000"/>
              <a:gd name="connsiteX125" fmla="*/ 244016 w 1508539"/>
              <a:gd name="connsiteY125" fmla="*/ 1142577 h 6858000"/>
              <a:gd name="connsiteX126" fmla="*/ 233322 w 1508539"/>
              <a:gd name="connsiteY126" fmla="*/ 1088484 h 6858000"/>
              <a:gd name="connsiteX127" fmla="*/ 222058 w 1508539"/>
              <a:gd name="connsiteY127" fmla="*/ 1016103 h 6858000"/>
              <a:gd name="connsiteX128" fmla="*/ 223514 w 1508539"/>
              <a:gd name="connsiteY128" fmla="*/ 932283 h 6858000"/>
              <a:gd name="connsiteX129" fmla="*/ 225750 w 1508539"/>
              <a:gd name="connsiteY129" fmla="*/ 915925 h 6858000"/>
              <a:gd name="connsiteX130" fmla="*/ 218379 w 1508539"/>
              <a:gd name="connsiteY130" fmla="*/ 896999 h 6858000"/>
              <a:gd name="connsiteX131" fmla="*/ 187787 w 1508539"/>
              <a:gd name="connsiteY131" fmla="*/ 821517 h 6858000"/>
              <a:gd name="connsiteX132" fmla="*/ 166737 w 1508539"/>
              <a:gd name="connsiteY132" fmla="*/ 751353 h 6858000"/>
              <a:gd name="connsiteX133" fmla="*/ 166295 w 1508539"/>
              <a:gd name="connsiteY133" fmla="*/ 721230 h 6858000"/>
              <a:gd name="connsiteX134" fmla="*/ 151966 w 1508539"/>
              <a:gd name="connsiteY134" fmla="*/ 681659 h 6858000"/>
              <a:gd name="connsiteX135" fmla="*/ 137385 w 1508539"/>
              <a:gd name="connsiteY135" fmla="*/ 635218 h 6858000"/>
              <a:gd name="connsiteX136" fmla="*/ 142396 w 1508539"/>
              <a:gd name="connsiteY136" fmla="*/ 613763 h 6858000"/>
              <a:gd name="connsiteX137" fmla="*/ 128338 w 1508539"/>
              <a:gd name="connsiteY137" fmla="*/ 598582 h 6858000"/>
              <a:gd name="connsiteX138" fmla="*/ 128019 w 1508539"/>
              <a:gd name="connsiteY138" fmla="*/ 576846 h 6858000"/>
              <a:gd name="connsiteX139" fmla="*/ 107645 w 1508539"/>
              <a:gd name="connsiteY139" fmla="*/ 530055 h 6858000"/>
              <a:gd name="connsiteX140" fmla="*/ 106893 w 1508539"/>
              <a:gd name="connsiteY140" fmla="*/ 465389 h 6858000"/>
              <a:gd name="connsiteX141" fmla="*/ 89816 w 1508539"/>
              <a:gd name="connsiteY141" fmla="*/ 424699 h 6858000"/>
              <a:gd name="connsiteX142" fmla="*/ 90191 w 1508539"/>
              <a:gd name="connsiteY142" fmla="*/ 404917 h 6858000"/>
              <a:gd name="connsiteX143" fmla="*/ 70148 w 1508539"/>
              <a:gd name="connsiteY143" fmla="*/ 367211 h 6858000"/>
              <a:gd name="connsiteX144" fmla="*/ 36452 w 1508539"/>
              <a:gd name="connsiteY144" fmla="*/ 268519 h 6858000"/>
              <a:gd name="connsiteX145" fmla="*/ 23935 w 1508539"/>
              <a:gd name="connsiteY145" fmla="*/ 160886 h 6858000"/>
              <a:gd name="connsiteX146" fmla="*/ 19312 w 1508539"/>
              <a:gd name="connsiteY146" fmla="*/ 47336 h 6858000"/>
              <a:gd name="connsiteX147" fmla="*/ 0 w 1508539"/>
              <a:gd name="connsiteY147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01575 w 1508539"/>
              <a:gd name="connsiteY4" fmla="*/ 6715115 h 6858000"/>
              <a:gd name="connsiteX5" fmla="*/ 111426 w 1508539"/>
              <a:gd name="connsiteY5" fmla="*/ 6680170 h 6858000"/>
              <a:gd name="connsiteX6" fmla="*/ 136976 w 1508539"/>
              <a:gd name="connsiteY6" fmla="*/ 6621207 h 6858000"/>
              <a:gd name="connsiteX7" fmla="*/ 153633 w 1508539"/>
              <a:gd name="connsiteY7" fmla="*/ 6596265 h 6858000"/>
              <a:gd name="connsiteX8" fmla="*/ 153512 w 1508539"/>
              <a:gd name="connsiteY8" fmla="*/ 6594818 h 6858000"/>
              <a:gd name="connsiteX9" fmla="*/ 157757 w 1508539"/>
              <a:gd name="connsiteY9" fmla="*/ 6593735 h 6858000"/>
              <a:gd name="connsiteX10" fmla="*/ 160954 w 1508539"/>
              <a:gd name="connsiteY10" fmla="*/ 6589172 h 6858000"/>
              <a:gd name="connsiteX11" fmla="*/ 164248 w 1508539"/>
              <a:gd name="connsiteY11" fmla="*/ 6574442 h 6858000"/>
              <a:gd name="connsiteX12" fmla="*/ 164588 w 1508539"/>
              <a:gd name="connsiteY12" fmla="*/ 6568530 h 6858000"/>
              <a:gd name="connsiteX13" fmla="*/ 166997 w 1508539"/>
              <a:gd name="connsiteY13" fmla="*/ 6560674 h 6858000"/>
              <a:gd name="connsiteX14" fmla="*/ 167342 w 1508539"/>
              <a:gd name="connsiteY14" fmla="*/ 6560598 h 6858000"/>
              <a:gd name="connsiteX15" fmla="*/ 169039 w 1508539"/>
              <a:gd name="connsiteY15" fmla="*/ 6553006 h 6858000"/>
              <a:gd name="connsiteX16" fmla="*/ 173735 w 1508539"/>
              <a:gd name="connsiteY16" fmla="*/ 6514360 h 6858000"/>
              <a:gd name="connsiteX17" fmla="*/ 215389 w 1508539"/>
              <a:gd name="connsiteY17" fmla="*/ 6478062 h 6858000"/>
              <a:gd name="connsiteX18" fmla="*/ 226078 w 1508539"/>
              <a:gd name="connsiteY18" fmla="*/ 6460325 h 6858000"/>
              <a:gd name="connsiteX19" fmla="*/ 233311 w 1508539"/>
              <a:gd name="connsiteY19" fmla="*/ 6451488 h 6858000"/>
              <a:gd name="connsiteX20" fmla="*/ 234746 w 1508539"/>
              <a:gd name="connsiteY20" fmla="*/ 6451348 h 6858000"/>
              <a:gd name="connsiteX21" fmla="*/ 239104 w 1508539"/>
              <a:gd name="connsiteY21" fmla="*/ 6414240 h 6858000"/>
              <a:gd name="connsiteX22" fmla="*/ 241880 w 1508539"/>
              <a:gd name="connsiteY22" fmla="*/ 6384857 h 6858000"/>
              <a:gd name="connsiteX23" fmla="*/ 240591 w 1508539"/>
              <a:gd name="connsiteY23" fmla="*/ 6367510 h 6858000"/>
              <a:gd name="connsiteX24" fmla="*/ 244471 w 1508539"/>
              <a:gd name="connsiteY24" fmla="*/ 6349778 h 6858000"/>
              <a:gd name="connsiteX25" fmla="*/ 246136 w 1508539"/>
              <a:gd name="connsiteY25" fmla="*/ 6348250 h 6858000"/>
              <a:gd name="connsiteX26" fmla="*/ 262170 w 1508539"/>
              <a:gd name="connsiteY26" fmla="*/ 6281972 h 6858000"/>
              <a:gd name="connsiteX27" fmla="*/ 272933 w 1508539"/>
              <a:gd name="connsiteY27" fmla="*/ 6211940 h 6858000"/>
              <a:gd name="connsiteX28" fmla="*/ 314428 w 1508539"/>
              <a:gd name="connsiteY28" fmla="*/ 6113913 h 6858000"/>
              <a:gd name="connsiteX29" fmla="*/ 318721 w 1508539"/>
              <a:gd name="connsiteY29" fmla="*/ 6028119 h 6858000"/>
              <a:gd name="connsiteX30" fmla="*/ 345501 w 1508539"/>
              <a:gd name="connsiteY30" fmla="*/ 5934687 h 6858000"/>
              <a:gd name="connsiteX31" fmla="*/ 379513 w 1508539"/>
              <a:gd name="connsiteY31" fmla="*/ 5765594 h 6858000"/>
              <a:gd name="connsiteX32" fmla="*/ 411349 w 1508539"/>
              <a:gd name="connsiteY32" fmla="*/ 5693685 h 6858000"/>
              <a:gd name="connsiteX33" fmla="*/ 431404 w 1508539"/>
              <a:gd name="connsiteY33" fmla="*/ 5665173 h 6858000"/>
              <a:gd name="connsiteX34" fmla="*/ 465121 w 1508539"/>
              <a:gd name="connsiteY34" fmla="*/ 5563435 h 6858000"/>
              <a:gd name="connsiteX35" fmla="*/ 494626 w 1508539"/>
              <a:gd name="connsiteY35" fmla="*/ 5476393 h 6858000"/>
              <a:gd name="connsiteX36" fmla="*/ 525819 w 1508539"/>
              <a:gd name="connsiteY36" fmla="*/ 5396260 h 6858000"/>
              <a:gd name="connsiteX37" fmla="*/ 541800 w 1508539"/>
              <a:gd name="connsiteY37" fmla="*/ 5330009 h 6858000"/>
              <a:gd name="connsiteX38" fmla="*/ 575293 w 1508539"/>
              <a:gd name="connsiteY38" fmla="*/ 5273739 h 6858000"/>
              <a:gd name="connsiteX39" fmla="*/ 584892 w 1508539"/>
              <a:gd name="connsiteY39" fmla="*/ 5241779 h 6858000"/>
              <a:gd name="connsiteX40" fmla="*/ 596118 w 1508539"/>
              <a:gd name="connsiteY40" fmla="*/ 5225268 h 6858000"/>
              <a:gd name="connsiteX41" fmla="*/ 597138 w 1508539"/>
              <a:gd name="connsiteY41" fmla="*/ 5217684 h 6858000"/>
              <a:gd name="connsiteX42" fmla="*/ 604479 w 1508539"/>
              <a:gd name="connsiteY42" fmla="*/ 5193377 h 6858000"/>
              <a:gd name="connsiteX43" fmla="*/ 607782 w 1508539"/>
              <a:gd name="connsiteY43" fmla="*/ 5179288 h 6858000"/>
              <a:gd name="connsiteX44" fmla="*/ 608766 w 1508539"/>
              <a:gd name="connsiteY44" fmla="*/ 5173621 h 6858000"/>
              <a:gd name="connsiteX45" fmla="*/ 604400 w 1508539"/>
              <a:gd name="connsiteY45" fmla="*/ 5159961 h 6858000"/>
              <a:gd name="connsiteX46" fmla="*/ 611077 w 1508539"/>
              <a:gd name="connsiteY46" fmla="*/ 5144295 h 6858000"/>
              <a:gd name="connsiteX47" fmla="*/ 608010 w 1508539"/>
              <a:gd name="connsiteY47" fmla="*/ 5125185 h 6858000"/>
              <a:gd name="connsiteX48" fmla="*/ 614840 w 1508539"/>
              <a:gd name="connsiteY48" fmla="*/ 5121884 h 6858000"/>
              <a:gd name="connsiteX49" fmla="*/ 621876 w 1508539"/>
              <a:gd name="connsiteY49" fmla="*/ 5067850 h 6858000"/>
              <a:gd name="connsiteX50" fmla="*/ 624607 w 1508539"/>
              <a:gd name="connsiteY50" fmla="*/ 5060861 h 6858000"/>
              <a:gd name="connsiteX51" fmla="*/ 621311 w 1508539"/>
              <a:gd name="connsiteY51" fmla="*/ 5034192 h 6858000"/>
              <a:gd name="connsiteX52" fmla="*/ 622865 w 1508539"/>
              <a:gd name="connsiteY52" fmla="*/ 4993030 h 6858000"/>
              <a:gd name="connsiteX53" fmla="*/ 629774 w 1508539"/>
              <a:gd name="connsiteY53" fmla="*/ 4946844 h 6858000"/>
              <a:gd name="connsiteX54" fmla="*/ 625630 w 1508539"/>
              <a:gd name="connsiteY54" fmla="*/ 4932692 h 6858000"/>
              <a:gd name="connsiteX55" fmla="*/ 641033 w 1508539"/>
              <a:gd name="connsiteY55" fmla="*/ 4858827 h 6858000"/>
              <a:gd name="connsiteX56" fmla="*/ 646936 w 1508539"/>
              <a:gd name="connsiteY56" fmla="*/ 4821170 h 6858000"/>
              <a:gd name="connsiteX57" fmla="*/ 651669 w 1508539"/>
              <a:gd name="connsiteY57" fmla="*/ 4780965 h 6858000"/>
              <a:gd name="connsiteX58" fmla="*/ 652962 w 1508539"/>
              <a:gd name="connsiteY58" fmla="*/ 4750867 h 6858000"/>
              <a:gd name="connsiteX59" fmla="*/ 650769 w 1508539"/>
              <a:gd name="connsiteY59" fmla="*/ 4690749 h 6858000"/>
              <a:gd name="connsiteX60" fmla="*/ 646249 w 1508539"/>
              <a:gd name="connsiteY60" fmla="*/ 4584173 h 6858000"/>
              <a:gd name="connsiteX61" fmla="*/ 641332 w 1508539"/>
              <a:gd name="connsiteY61" fmla="*/ 4444346 h 6858000"/>
              <a:gd name="connsiteX62" fmla="*/ 637897 w 1508539"/>
              <a:gd name="connsiteY62" fmla="*/ 4375228 h 6858000"/>
              <a:gd name="connsiteX63" fmla="*/ 618550 w 1508539"/>
              <a:gd name="connsiteY63" fmla="*/ 4214165 h 6858000"/>
              <a:gd name="connsiteX64" fmla="*/ 622623 w 1508539"/>
              <a:gd name="connsiteY64" fmla="*/ 4090296 h 6858000"/>
              <a:gd name="connsiteX65" fmla="*/ 607879 w 1508539"/>
              <a:gd name="connsiteY65" fmla="*/ 4033999 h 6858000"/>
              <a:gd name="connsiteX66" fmla="*/ 609028 w 1508539"/>
              <a:gd name="connsiteY66" fmla="*/ 4031933 h 6858000"/>
              <a:gd name="connsiteX67" fmla="*/ 607604 w 1508539"/>
              <a:gd name="connsiteY67" fmla="*/ 4013953 h 6858000"/>
              <a:gd name="connsiteX68" fmla="*/ 593899 w 1508539"/>
              <a:gd name="connsiteY68" fmla="*/ 3974753 h 6858000"/>
              <a:gd name="connsiteX69" fmla="*/ 595497 w 1508539"/>
              <a:gd name="connsiteY69" fmla="*/ 3969950 h 6858000"/>
              <a:gd name="connsiteX70" fmla="*/ 588919 w 1508539"/>
              <a:gd name="connsiteY70" fmla="*/ 3933779 h 6858000"/>
              <a:gd name="connsiteX71" fmla="*/ 590250 w 1508539"/>
              <a:gd name="connsiteY71" fmla="*/ 3933093 h 6858000"/>
              <a:gd name="connsiteX72" fmla="*/ 594604 w 1508539"/>
              <a:gd name="connsiteY72" fmla="*/ 3922082 h 6858000"/>
              <a:gd name="connsiteX73" fmla="*/ 599682 w 1508539"/>
              <a:gd name="connsiteY73" fmla="*/ 3901461 h 6858000"/>
              <a:gd name="connsiteX74" fmla="*/ 622276 w 1508539"/>
              <a:gd name="connsiteY74" fmla="*/ 3813873 h 6858000"/>
              <a:gd name="connsiteX75" fmla="*/ 621701 w 1508539"/>
              <a:gd name="connsiteY75" fmla="*/ 3806161 h 6858000"/>
              <a:gd name="connsiteX76" fmla="*/ 622008 w 1508539"/>
              <a:gd name="connsiteY76" fmla="*/ 3805957 h 6858000"/>
              <a:gd name="connsiteX77" fmla="*/ 622035 w 1508539"/>
              <a:gd name="connsiteY77" fmla="*/ 3797724 h 6858000"/>
              <a:gd name="connsiteX78" fmla="*/ 620650 w 1508539"/>
              <a:gd name="connsiteY78" fmla="*/ 3792098 h 6858000"/>
              <a:gd name="connsiteX79" fmla="*/ 619534 w 1508539"/>
              <a:gd name="connsiteY79" fmla="*/ 3777135 h 6858000"/>
              <a:gd name="connsiteX80" fmla="*/ 621267 w 1508539"/>
              <a:gd name="connsiteY80" fmla="*/ 3771656 h 6858000"/>
              <a:gd name="connsiteX81" fmla="*/ 625010 w 1508539"/>
              <a:gd name="connsiteY81" fmla="*/ 3769007 h 6858000"/>
              <a:gd name="connsiteX82" fmla="*/ 624476 w 1508539"/>
              <a:gd name="connsiteY82" fmla="*/ 3767709 h 6858000"/>
              <a:gd name="connsiteX83" fmla="*/ 633172 w 1508539"/>
              <a:gd name="connsiteY83" fmla="*/ 3738082 h 6858000"/>
              <a:gd name="connsiteX84" fmla="*/ 640518 w 1508539"/>
              <a:gd name="connsiteY84" fmla="*/ 3673397 h 6858000"/>
              <a:gd name="connsiteX85" fmla="*/ 639814 w 1508539"/>
              <a:gd name="connsiteY85" fmla="*/ 3637109 h 6858000"/>
              <a:gd name="connsiteX86" fmla="*/ 643257 w 1508539"/>
              <a:gd name="connsiteY86" fmla="*/ 3536883 h 6858000"/>
              <a:gd name="connsiteX87" fmla="*/ 650795 w 1508539"/>
              <a:gd name="connsiteY87" fmla="*/ 3435652 h 6858000"/>
              <a:gd name="connsiteX88" fmla="*/ 652466 w 1508539"/>
              <a:gd name="connsiteY88" fmla="*/ 3307769 h 6858000"/>
              <a:gd name="connsiteX89" fmla="*/ 670029 w 1508539"/>
              <a:gd name="connsiteY89" fmla="*/ 3250522 h 6858000"/>
              <a:gd name="connsiteX90" fmla="*/ 670454 w 1508539"/>
              <a:gd name="connsiteY90" fmla="*/ 3229163 h 6858000"/>
              <a:gd name="connsiteX91" fmla="*/ 672277 w 1508539"/>
              <a:gd name="connsiteY91" fmla="*/ 3217217 h 6858000"/>
              <a:gd name="connsiteX92" fmla="*/ 659112 w 1508539"/>
              <a:gd name="connsiteY92" fmla="*/ 3183755 h 6858000"/>
              <a:gd name="connsiteX93" fmla="*/ 659613 w 1508539"/>
              <a:gd name="connsiteY93" fmla="*/ 3178642 h 6858000"/>
              <a:gd name="connsiteX94" fmla="*/ 647213 w 1508539"/>
              <a:gd name="connsiteY94" fmla="*/ 3158586 h 6858000"/>
              <a:gd name="connsiteX95" fmla="*/ 632398 w 1508539"/>
              <a:gd name="connsiteY95" fmla="*/ 3129034 h 6858000"/>
              <a:gd name="connsiteX96" fmla="*/ 633063 w 1508539"/>
              <a:gd name="connsiteY96" fmla="*/ 3126682 h 6858000"/>
              <a:gd name="connsiteX97" fmla="*/ 623931 w 1508539"/>
              <a:gd name="connsiteY97" fmla="*/ 3114519 h 6858000"/>
              <a:gd name="connsiteX98" fmla="*/ 610540 w 1508539"/>
              <a:gd name="connsiteY98" fmla="*/ 3106272 h 6858000"/>
              <a:gd name="connsiteX99" fmla="*/ 583270 w 1508539"/>
              <a:gd name="connsiteY99" fmla="*/ 2958185 h 6858000"/>
              <a:gd name="connsiteX100" fmla="*/ 525884 w 1508539"/>
              <a:gd name="connsiteY100" fmla="*/ 2762989 h 6858000"/>
              <a:gd name="connsiteX101" fmla="*/ 474802 w 1508539"/>
              <a:gd name="connsiteY101" fmla="*/ 2554718 h 6858000"/>
              <a:gd name="connsiteX102" fmla="*/ 454896 w 1508539"/>
              <a:gd name="connsiteY102" fmla="*/ 2485734 h 6858000"/>
              <a:gd name="connsiteX103" fmla="*/ 445619 w 1508539"/>
              <a:gd name="connsiteY103" fmla="*/ 2447068 h 6858000"/>
              <a:gd name="connsiteX104" fmla="*/ 432580 w 1508539"/>
              <a:gd name="connsiteY104" fmla="*/ 2425819 h 6858000"/>
              <a:gd name="connsiteX105" fmla="*/ 438579 w 1508539"/>
              <a:gd name="connsiteY105" fmla="*/ 2402874 h 6858000"/>
              <a:gd name="connsiteX106" fmla="*/ 441191 w 1508539"/>
              <a:gd name="connsiteY106" fmla="*/ 2381443 h 6858000"/>
              <a:gd name="connsiteX107" fmla="*/ 417520 w 1508539"/>
              <a:gd name="connsiteY107" fmla="*/ 2261920 h 6858000"/>
              <a:gd name="connsiteX108" fmla="*/ 407407 w 1508539"/>
              <a:gd name="connsiteY108" fmla="*/ 2195378 h 6858000"/>
              <a:gd name="connsiteX109" fmla="*/ 391624 w 1508539"/>
              <a:gd name="connsiteY109" fmla="*/ 2155135 h 6858000"/>
              <a:gd name="connsiteX110" fmla="*/ 389082 w 1508539"/>
              <a:gd name="connsiteY110" fmla="*/ 2118008 h 6858000"/>
              <a:gd name="connsiteX111" fmla="*/ 390075 w 1508539"/>
              <a:gd name="connsiteY111" fmla="*/ 2050531 h 6858000"/>
              <a:gd name="connsiteX112" fmla="*/ 381881 w 1508539"/>
              <a:gd name="connsiteY112" fmla="*/ 1963269 h 6858000"/>
              <a:gd name="connsiteX113" fmla="*/ 363059 w 1508539"/>
              <a:gd name="connsiteY113" fmla="*/ 1906352 h 6858000"/>
              <a:gd name="connsiteX114" fmla="*/ 339616 w 1508539"/>
              <a:gd name="connsiteY114" fmla="*/ 1861531 h 6858000"/>
              <a:gd name="connsiteX115" fmla="*/ 293415 w 1508539"/>
              <a:gd name="connsiteY115" fmla="*/ 1732919 h 6858000"/>
              <a:gd name="connsiteX116" fmla="*/ 265726 w 1508539"/>
              <a:gd name="connsiteY116" fmla="*/ 1663540 h 6858000"/>
              <a:gd name="connsiteX117" fmla="*/ 264852 w 1508539"/>
              <a:gd name="connsiteY117" fmla="*/ 1615777 h 6858000"/>
              <a:gd name="connsiteX118" fmla="*/ 245647 w 1508539"/>
              <a:gd name="connsiteY118" fmla="*/ 1563678 h 6858000"/>
              <a:gd name="connsiteX119" fmla="*/ 258727 w 1508539"/>
              <a:gd name="connsiteY119" fmla="*/ 1519474 h 6858000"/>
              <a:gd name="connsiteX120" fmla="*/ 251469 w 1508539"/>
              <a:gd name="connsiteY120" fmla="*/ 1477995 h 6858000"/>
              <a:gd name="connsiteX121" fmla="*/ 237554 w 1508539"/>
              <a:gd name="connsiteY121" fmla="*/ 1373769 h 6858000"/>
              <a:gd name="connsiteX122" fmla="*/ 245861 w 1508539"/>
              <a:gd name="connsiteY122" fmla="*/ 1307086 h 6858000"/>
              <a:gd name="connsiteX123" fmla="*/ 247049 w 1508539"/>
              <a:gd name="connsiteY123" fmla="*/ 1189033 h 6858000"/>
              <a:gd name="connsiteX124" fmla="*/ 251734 w 1508539"/>
              <a:gd name="connsiteY124" fmla="*/ 1168288 h 6858000"/>
              <a:gd name="connsiteX125" fmla="*/ 244016 w 1508539"/>
              <a:gd name="connsiteY125" fmla="*/ 1142577 h 6858000"/>
              <a:gd name="connsiteX126" fmla="*/ 233322 w 1508539"/>
              <a:gd name="connsiteY126" fmla="*/ 1088484 h 6858000"/>
              <a:gd name="connsiteX127" fmla="*/ 222058 w 1508539"/>
              <a:gd name="connsiteY127" fmla="*/ 1016103 h 6858000"/>
              <a:gd name="connsiteX128" fmla="*/ 223514 w 1508539"/>
              <a:gd name="connsiteY128" fmla="*/ 932283 h 6858000"/>
              <a:gd name="connsiteX129" fmla="*/ 225750 w 1508539"/>
              <a:gd name="connsiteY129" fmla="*/ 915925 h 6858000"/>
              <a:gd name="connsiteX130" fmla="*/ 218379 w 1508539"/>
              <a:gd name="connsiteY130" fmla="*/ 896999 h 6858000"/>
              <a:gd name="connsiteX131" fmla="*/ 187787 w 1508539"/>
              <a:gd name="connsiteY131" fmla="*/ 821517 h 6858000"/>
              <a:gd name="connsiteX132" fmla="*/ 166737 w 1508539"/>
              <a:gd name="connsiteY132" fmla="*/ 751353 h 6858000"/>
              <a:gd name="connsiteX133" fmla="*/ 166295 w 1508539"/>
              <a:gd name="connsiteY133" fmla="*/ 721230 h 6858000"/>
              <a:gd name="connsiteX134" fmla="*/ 151966 w 1508539"/>
              <a:gd name="connsiteY134" fmla="*/ 681659 h 6858000"/>
              <a:gd name="connsiteX135" fmla="*/ 137385 w 1508539"/>
              <a:gd name="connsiteY135" fmla="*/ 635218 h 6858000"/>
              <a:gd name="connsiteX136" fmla="*/ 142396 w 1508539"/>
              <a:gd name="connsiteY136" fmla="*/ 613763 h 6858000"/>
              <a:gd name="connsiteX137" fmla="*/ 128338 w 1508539"/>
              <a:gd name="connsiteY137" fmla="*/ 598582 h 6858000"/>
              <a:gd name="connsiteX138" fmla="*/ 128019 w 1508539"/>
              <a:gd name="connsiteY138" fmla="*/ 576846 h 6858000"/>
              <a:gd name="connsiteX139" fmla="*/ 107645 w 1508539"/>
              <a:gd name="connsiteY139" fmla="*/ 530055 h 6858000"/>
              <a:gd name="connsiteX140" fmla="*/ 106893 w 1508539"/>
              <a:gd name="connsiteY140" fmla="*/ 465389 h 6858000"/>
              <a:gd name="connsiteX141" fmla="*/ 89816 w 1508539"/>
              <a:gd name="connsiteY141" fmla="*/ 424699 h 6858000"/>
              <a:gd name="connsiteX142" fmla="*/ 90191 w 1508539"/>
              <a:gd name="connsiteY142" fmla="*/ 404917 h 6858000"/>
              <a:gd name="connsiteX143" fmla="*/ 70148 w 1508539"/>
              <a:gd name="connsiteY143" fmla="*/ 367211 h 6858000"/>
              <a:gd name="connsiteX144" fmla="*/ 36452 w 1508539"/>
              <a:gd name="connsiteY144" fmla="*/ 268519 h 6858000"/>
              <a:gd name="connsiteX145" fmla="*/ 23935 w 1508539"/>
              <a:gd name="connsiteY145" fmla="*/ 160886 h 6858000"/>
              <a:gd name="connsiteX146" fmla="*/ 19312 w 1508539"/>
              <a:gd name="connsiteY146" fmla="*/ 47336 h 6858000"/>
              <a:gd name="connsiteX147" fmla="*/ 0 w 1508539"/>
              <a:gd name="connsiteY147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28010 w 1508539"/>
              <a:gd name="connsiteY4" fmla="*/ 6751578 h 6858000"/>
              <a:gd name="connsiteX5" fmla="*/ 111426 w 1508539"/>
              <a:gd name="connsiteY5" fmla="*/ 6680170 h 6858000"/>
              <a:gd name="connsiteX6" fmla="*/ 136976 w 1508539"/>
              <a:gd name="connsiteY6" fmla="*/ 6621207 h 6858000"/>
              <a:gd name="connsiteX7" fmla="*/ 153633 w 1508539"/>
              <a:gd name="connsiteY7" fmla="*/ 6596265 h 6858000"/>
              <a:gd name="connsiteX8" fmla="*/ 153512 w 1508539"/>
              <a:gd name="connsiteY8" fmla="*/ 6594818 h 6858000"/>
              <a:gd name="connsiteX9" fmla="*/ 157757 w 1508539"/>
              <a:gd name="connsiteY9" fmla="*/ 6593735 h 6858000"/>
              <a:gd name="connsiteX10" fmla="*/ 160954 w 1508539"/>
              <a:gd name="connsiteY10" fmla="*/ 6589172 h 6858000"/>
              <a:gd name="connsiteX11" fmla="*/ 164248 w 1508539"/>
              <a:gd name="connsiteY11" fmla="*/ 6574442 h 6858000"/>
              <a:gd name="connsiteX12" fmla="*/ 164588 w 1508539"/>
              <a:gd name="connsiteY12" fmla="*/ 6568530 h 6858000"/>
              <a:gd name="connsiteX13" fmla="*/ 166997 w 1508539"/>
              <a:gd name="connsiteY13" fmla="*/ 6560674 h 6858000"/>
              <a:gd name="connsiteX14" fmla="*/ 167342 w 1508539"/>
              <a:gd name="connsiteY14" fmla="*/ 6560598 h 6858000"/>
              <a:gd name="connsiteX15" fmla="*/ 169039 w 1508539"/>
              <a:gd name="connsiteY15" fmla="*/ 6553006 h 6858000"/>
              <a:gd name="connsiteX16" fmla="*/ 173735 w 1508539"/>
              <a:gd name="connsiteY16" fmla="*/ 6514360 h 6858000"/>
              <a:gd name="connsiteX17" fmla="*/ 215389 w 1508539"/>
              <a:gd name="connsiteY17" fmla="*/ 6478062 h 6858000"/>
              <a:gd name="connsiteX18" fmla="*/ 226078 w 1508539"/>
              <a:gd name="connsiteY18" fmla="*/ 6460325 h 6858000"/>
              <a:gd name="connsiteX19" fmla="*/ 233311 w 1508539"/>
              <a:gd name="connsiteY19" fmla="*/ 6451488 h 6858000"/>
              <a:gd name="connsiteX20" fmla="*/ 234746 w 1508539"/>
              <a:gd name="connsiteY20" fmla="*/ 6451348 h 6858000"/>
              <a:gd name="connsiteX21" fmla="*/ 239104 w 1508539"/>
              <a:gd name="connsiteY21" fmla="*/ 6414240 h 6858000"/>
              <a:gd name="connsiteX22" fmla="*/ 241880 w 1508539"/>
              <a:gd name="connsiteY22" fmla="*/ 6384857 h 6858000"/>
              <a:gd name="connsiteX23" fmla="*/ 240591 w 1508539"/>
              <a:gd name="connsiteY23" fmla="*/ 6367510 h 6858000"/>
              <a:gd name="connsiteX24" fmla="*/ 244471 w 1508539"/>
              <a:gd name="connsiteY24" fmla="*/ 6349778 h 6858000"/>
              <a:gd name="connsiteX25" fmla="*/ 246136 w 1508539"/>
              <a:gd name="connsiteY25" fmla="*/ 6348250 h 6858000"/>
              <a:gd name="connsiteX26" fmla="*/ 262170 w 1508539"/>
              <a:gd name="connsiteY26" fmla="*/ 6281972 h 6858000"/>
              <a:gd name="connsiteX27" fmla="*/ 272933 w 1508539"/>
              <a:gd name="connsiteY27" fmla="*/ 6211940 h 6858000"/>
              <a:gd name="connsiteX28" fmla="*/ 314428 w 1508539"/>
              <a:gd name="connsiteY28" fmla="*/ 6113913 h 6858000"/>
              <a:gd name="connsiteX29" fmla="*/ 318721 w 1508539"/>
              <a:gd name="connsiteY29" fmla="*/ 6028119 h 6858000"/>
              <a:gd name="connsiteX30" fmla="*/ 345501 w 1508539"/>
              <a:gd name="connsiteY30" fmla="*/ 5934687 h 6858000"/>
              <a:gd name="connsiteX31" fmla="*/ 379513 w 1508539"/>
              <a:gd name="connsiteY31" fmla="*/ 5765594 h 6858000"/>
              <a:gd name="connsiteX32" fmla="*/ 411349 w 1508539"/>
              <a:gd name="connsiteY32" fmla="*/ 5693685 h 6858000"/>
              <a:gd name="connsiteX33" fmla="*/ 431404 w 1508539"/>
              <a:gd name="connsiteY33" fmla="*/ 5665173 h 6858000"/>
              <a:gd name="connsiteX34" fmla="*/ 465121 w 1508539"/>
              <a:gd name="connsiteY34" fmla="*/ 5563435 h 6858000"/>
              <a:gd name="connsiteX35" fmla="*/ 494626 w 1508539"/>
              <a:gd name="connsiteY35" fmla="*/ 5476393 h 6858000"/>
              <a:gd name="connsiteX36" fmla="*/ 525819 w 1508539"/>
              <a:gd name="connsiteY36" fmla="*/ 5396260 h 6858000"/>
              <a:gd name="connsiteX37" fmla="*/ 541800 w 1508539"/>
              <a:gd name="connsiteY37" fmla="*/ 5330009 h 6858000"/>
              <a:gd name="connsiteX38" fmla="*/ 575293 w 1508539"/>
              <a:gd name="connsiteY38" fmla="*/ 5273739 h 6858000"/>
              <a:gd name="connsiteX39" fmla="*/ 584892 w 1508539"/>
              <a:gd name="connsiteY39" fmla="*/ 5241779 h 6858000"/>
              <a:gd name="connsiteX40" fmla="*/ 596118 w 1508539"/>
              <a:gd name="connsiteY40" fmla="*/ 5225268 h 6858000"/>
              <a:gd name="connsiteX41" fmla="*/ 597138 w 1508539"/>
              <a:gd name="connsiteY41" fmla="*/ 5217684 h 6858000"/>
              <a:gd name="connsiteX42" fmla="*/ 604479 w 1508539"/>
              <a:gd name="connsiteY42" fmla="*/ 5193377 h 6858000"/>
              <a:gd name="connsiteX43" fmla="*/ 607782 w 1508539"/>
              <a:gd name="connsiteY43" fmla="*/ 5179288 h 6858000"/>
              <a:gd name="connsiteX44" fmla="*/ 608766 w 1508539"/>
              <a:gd name="connsiteY44" fmla="*/ 5173621 h 6858000"/>
              <a:gd name="connsiteX45" fmla="*/ 604400 w 1508539"/>
              <a:gd name="connsiteY45" fmla="*/ 5159961 h 6858000"/>
              <a:gd name="connsiteX46" fmla="*/ 611077 w 1508539"/>
              <a:gd name="connsiteY46" fmla="*/ 5144295 h 6858000"/>
              <a:gd name="connsiteX47" fmla="*/ 608010 w 1508539"/>
              <a:gd name="connsiteY47" fmla="*/ 5125185 h 6858000"/>
              <a:gd name="connsiteX48" fmla="*/ 614840 w 1508539"/>
              <a:gd name="connsiteY48" fmla="*/ 5121884 h 6858000"/>
              <a:gd name="connsiteX49" fmla="*/ 621876 w 1508539"/>
              <a:gd name="connsiteY49" fmla="*/ 5067850 h 6858000"/>
              <a:gd name="connsiteX50" fmla="*/ 624607 w 1508539"/>
              <a:gd name="connsiteY50" fmla="*/ 5060861 h 6858000"/>
              <a:gd name="connsiteX51" fmla="*/ 621311 w 1508539"/>
              <a:gd name="connsiteY51" fmla="*/ 5034192 h 6858000"/>
              <a:gd name="connsiteX52" fmla="*/ 622865 w 1508539"/>
              <a:gd name="connsiteY52" fmla="*/ 4993030 h 6858000"/>
              <a:gd name="connsiteX53" fmla="*/ 629774 w 1508539"/>
              <a:gd name="connsiteY53" fmla="*/ 4946844 h 6858000"/>
              <a:gd name="connsiteX54" fmla="*/ 625630 w 1508539"/>
              <a:gd name="connsiteY54" fmla="*/ 4932692 h 6858000"/>
              <a:gd name="connsiteX55" fmla="*/ 641033 w 1508539"/>
              <a:gd name="connsiteY55" fmla="*/ 4858827 h 6858000"/>
              <a:gd name="connsiteX56" fmla="*/ 646936 w 1508539"/>
              <a:gd name="connsiteY56" fmla="*/ 4821170 h 6858000"/>
              <a:gd name="connsiteX57" fmla="*/ 651669 w 1508539"/>
              <a:gd name="connsiteY57" fmla="*/ 4780965 h 6858000"/>
              <a:gd name="connsiteX58" fmla="*/ 652962 w 1508539"/>
              <a:gd name="connsiteY58" fmla="*/ 4750867 h 6858000"/>
              <a:gd name="connsiteX59" fmla="*/ 650769 w 1508539"/>
              <a:gd name="connsiteY59" fmla="*/ 4690749 h 6858000"/>
              <a:gd name="connsiteX60" fmla="*/ 646249 w 1508539"/>
              <a:gd name="connsiteY60" fmla="*/ 4584173 h 6858000"/>
              <a:gd name="connsiteX61" fmla="*/ 641332 w 1508539"/>
              <a:gd name="connsiteY61" fmla="*/ 4444346 h 6858000"/>
              <a:gd name="connsiteX62" fmla="*/ 637897 w 1508539"/>
              <a:gd name="connsiteY62" fmla="*/ 4375228 h 6858000"/>
              <a:gd name="connsiteX63" fmla="*/ 618550 w 1508539"/>
              <a:gd name="connsiteY63" fmla="*/ 4214165 h 6858000"/>
              <a:gd name="connsiteX64" fmla="*/ 622623 w 1508539"/>
              <a:gd name="connsiteY64" fmla="*/ 4090296 h 6858000"/>
              <a:gd name="connsiteX65" fmla="*/ 607879 w 1508539"/>
              <a:gd name="connsiteY65" fmla="*/ 4033999 h 6858000"/>
              <a:gd name="connsiteX66" fmla="*/ 609028 w 1508539"/>
              <a:gd name="connsiteY66" fmla="*/ 4031933 h 6858000"/>
              <a:gd name="connsiteX67" fmla="*/ 607604 w 1508539"/>
              <a:gd name="connsiteY67" fmla="*/ 4013953 h 6858000"/>
              <a:gd name="connsiteX68" fmla="*/ 593899 w 1508539"/>
              <a:gd name="connsiteY68" fmla="*/ 3974753 h 6858000"/>
              <a:gd name="connsiteX69" fmla="*/ 595497 w 1508539"/>
              <a:gd name="connsiteY69" fmla="*/ 3969950 h 6858000"/>
              <a:gd name="connsiteX70" fmla="*/ 588919 w 1508539"/>
              <a:gd name="connsiteY70" fmla="*/ 3933779 h 6858000"/>
              <a:gd name="connsiteX71" fmla="*/ 590250 w 1508539"/>
              <a:gd name="connsiteY71" fmla="*/ 3933093 h 6858000"/>
              <a:gd name="connsiteX72" fmla="*/ 594604 w 1508539"/>
              <a:gd name="connsiteY72" fmla="*/ 3922082 h 6858000"/>
              <a:gd name="connsiteX73" fmla="*/ 599682 w 1508539"/>
              <a:gd name="connsiteY73" fmla="*/ 3901461 h 6858000"/>
              <a:gd name="connsiteX74" fmla="*/ 622276 w 1508539"/>
              <a:gd name="connsiteY74" fmla="*/ 3813873 h 6858000"/>
              <a:gd name="connsiteX75" fmla="*/ 621701 w 1508539"/>
              <a:gd name="connsiteY75" fmla="*/ 3806161 h 6858000"/>
              <a:gd name="connsiteX76" fmla="*/ 622008 w 1508539"/>
              <a:gd name="connsiteY76" fmla="*/ 3805957 h 6858000"/>
              <a:gd name="connsiteX77" fmla="*/ 622035 w 1508539"/>
              <a:gd name="connsiteY77" fmla="*/ 3797724 h 6858000"/>
              <a:gd name="connsiteX78" fmla="*/ 620650 w 1508539"/>
              <a:gd name="connsiteY78" fmla="*/ 3792098 h 6858000"/>
              <a:gd name="connsiteX79" fmla="*/ 619534 w 1508539"/>
              <a:gd name="connsiteY79" fmla="*/ 3777135 h 6858000"/>
              <a:gd name="connsiteX80" fmla="*/ 621267 w 1508539"/>
              <a:gd name="connsiteY80" fmla="*/ 3771656 h 6858000"/>
              <a:gd name="connsiteX81" fmla="*/ 625010 w 1508539"/>
              <a:gd name="connsiteY81" fmla="*/ 3769007 h 6858000"/>
              <a:gd name="connsiteX82" fmla="*/ 624476 w 1508539"/>
              <a:gd name="connsiteY82" fmla="*/ 3767709 h 6858000"/>
              <a:gd name="connsiteX83" fmla="*/ 633172 w 1508539"/>
              <a:gd name="connsiteY83" fmla="*/ 3738082 h 6858000"/>
              <a:gd name="connsiteX84" fmla="*/ 640518 w 1508539"/>
              <a:gd name="connsiteY84" fmla="*/ 3673397 h 6858000"/>
              <a:gd name="connsiteX85" fmla="*/ 639814 w 1508539"/>
              <a:gd name="connsiteY85" fmla="*/ 3637109 h 6858000"/>
              <a:gd name="connsiteX86" fmla="*/ 643257 w 1508539"/>
              <a:gd name="connsiteY86" fmla="*/ 3536883 h 6858000"/>
              <a:gd name="connsiteX87" fmla="*/ 650795 w 1508539"/>
              <a:gd name="connsiteY87" fmla="*/ 3435652 h 6858000"/>
              <a:gd name="connsiteX88" fmla="*/ 652466 w 1508539"/>
              <a:gd name="connsiteY88" fmla="*/ 3307769 h 6858000"/>
              <a:gd name="connsiteX89" fmla="*/ 670029 w 1508539"/>
              <a:gd name="connsiteY89" fmla="*/ 3250522 h 6858000"/>
              <a:gd name="connsiteX90" fmla="*/ 670454 w 1508539"/>
              <a:gd name="connsiteY90" fmla="*/ 3229163 h 6858000"/>
              <a:gd name="connsiteX91" fmla="*/ 672277 w 1508539"/>
              <a:gd name="connsiteY91" fmla="*/ 3217217 h 6858000"/>
              <a:gd name="connsiteX92" fmla="*/ 659112 w 1508539"/>
              <a:gd name="connsiteY92" fmla="*/ 3183755 h 6858000"/>
              <a:gd name="connsiteX93" fmla="*/ 659613 w 1508539"/>
              <a:gd name="connsiteY93" fmla="*/ 3178642 h 6858000"/>
              <a:gd name="connsiteX94" fmla="*/ 647213 w 1508539"/>
              <a:gd name="connsiteY94" fmla="*/ 3158586 h 6858000"/>
              <a:gd name="connsiteX95" fmla="*/ 632398 w 1508539"/>
              <a:gd name="connsiteY95" fmla="*/ 3129034 h 6858000"/>
              <a:gd name="connsiteX96" fmla="*/ 633063 w 1508539"/>
              <a:gd name="connsiteY96" fmla="*/ 3126682 h 6858000"/>
              <a:gd name="connsiteX97" fmla="*/ 623931 w 1508539"/>
              <a:gd name="connsiteY97" fmla="*/ 3114519 h 6858000"/>
              <a:gd name="connsiteX98" fmla="*/ 610540 w 1508539"/>
              <a:gd name="connsiteY98" fmla="*/ 3106272 h 6858000"/>
              <a:gd name="connsiteX99" fmla="*/ 583270 w 1508539"/>
              <a:gd name="connsiteY99" fmla="*/ 2958185 h 6858000"/>
              <a:gd name="connsiteX100" fmla="*/ 525884 w 1508539"/>
              <a:gd name="connsiteY100" fmla="*/ 2762989 h 6858000"/>
              <a:gd name="connsiteX101" fmla="*/ 474802 w 1508539"/>
              <a:gd name="connsiteY101" fmla="*/ 2554718 h 6858000"/>
              <a:gd name="connsiteX102" fmla="*/ 454896 w 1508539"/>
              <a:gd name="connsiteY102" fmla="*/ 2485734 h 6858000"/>
              <a:gd name="connsiteX103" fmla="*/ 445619 w 1508539"/>
              <a:gd name="connsiteY103" fmla="*/ 2447068 h 6858000"/>
              <a:gd name="connsiteX104" fmla="*/ 432580 w 1508539"/>
              <a:gd name="connsiteY104" fmla="*/ 2425819 h 6858000"/>
              <a:gd name="connsiteX105" fmla="*/ 438579 w 1508539"/>
              <a:gd name="connsiteY105" fmla="*/ 2402874 h 6858000"/>
              <a:gd name="connsiteX106" fmla="*/ 441191 w 1508539"/>
              <a:gd name="connsiteY106" fmla="*/ 2381443 h 6858000"/>
              <a:gd name="connsiteX107" fmla="*/ 417520 w 1508539"/>
              <a:gd name="connsiteY107" fmla="*/ 2261920 h 6858000"/>
              <a:gd name="connsiteX108" fmla="*/ 407407 w 1508539"/>
              <a:gd name="connsiteY108" fmla="*/ 2195378 h 6858000"/>
              <a:gd name="connsiteX109" fmla="*/ 391624 w 1508539"/>
              <a:gd name="connsiteY109" fmla="*/ 2155135 h 6858000"/>
              <a:gd name="connsiteX110" fmla="*/ 389082 w 1508539"/>
              <a:gd name="connsiteY110" fmla="*/ 2118008 h 6858000"/>
              <a:gd name="connsiteX111" fmla="*/ 390075 w 1508539"/>
              <a:gd name="connsiteY111" fmla="*/ 2050531 h 6858000"/>
              <a:gd name="connsiteX112" fmla="*/ 381881 w 1508539"/>
              <a:gd name="connsiteY112" fmla="*/ 1963269 h 6858000"/>
              <a:gd name="connsiteX113" fmla="*/ 363059 w 1508539"/>
              <a:gd name="connsiteY113" fmla="*/ 1906352 h 6858000"/>
              <a:gd name="connsiteX114" fmla="*/ 339616 w 1508539"/>
              <a:gd name="connsiteY114" fmla="*/ 1861531 h 6858000"/>
              <a:gd name="connsiteX115" fmla="*/ 293415 w 1508539"/>
              <a:gd name="connsiteY115" fmla="*/ 1732919 h 6858000"/>
              <a:gd name="connsiteX116" fmla="*/ 265726 w 1508539"/>
              <a:gd name="connsiteY116" fmla="*/ 1663540 h 6858000"/>
              <a:gd name="connsiteX117" fmla="*/ 264852 w 1508539"/>
              <a:gd name="connsiteY117" fmla="*/ 1615777 h 6858000"/>
              <a:gd name="connsiteX118" fmla="*/ 245647 w 1508539"/>
              <a:gd name="connsiteY118" fmla="*/ 1563678 h 6858000"/>
              <a:gd name="connsiteX119" fmla="*/ 258727 w 1508539"/>
              <a:gd name="connsiteY119" fmla="*/ 1519474 h 6858000"/>
              <a:gd name="connsiteX120" fmla="*/ 251469 w 1508539"/>
              <a:gd name="connsiteY120" fmla="*/ 1477995 h 6858000"/>
              <a:gd name="connsiteX121" fmla="*/ 237554 w 1508539"/>
              <a:gd name="connsiteY121" fmla="*/ 1373769 h 6858000"/>
              <a:gd name="connsiteX122" fmla="*/ 245861 w 1508539"/>
              <a:gd name="connsiteY122" fmla="*/ 1307086 h 6858000"/>
              <a:gd name="connsiteX123" fmla="*/ 247049 w 1508539"/>
              <a:gd name="connsiteY123" fmla="*/ 1189033 h 6858000"/>
              <a:gd name="connsiteX124" fmla="*/ 251734 w 1508539"/>
              <a:gd name="connsiteY124" fmla="*/ 1168288 h 6858000"/>
              <a:gd name="connsiteX125" fmla="*/ 244016 w 1508539"/>
              <a:gd name="connsiteY125" fmla="*/ 1142577 h 6858000"/>
              <a:gd name="connsiteX126" fmla="*/ 233322 w 1508539"/>
              <a:gd name="connsiteY126" fmla="*/ 1088484 h 6858000"/>
              <a:gd name="connsiteX127" fmla="*/ 222058 w 1508539"/>
              <a:gd name="connsiteY127" fmla="*/ 1016103 h 6858000"/>
              <a:gd name="connsiteX128" fmla="*/ 223514 w 1508539"/>
              <a:gd name="connsiteY128" fmla="*/ 932283 h 6858000"/>
              <a:gd name="connsiteX129" fmla="*/ 225750 w 1508539"/>
              <a:gd name="connsiteY129" fmla="*/ 915925 h 6858000"/>
              <a:gd name="connsiteX130" fmla="*/ 218379 w 1508539"/>
              <a:gd name="connsiteY130" fmla="*/ 896999 h 6858000"/>
              <a:gd name="connsiteX131" fmla="*/ 187787 w 1508539"/>
              <a:gd name="connsiteY131" fmla="*/ 821517 h 6858000"/>
              <a:gd name="connsiteX132" fmla="*/ 166737 w 1508539"/>
              <a:gd name="connsiteY132" fmla="*/ 751353 h 6858000"/>
              <a:gd name="connsiteX133" fmla="*/ 166295 w 1508539"/>
              <a:gd name="connsiteY133" fmla="*/ 721230 h 6858000"/>
              <a:gd name="connsiteX134" fmla="*/ 151966 w 1508539"/>
              <a:gd name="connsiteY134" fmla="*/ 681659 h 6858000"/>
              <a:gd name="connsiteX135" fmla="*/ 137385 w 1508539"/>
              <a:gd name="connsiteY135" fmla="*/ 635218 h 6858000"/>
              <a:gd name="connsiteX136" fmla="*/ 142396 w 1508539"/>
              <a:gd name="connsiteY136" fmla="*/ 613763 h 6858000"/>
              <a:gd name="connsiteX137" fmla="*/ 128338 w 1508539"/>
              <a:gd name="connsiteY137" fmla="*/ 598582 h 6858000"/>
              <a:gd name="connsiteX138" fmla="*/ 128019 w 1508539"/>
              <a:gd name="connsiteY138" fmla="*/ 576846 h 6858000"/>
              <a:gd name="connsiteX139" fmla="*/ 107645 w 1508539"/>
              <a:gd name="connsiteY139" fmla="*/ 530055 h 6858000"/>
              <a:gd name="connsiteX140" fmla="*/ 106893 w 1508539"/>
              <a:gd name="connsiteY140" fmla="*/ 465389 h 6858000"/>
              <a:gd name="connsiteX141" fmla="*/ 89816 w 1508539"/>
              <a:gd name="connsiteY141" fmla="*/ 424699 h 6858000"/>
              <a:gd name="connsiteX142" fmla="*/ 90191 w 1508539"/>
              <a:gd name="connsiteY142" fmla="*/ 404917 h 6858000"/>
              <a:gd name="connsiteX143" fmla="*/ 70148 w 1508539"/>
              <a:gd name="connsiteY143" fmla="*/ 367211 h 6858000"/>
              <a:gd name="connsiteX144" fmla="*/ 36452 w 1508539"/>
              <a:gd name="connsiteY144" fmla="*/ 268519 h 6858000"/>
              <a:gd name="connsiteX145" fmla="*/ 23935 w 1508539"/>
              <a:gd name="connsiteY145" fmla="*/ 160886 h 6858000"/>
              <a:gd name="connsiteX146" fmla="*/ 19312 w 1508539"/>
              <a:gd name="connsiteY146" fmla="*/ 47336 h 6858000"/>
              <a:gd name="connsiteX147" fmla="*/ 0 w 1508539"/>
              <a:gd name="connsiteY147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28010 w 1508539"/>
              <a:gd name="connsiteY4" fmla="*/ 6751578 h 6858000"/>
              <a:gd name="connsiteX5" fmla="*/ 146674 w 1508539"/>
              <a:gd name="connsiteY5" fmla="*/ 6696999 h 6858000"/>
              <a:gd name="connsiteX6" fmla="*/ 136976 w 1508539"/>
              <a:gd name="connsiteY6" fmla="*/ 6621207 h 6858000"/>
              <a:gd name="connsiteX7" fmla="*/ 153633 w 1508539"/>
              <a:gd name="connsiteY7" fmla="*/ 6596265 h 6858000"/>
              <a:gd name="connsiteX8" fmla="*/ 153512 w 1508539"/>
              <a:gd name="connsiteY8" fmla="*/ 6594818 h 6858000"/>
              <a:gd name="connsiteX9" fmla="*/ 157757 w 1508539"/>
              <a:gd name="connsiteY9" fmla="*/ 6593735 h 6858000"/>
              <a:gd name="connsiteX10" fmla="*/ 160954 w 1508539"/>
              <a:gd name="connsiteY10" fmla="*/ 6589172 h 6858000"/>
              <a:gd name="connsiteX11" fmla="*/ 164248 w 1508539"/>
              <a:gd name="connsiteY11" fmla="*/ 6574442 h 6858000"/>
              <a:gd name="connsiteX12" fmla="*/ 164588 w 1508539"/>
              <a:gd name="connsiteY12" fmla="*/ 6568530 h 6858000"/>
              <a:gd name="connsiteX13" fmla="*/ 166997 w 1508539"/>
              <a:gd name="connsiteY13" fmla="*/ 6560674 h 6858000"/>
              <a:gd name="connsiteX14" fmla="*/ 167342 w 1508539"/>
              <a:gd name="connsiteY14" fmla="*/ 6560598 h 6858000"/>
              <a:gd name="connsiteX15" fmla="*/ 169039 w 1508539"/>
              <a:gd name="connsiteY15" fmla="*/ 6553006 h 6858000"/>
              <a:gd name="connsiteX16" fmla="*/ 173735 w 1508539"/>
              <a:gd name="connsiteY16" fmla="*/ 6514360 h 6858000"/>
              <a:gd name="connsiteX17" fmla="*/ 215389 w 1508539"/>
              <a:gd name="connsiteY17" fmla="*/ 6478062 h 6858000"/>
              <a:gd name="connsiteX18" fmla="*/ 226078 w 1508539"/>
              <a:gd name="connsiteY18" fmla="*/ 6460325 h 6858000"/>
              <a:gd name="connsiteX19" fmla="*/ 233311 w 1508539"/>
              <a:gd name="connsiteY19" fmla="*/ 6451488 h 6858000"/>
              <a:gd name="connsiteX20" fmla="*/ 234746 w 1508539"/>
              <a:gd name="connsiteY20" fmla="*/ 6451348 h 6858000"/>
              <a:gd name="connsiteX21" fmla="*/ 239104 w 1508539"/>
              <a:gd name="connsiteY21" fmla="*/ 6414240 h 6858000"/>
              <a:gd name="connsiteX22" fmla="*/ 241880 w 1508539"/>
              <a:gd name="connsiteY22" fmla="*/ 6384857 h 6858000"/>
              <a:gd name="connsiteX23" fmla="*/ 240591 w 1508539"/>
              <a:gd name="connsiteY23" fmla="*/ 6367510 h 6858000"/>
              <a:gd name="connsiteX24" fmla="*/ 244471 w 1508539"/>
              <a:gd name="connsiteY24" fmla="*/ 6349778 h 6858000"/>
              <a:gd name="connsiteX25" fmla="*/ 246136 w 1508539"/>
              <a:gd name="connsiteY25" fmla="*/ 6348250 h 6858000"/>
              <a:gd name="connsiteX26" fmla="*/ 262170 w 1508539"/>
              <a:gd name="connsiteY26" fmla="*/ 6281972 h 6858000"/>
              <a:gd name="connsiteX27" fmla="*/ 272933 w 1508539"/>
              <a:gd name="connsiteY27" fmla="*/ 6211940 h 6858000"/>
              <a:gd name="connsiteX28" fmla="*/ 314428 w 1508539"/>
              <a:gd name="connsiteY28" fmla="*/ 6113913 h 6858000"/>
              <a:gd name="connsiteX29" fmla="*/ 318721 w 1508539"/>
              <a:gd name="connsiteY29" fmla="*/ 6028119 h 6858000"/>
              <a:gd name="connsiteX30" fmla="*/ 345501 w 1508539"/>
              <a:gd name="connsiteY30" fmla="*/ 5934687 h 6858000"/>
              <a:gd name="connsiteX31" fmla="*/ 379513 w 1508539"/>
              <a:gd name="connsiteY31" fmla="*/ 5765594 h 6858000"/>
              <a:gd name="connsiteX32" fmla="*/ 411349 w 1508539"/>
              <a:gd name="connsiteY32" fmla="*/ 5693685 h 6858000"/>
              <a:gd name="connsiteX33" fmla="*/ 431404 w 1508539"/>
              <a:gd name="connsiteY33" fmla="*/ 5665173 h 6858000"/>
              <a:gd name="connsiteX34" fmla="*/ 465121 w 1508539"/>
              <a:gd name="connsiteY34" fmla="*/ 5563435 h 6858000"/>
              <a:gd name="connsiteX35" fmla="*/ 494626 w 1508539"/>
              <a:gd name="connsiteY35" fmla="*/ 5476393 h 6858000"/>
              <a:gd name="connsiteX36" fmla="*/ 525819 w 1508539"/>
              <a:gd name="connsiteY36" fmla="*/ 5396260 h 6858000"/>
              <a:gd name="connsiteX37" fmla="*/ 541800 w 1508539"/>
              <a:gd name="connsiteY37" fmla="*/ 5330009 h 6858000"/>
              <a:gd name="connsiteX38" fmla="*/ 575293 w 1508539"/>
              <a:gd name="connsiteY38" fmla="*/ 5273739 h 6858000"/>
              <a:gd name="connsiteX39" fmla="*/ 584892 w 1508539"/>
              <a:gd name="connsiteY39" fmla="*/ 5241779 h 6858000"/>
              <a:gd name="connsiteX40" fmla="*/ 596118 w 1508539"/>
              <a:gd name="connsiteY40" fmla="*/ 5225268 h 6858000"/>
              <a:gd name="connsiteX41" fmla="*/ 597138 w 1508539"/>
              <a:gd name="connsiteY41" fmla="*/ 5217684 h 6858000"/>
              <a:gd name="connsiteX42" fmla="*/ 604479 w 1508539"/>
              <a:gd name="connsiteY42" fmla="*/ 5193377 h 6858000"/>
              <a:gd name="connsiteX43" fmla="*/ 607782 w 1508539"/>
              <a:gd name="connsiteY43" fmla="*/ 5179288 h 6858000"/>
              <a:gd name="connsiteX44" fmla="*/ 608766 w 1508539"/>
              <a:gd name="connsiteY44" fmla="*/ 5173621 h 6858000"/>
              <a:gd name="connsiteX45" fmla="*/ 604400 w 1508539"/>
              <a:gd name="connsiteY45" fmla="*/ 5159961 h 6858000"/>
              <a:gd name="connsiteX46" fmla="*/ 611077 w 1508539"/>
              <a:gd name="connsiteY46" fmla="*/ 5144295 h 6858000"/>
              <a:gd name="connsiteX47" fmla="*/ 608010 w 1508539"/>
              <a:gd name="connsiteY47" fmla="*/ 5125185 h 6858000"/>
              <a:gd name="connsiteX48" fmla="*/ 614840 w 1508539"/>
              <a:gd name="connsiteY48" fmla="*/ 5121884 h 6858000"/>
              <a:gd name="connsiteX49" fmla="*/ 621876 w 1508539"/>
              <a:gd name="connsiteY49" fmla="*/ 5067850 h 6858000"/>
              <a:gd name="connsiteX50" fmla="*/ 624607 w 1508539"/>
              <a:gd name="connsiteY50" fmla="*/ 5060861 h 6858000"/>
              <a:gd name="connsiteX51" fmla="*/ 621311 w 1508539"/>
              <a:gd name="connsiteY51" fmla="*/ 5034192 h 6858000"/>
              <a:gd name="connsiteX52" fmla="*/ 622865 w 1508539"/>
              <a:gd name="connsiteY52" fmla="*/ 4993030 h 6858000"/>
              <a:gd name="connsiteX53" fmla="*/ 629774 w 1508539"/>
              <a:gd name="connsiteY53" fmla="*/ 4946844 h 6858000"/>
              <a:gd name="connsiteX54" fmla="*/ 625630 w 1508539"/>
              <a:gd name="connsiteY54" fmla="*/ 4932692 h 6858000"/>
              <a:gd name="connsiteX55" fmla="*/ 641033 w 1508539"/>
              <a:gd name="connsiteY55" fmla="*/ 4858827 h 6858000"/>
              <a:gd name="connsiteX56" fmla="*/ 646936 w 1508539"/>
              <a:gd name="connsiteY56" fmla="*/ 4821170 h 6858000"/>
              <a:gd name="connsiteX57" fmla="*/ 651669 w 1508539"/>
              <a:gd name="connsiteY57" fmla="*/ 4780965 h 6858000"/>
              <a:gd name="connsiteX58" fmla="*/ 652962 w 1508539"/>
              <a:gd name="connsiteY58" fmla="*/ 4750867 h 6858000"/>
              <a:gd name="connsiteX59" fmla="*/ 650769 w 1508539"/>
              <a:gd name="connsiteY59" fmla="*/ 4690749 h 6858000"/>
              <a:gd name="connsiteX60" fmla="*/ 646249 w 1508539"/>
              <a:gd name="connsiteY60" fmla="*/ 4584173 h 6858000"/>
              <a:gd name="connsiteX61" fmla="*/ 641332 w 1508539"/>
              <a:gd name="connsiteY61" fmla="*/ 4444346 h 6858000"/>
              <a:gd name="connsiteX62" fmla="*/ 637897 w 1508539"/>
              <a:gd name="connsiteY62" fmla="*/ 4375228 h 6858000"/>
              <a:gd name="connsiteX63" fmla="*/ 618550 w 1508539"/>
              <a:gd name="connsiteY63" fmla="*/ 4214165 h 6858000"/>
              <a:gd name="connsiteX64" fmla="*/ 622623 w 1508539"/>
              <a:gd name="connsiteY64" fmla="*/ 4090296 h 6858000"/>
              <a:gd name="connsiteX65" fmla="*/ 607879 w 1508539"/>
              <a:gd name="connsiteY65" fmla="*/ 4033999 h 6858000"/>
              <a:gd name="connsiteX66" fmla="*/ 609028 w 1508539"/>
              <a:gd name="connsiteY66" fmla="*/ 4031933 h 6858000"/>
              <a:gd name="connsiteX67" fmla="*/ 607604 w 1508539"/>
              <a:gd name="connsiteY67" fmla="*/ 4013953 h 6858000"/>
              <a:gd name="connsiteX68" fmla="*/ 593899 w 1508539"/>
              <a:gd name="connsiteY68" fmla="*/ 3974753 h 6858000"/>
              <a:gd name="connsiteX69" fmla="*/ 595497 w 1508539"/>
              <a:gd name="connsiteY69" fmla="*/ 3969950 h 6858000"/>
              <a:gd name="connsiteX70" fmla="*/ 588919 w 1508539"/>
              <a:gd name="connsiteY70" fmla="*/ 3933779 h 6858000"/>
              <a:gd name="connsiteX71" fmla="*/ 590250 w 1508539"/>
              <a:gd name="connsiteY71" fmla="*/ 3933093 h 6858000"/>
              <a:gd name="connsiteX72" fmla="*/ 594604 w 1508539"/>
              <a:gd name="connsiteY72" fmla="*/ 3922082 h 6858000"/>
              <a:gd name="connsiteX73" fmla="*/ 599682 w 1508539"/>
              <a:gd name="connsiteY73" fmla="*/ 3901461 h 6858000"/>
              <a:gd name="connsiteX74" fmla="*/ 622276 w 1508539"/>
              <a:gd name="connsiteY74" fmla="*/ 3813873 h 6858000"/>
              <a:gd name="connsiteX75" fmla="*/ 621701 w 1508539"/>
              <a:gd name="connsiteY75" fmla="*/ 3806161 h 6858000"/>
              <a:gd name="connsiteX76" fmla="*/ 622008 w 1508539"/>
              <a:gd name="connsiteY76" fmla="*/ 3805957 h 6858000"/>
              <a:gd name="connsiteX77" fmla="*/ 622035 w 1508539"/>
              <a:gd name="connsiteY77" fmla="*/ 3797724 h 6858000"/>
              <a:gd name="connsiteX78" fmla="*/ 620650 w 1508539"/>
              <a:gd name="connsiteY78" fmla="*/ 3792098 h 6858000"/>
              <a:gd name="connsiteX79" fmla="*/ 619534 w 1508539"/>
              <a:gd name="connsiteY79" fmla="*/ 3777135 h 6858000"/>
              <a:gd name="connsiteX80" fmla="*/ 621267 w 1508539"/>
              <a:gd name="connsiteY80" fmla="*/ 3771656 h 6858000"/>
              <a:gd name="connsiteX81" fmla="*/ 625010 w 1508539"/>
              <a:gd name="connsiteY81" fmla="*/ 3769007 h 6858000"/>
              <a:gd name="connsiteX82" fmla="*/ 624476 w 1508539"/>
              <a:gd name="connsiteY82" fmla="*/ 3767709 h 6858000"/>
              <a:gd name="connsiteX83" fmla="*/ 633172 w 1508539"/>
              <a:gd name="connsiteY83" fmla="*/ 3738082 h 6858000"/>
              <a:gd name="connsiteX84" fmla="*/ 640518 w 1508539"/>
              <a:gd name="connsiteY84" fmla="*/ 3673397 h 6858000"/>
              <a:gd name="connsiteX85" fmla="*/ 639814 w 1508539"/>
              <a:gd name="connsiteY85" fmla="*/ 3637109 h 6858000"/>
              <a:gd name="connsiteX86" fmla="*/ 643257 w 1508539"/>
              <a:gd name="connsiteY86" fmla="*/ 3536883 h 6858000"/>
              <a:gd name="connsiteX87" fmla="*/ 650795 w 1508539"/>
              <a:gd name="connsiteY87" fmla="*/ 3435652 h 6858000"/>
              <a:gd name="connsiteX88" fmla="*/ 652466 w 1508539"/>
              <a:gd name="connsiteY88" fmla="*/ 3307769 h 6858000"/>
              <a:gd name="connsiteX89" fmla="*/ 670029 w 1508539"/>
              <a:gd name="connsiteY89" fmla="*/ 3250522 h 6858000"/>
              <a:gd name="connsiteX90" fmla="*/ 670454 w 1508539"/>
              <a:gd name="connsiteY90" fmla="*/ 3229163 h 6858000"/>
              <a:gd name="connsiteX91" fmla="*/ 672277 w 1508539"/>
              <a:gd name="connsiteY91" fmla="*/ 3217217 h 6858000"/>
              <a:gd name="connsiteX92" fmla="*/ 659112 w 1508539"/>
              <a:gd name="connsiteY92" fmla="*/ 3183755 h 6858000"/>
              <a:gd name="connsiteX93" fmla="*/ 659613 w 1508539"/>
              <a:gd name="connsiteY93" fmla="*/ 3178642 h 6858000"/>
              <a:gd name="connsiteX94" fmla="*/ 647213 w 1508539"/>
              <a:gd name="connsiteY94" fmla="*/ 3158586 h 6858000"/>
              <a:gd name="connsiteX95" fmla="*/ 632398 w 1508539"/>
              <a:gd name="connsiteY95" fmla="*/ 3129034 h 6858000"/>
              <a:gd name="connsiteX96" fmla="*/ 633063 w 1508539"/>
              <a:gd name="connsiteY96" fmla="*/ 3126682 h 6858000"/>
              <a:gd name="connsiteX97" fmla="*/ 623931 w 1508539"/>
              <a:gd name="connsiteY97" fmla="*/ 3114519 h 6858000"/>
              <a:gd name="connsiteX98" fmla="*/ 610540 w 1508539"/>
              <a:gd name="connsiteY98" fmla="*/ 3106272 h 6858000"/>
              <a:gd name="connsiteX99" fmla="*/ 583270 w 1508539"/>
              <a:gd name="connsiteY99" fmla="*/ 2958185 h 6858000"/>
              <a:gd name="connsiteX100" fmla="*/ 525884 w 1508539"/>
              <a:gd name="connsiteY100" fmla="*/ 2762989 h 6858000"/>
              <a:gd name="connsiteX101" fmla="*/ 474802 w 1508539"/>
              <a:gd name="connsiteY101" fmla="*/ 2554718 h 6858000"/>
              <a:gd name="connsiteX102" fmla="*/ 454896 w 1508539"/>
              <a:gd name="connsiteY102" fmla="*/ 2485734 h 6858000"/>
              <a:gd name="connsiteX103" fmla="*/ 445619 w 1508539"/>
              <a:gd name="connsiteY103" fmla="*/ 2447068 h 6858000"/>
              <a:gd name="connsiteX104" fmla="*/ 432580 w 1508539"/>
              <a:gd name="connsiteY104" fmla="*/ 2425819 h 6858000"/>
              <a:gd name="connsiteX105" fmla="*/ 438579 w 1508539"/>
              <a:gd name="connsiteY105" fmla="*/ 2402874 h 6858000"/>
              <a:gd name="connsiteX106" fmla="*/ 441191 w 1508539"/>
              <a:gd name="connsiteY106" fmla="*/ 2381443 h 6858000"/>
              <a:gd name="connsiteX107" fmla="*/ 417520 w 1508539"/>
              <a:gd name="connsiteY107" fmla="*/ 2261920 h 6858000"/>
              <a:gd name="connsiteX108" fmla="*/ 407407 w 1508539"/>
              <a:gd name="connsiteY108" fmla="*/ 2195378 h 6858000"/>
              <a:gd name="connsiteX109" fmla="*/ 391624 w 1508539"/>
              <a:gd name="connsiteY109" fmla="*/ 2155135 h 6858000"/>
              <a:gd name="connsiteX110" fmla="*/ 389082 w 1508539"/>
              <a:gd name="connsiteY110" fmla="*/ 2118008 h 6858000"/>
              <a:gd name="connsiteX111" fmla="*/ 390075 w 1508539"/>
              <a:gd name="connsiteY111" fmla="*/ 2050531 h 6858000"/>
              <a:gd name="connsiteX112" fmla="*/ 381881 w 1508539"/>
              <a:gd name="connsiteY112" fmla="*/ 1963269 h 6858000"/>
              <a:gd name="connsiteX113" fmla="*/ 363059 w 1508539"/>
              <a:gd name="connsiteY113" fmla="*/ 1906352 h 6858000"/>
              <a:gd name="connsiteX114" fmla="*/ 339616 w 1508539"/>
              <a:gd name="connsiteY114" fmla="*/ 1861531 h 6858000"/>
              <a:gd name="connsiteX115" fmla="*/ 293415 w 1508539"/>
              <a:gd name="connsiteY115" fmla="*/ 1732919 h 6858000"/>
              <a:gd name="connsiteX116" fmla="*/ 265726 w 1508539"/>
              <a:gd name="connsiteY116" fmla="*/ 1663540 h 6858000"/>
              <a:gd name="connsiteX117" fmla="*/ 264852 w 1508539"/>
              <a:gd name="connsiteY117" fmla="*/ 1615777 h 6858000"/>
              <a:gd name="connsiteX118" fmla="*/ 245647 w 1508539"/>
              <a:gd name="connsiteY118" fmla="*/ 1563678 h 6858000"/>
              <a:gd name="connsiteX119" fmla="*/ 258727 w 1508539"/>
              <a:gd name="connsiteY119" fmla="*/ 1519474 h 6858000"/>
              <a:gd name="connsiteX120" fmla="*/ 251469 w 1508539"/>
              <a:gd name="connsiteY120" fmla="*/ 1477995 h 6858000"/>
              <a:gd name="connsiteX121" fmla="*/ 237554 w 1508539"/>
              <a:gd name="connsiteY121" fmla="*/ 1373769 h 6858000"/>
              <a:gd name="connsiteX122" fmla="*/ 245861 w 1508539"/>
              <a:gd name="connsiteY122" fmla="*/ 1307086 h 6858000"/>
              <a:gd name="connsiteX123" fmla="*/ 247049 w 1508539"/>
              <a:gd name="connsiteY123" fmla="*/ 1189033 h 6858000"/>
              <a:gd name="connsiteX124" fmla="*/ 251734 w 1508539"/>
              <a:gd name="connsiteY124" fmla="*/ 1168288 h 6858000"/>
              <a:gd name="connsiteX125" fmla="*/ 244016 w 1508539"/>
              <a:gd name="connsiteY125" fmla="*/ 1142577 h 6858000"/>
              <a:gd name="connsiteX126" fmla="*/ 233322 w 1508539"/>
              <a:gd name="connsiteY126" fmla="*/ 1088484 h 6858000"/>
              <a:gd name="connsiteX127" fmla="*/ 222058 w 1508539"/>
              <a:gd name="connsiteY127" fmla="*/ 1016103 h 6858000"/>
              <a:gd name="connsiteX128" fmla="*/ 223514 w 1508539"/>
              <a:gd name="connsiteY128" fmla="*/ 932283 h 6858000"/>
              <a:gd name="connsiteX129" fmla="*/ 225750 w 1508539"/>
              <a:gd name="connsiteY129" fmla="*/ 915925 h 6858000"/>
              <a:gd name="connsiteX130" fmla="*/ 218379 w 1508539"/>
              <a:gd name="connsiteY130" fmla="*/ 896999 h 6858000"/>
              <a:gd name="connsiteX131" fmla="*/ 187787 w 1508539"/>
              <a:gd name="connsiteY131" fmla="*/ 821517 h 6858000"/>
              <a:gd name="connsiteX132" fmla="*/ 166737 w 1508539"/>
              <a:gd name="connsiteY132" fmla="*/ 751353 h 6858000"/>
              <a:gd name="connsiteX133" fmla="*/ 166295 w 1508539"/>
              <a:gd name="connsiteY133" fmla="*/ 721230 h 6858000"/>
              <a:gd name="connsiteX134" fmla="*/ 151966 w 1508539"/>
              <a:gd name="connsiteY134" fmla="*/ 681659 h 6858000"/>
              <a:gd name="connsiteX135" fmla="*/ 137385 w 1508539"/>
              <a:gd name="connsiteY135" fmla="*/ 635218 h 6858000"/>
              <a:gd name="connsiteX136" fmla="*/ 142396 w 1508539"/>
              <a:gd name="connsiteY136" fmla="*/ 613763 h 6858000"/>
              <a:gd name="connsiteX137" fmla="*/ 128338 w 1508539"/>
              <a:gd name="connsiteY137" fmla="*/ 598582 h 6858000"/>
              <a:gd name="connsiteX138" fmla="*/ 128019 w 1508539"/>
              <a:gd name="connsiteY138" fmla="*/ 576846 h 6858000"/>
              <a:gd name="connsiteX139" fmla="*/ 107645 w 1508539"/>
              <a:gd name="connsiteY139" fmla="*/ 530055 h 6858000"/>
              <a:gd name="connsiteX140" fmla="*/ 106893 w 1508539"/>
              <a:gd name="connsiteY140" fmla="*/ 465389 h 6858000"/>
              <a:gd name="connsiteX141" fmla="*/ 89816 w 1508539"/>
              <a:gd name="connsiteY141" fmla="*/ 424699 h 6858000"/>
              <a:gd name="connsiteX142" fmla="*/ 90191 w 1508539"/>
              <a:gd name="connsiteY142" fmla="*/ 404917 h 6858000"/>
              <a:gd name="connsiteX143" fmla="*/ 70148 w 1508539"/>
              <a:gd name="connsiteY143" fmla="*/ 367211 h 6858000"/>
              <a:gd name="connsiteX144" fmla="*/ 36452 w 1508539"/>
              <a:gd name="connsiteY144" fmla="*/ 268519 h 6858000"/>
              <a:gd name="connsiteX145" fmla="*/ 23935 w 1508539"/>
              <a:gd name="connsiteY145" fmla="*/ 160886 h 6858000"/>
              <a:gd name="connsiteX146" fmla="*/ 19312 w 1508539"/>
              <a:gd name="connsiteY146" fmla="*/ 47336 h 6858000"/>
              <a:gd name="connsiteX147" fmla="*/ 0 w 1508539"/>
              <a:gd name="connsiteY147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28010 w 1508539"/>
              <a:gd name="connsiteY4" fmla="*/ 6751578 h 6858000"/>
              <a:gd name="connsiteX5" fmla="*/ 146674 w 1508539"/>
              <a:gd name="connsiteY5" fmla="*/ 6696999 h 6858000"/>
              <a:gd name="connsiteX6" fmla="*/ 163411 w 1508539"/>
              <a:gd name="connsiteY6" fmla="*/ 6638036 h 6858000"/>
              <a:gd name="connsiteX7" fmla="*/ 153633 w 1508539"/>
              <a:gd name="connsiteY7" fmla="*/ 6596265 h 6858000"/>
              <a:gd name="connsiteX8" fmla="*/ 153512 w 1508539"/>
              <a:gd name="connsiteY8" fmla="*/ 6594818 h 6858000"/>
              <a:gd name="connsiteX9" fmla="*/ 157757 w 1508539"/>
              <a:gd name="connsiteY9" fmla="*/ 6593735 h 6858000"/>
              <a:gd name="connsiteX10" fmla="*/ 160954 w 1508539"/>
              <a:gd name="connsiteY10" fmla="*/ 6589172 h 6858000"/>
              <a:gd name="connsiteX11" fmla="*/ 164248 w 1508539"/>
              <a:gd name="connsiteY11" fmla="*/ 6574442 h 6858000"/>
              <a:gd name="connsiteX12" fmla="*/ 164588 w 1508539"/>
              <a:gd name="connsiteY12" fmla="*/ 6568530 h 6858000"/>
              <a:gd name="connsiteX13" fmla="*/ 166997 w 1508539"/>
              <a:gd name="connsiteY13" fmla="*/ 6560674 h 6858000"/>
              <a:gd name="connsiteX14" fmla="*/ 167342 w 1508539"/>
              <a:gd name="connsiteY14" fmla="*/ 6560598 h 6858000"/>
              <a:gd name="connsiteX15" fmla="*/ 169039 w 1508539"/>
              <a:gd name="connsiteY15" fmla="*/ 6553006 h 6858000"/>
              <a:gd name="connsiteX16" fmla="*/ 173735 w 1508539"/>
              <a:gd name="connsiteY16" fmla="*/ 6514360 h 6858000"/>
              <a:gd name="connsiteX17" fmla="*/ 215389 w 1508539"/>
              <a:gd name="connsiteY17" fmla="*/ 6478062 h 6858000"/>
              <a:gd name="connsiteX18" fmla="*/ 226078 w 1508539"/>
              <a:gd name="connsiteY18" fmla="*/ 6460325 h 6858000"/>
              <a:gd name="connsiteX19" fmla="*/ 233311 w 1508539"/>
              <a:gd name="connsiteY19" fmla="*/ 6451488 h 6858000"/>
              <a:gd name="connsiteX20" fmla="*/ 234746 w 1508539"/>
              <a:gd name="connsiteY20" fmla="*/ 6451348 h 6858000"/>
              <a:gd name="connsiteX21" fmla="*/ 239104 w 1508539"/>
              <a:gd name="connsiteY21" fmla="*/ 6414240 h 6858000"/>
              <a:gd name="connsiteX22" fmla="*/ 241880 w 1508539"/>
              <a:gd name="connsiteY22" fmla="*/ 6384857 h 6858000"/>
              <a:gd name="connsiteX23" fmla="*/ 240591 w 1508539"/>
              <a:gd name="connsiteY23" fmla="*/ 6367510 h 6858000"/>
              <a:gd name="connsiteX24" fmla="*/ 244471 w 1508539"/>
              <a:gd name="connsiteY24" fmla="*/ 6349778 h 6858000"/>
              <a:gd name="connsiteX25" fmla="*/ 246136 w 1508539"/>
              <a:gd name="connsiteY25" fmla="*/ 6348250 h 6858000"/>
              <a:gd name="connsiteX26" fmla="*/ 262170 w 1508539"/>
              <a:gd name="connsiteY26" fmla="*/ 6281972 h 6858000"/>
              <a:gd name="connsiteX27" fmla="*/ 272933 w 1508539"/>
              <a:gd name="connsiteY27" fmla="*/ 6211940 h 6858000"/>
              <a:gd name="connsiteX28" fmla="*/ 314428 w 1508539"/>
              <a:gd name="connsiteY28" fmla="*/ 6113913 h 6858000"/>
              <a:gd name="connsiteX29" fmla="*/ 318721 w 1508539"/>
              <a:gd name="connsiteY29" fmla="*/ 6028119 h 6858000"/>
              <a:gd name="connsiteX30" fmla="*/ 345501 w 1508539"/>
              <a:gd name="connsiteY30" fmla="*/ 5934687 h 6858000"/>
              <a:gd name="connsiteX31" fmla="*/ 379513 w 1508539"/>
              <a:gd name="connsiteY31" fmla="*/ 5765594 h 6858000"/>
              <a:gd name="connsiteX32" fmla="*/ 411349 w 1508539"/>
              <a:gd name="connsiteY32" fmla="*/ 5693685 h 6858000"/>
              <a:gd name="connsiteX33" fmla="*/ 431404 w 1508539"/>
              <a:gd name="connsiteY33" fmla="*/ 5665173 h 6858000"/>
              <a:gd name="connsiteX34" fmla="*/ 465121 w 1508539"/>
              <a:gd name="connsiteY34" fmla="*/ 5563435 h 6858000"/>
              <a:gd name="connsiteX35" fmla="*/ 494626 w 1508539"/>
              <a:gd name="connsiteY35" fmla="*/ 5476393 h 6858000"/>
              <a:gd name="connsiteX36" fmla="*/ 525819 w 1508539"/>
              <a:gd name="connsiteY36" fmla="*/ 5396260 h 6858000"/>
              <a:gd name="connsiteX37" fmla="*/ 541800 w 1508539"/>
              <a:gd name="connsiteY37" fmla="*/ 5330009 h 6858000"/>
              <a:gd name="connsiteX38" fmla="*/ 575293 w 1508539"/>
              <a:gd name="connsiteY38" fmla="*/ 5273739 h 6858000"/>
              <a:gd name="connsiteX39" fmla="*/ 584892 w 1508539"/>
              <a:gd name="connsiteY39" fmla="*/ 5241779 h 6858000"/>
              <a:gd name="connsiteX40" fmla="*/ 596118 w 1508539"/>
              <a:gd name="connsiteY40" fmla="*/ 5225268 h 6858000"/>
              <a:gd name="connsiteX41" fmla="*/ 597138 w 1508539"/>
              <a:gd name="connsiteY41" fmla="*/ 5217684 h 6858000"/>
              <a:gd name="connsiteX42" fmla="*/ 604479 w 1508539"/>
              <a:gd name="connsiteY42" fmla="*/ 5193377 h 6858000"/>
              <a:gd name="connsiteX43" fmla="*/ 607782 w 1508539"/>
              <a:gd name="connsiteY43" fmla="*/ 5179288 h 6858000"/>
              <a:gd name="connsiteX44" fmla="*/ 608766 w 1508539"/>
              <a:gd name="connsiteY44" fmla="*/ 5173621 h 6858000"/>
              <a:gd name="connsiteX45" fmla="*/ 604400 w 1508539"/>
              <a:gd name="connsiteY45" fmla="*/ 5159961 h 6858000"/>
              <a:gd name="connsiteX46" fmla="*/ 611077 w 1508539"/>
              <a:gd name="connsiteY46" fmla="*/ 5144295 h 6858000"/>
              <a:gd name="connsiteX47" fmla="*/ 608010 w 1508539"/>
              <a:gd name="connsiteY47" fmla="*/ 5125185 h 6858000"/>
              <a:gd name="connsiteX48" fmla="*/ 614840 w 1508539"/>
              <a:gd name="connsiteY48" fmla="*/ 5121884 h 6858000"/>
              <a:gd name="connsiteX49" fmla="*/ 621876 w 1508539"/>
              <a:gd name="connsiteY49" fmla="*/ 5067850 h 6858000"/>
              <a:gd name="connsiteX50" fmla="*/ 624607 w 1508539"/>
              <a:gd name="connsiteY50" fmla="*/ 5060861 h 6858000"/>
              <a:gd name="connsiteX51" fmla="*/ 621311 w 1508539"/>
              <a:gd name="connsiteY51" fmla="*/ 5034192 h 6858000"/>
              <a:gd name="connsiteX52" fmla="*/ 622865 w 1508539"/>
              <a:gd name="connsiteY52" fmla="*/ 4993030 h 6858000"/>
              <a:gd name="connsiteX53" fmla="*/ 629774 w 1508539"/>
              <a:gd name="connsiteY53" fmla="*/ 4946844 h 6858000"/>
              <a:gd name="connsiteX54" fmla="*/ 625630 w 1508539"/>
              <a:gd name="connsiteY54" fmla="*/ 4932692 h 6858000"/>
              <a:gd name="connsiteX55" fmla="*/ 641033 w 1508539"/>
              <a:gd name="connsiteY55" fmla="*/ 4858827 h 6858000"/>
              <a:gd name="connsiteX56" fmla="*/ 646936 w 1508539"/>
              <a:gd name="connsiteY56" fmla="*/ 4821170 h 6858000"/>
              <a:gd name="connsiteX57" fmla="*/ 651669 w 1508539"/>
              <a:gd name="connsiteY57" fmla="*/ 4780965 h 6858000"/>
              <a:gd name="connsiteX58" fmla="*/ 652962 w 1508539"/>
              <a:gd name="connsiteY58" fmla="*/ 4750867 h 6858000"/>
              <a:gd name="connsiteX59" fmla="*/ 650769 w 1508539"/>
              <a:gd name="connsiteY59" fmla="*/ 4690749 h 6858000"/>
              <a:gd name="connsiteX60" fmla="*/ 646249 w 1508539"/>
              <a:gd name="connsiteY60" fmla="*/ 4584173 h 6858000"/>
              <a:gd name="connsiteX61" fmla="*/ 641332 w 1508539"/>
              <a:gd name="connsiteY61" fmla="*/ 4444346 h 6858000"/>
              <a:gd name="connsiteX62" fmla="*/ 637897 w 1508539"/>
              <a:gd name="connsiteY62" fmla="*/ 4375228 h 6858000"/>
              <a:gd name="connsiteX63" fmla="*/ 618550 w 1508539"/>
              <a:gd name="connsiteY63" fmla="*/ 4214165 h 6858000"/>
              <a:gd name="connsiteX64" fmla="*/ 622623 w 1508539"/>
              <a:gd name="connsiteY64" fmla="*/ 4090296 h 6858000"/>
              <a:gd name="connsiteX65" fmla="*/ 607879 w 1508539"/>
              <a:gd name="connsiteY65" fmla="*/ 4033999 h 6858000"/>
              <a:gd name="connsiteX66" fmla="*/ 609028 w 1508539"/>
              <a:gd name="connsiteY66" fmla="*/ 4031933 h 6858000"/>
              <a:gd name="connsiteX67" fmla="*/ 607604 w 1508539"/>
              <a:gd name="connsiteY67" fmla="*/ 4013953 h 6858000"/>
              <a:gd name="connsiteX68" fmla="*/ 593899 w 1508539"/>
              <a:gd name="connsiteY68" fmla="*/ 3974753 h 6858000"/>
              <a:gd name="connsiteX69" fmla="*/ 595497 w 1508539"/>
              <a:gd name="connsiteY69" fmla="*/ 3969950 h 6858000"/>
              <a:gd name="connsiteX70" fmla="*/ 588919 w 1508539"/>
              <a:gd name="connsiteY70" fmla="*/ 3933779 h 6858000"/>
              <a:gd name="connsiteX71" fmla="*/ 590250 w 1508539"/>
              <a:gd name="connsiteY71" fmla="*/ 3933093 h 6858000"/>
              <a:gd name="connsiteX72" fmla="*/ 594604 w 1508539"/>
              <a:gd name="connsiteY72" fmla="*/ 3922082 h 6858000"/>
              <a:gd name="connsiteX73" fmla="*/ 599682 w 1508539"/>
              <a:gd name="connsiteY73" fmla="*/ 3901461 h 6858000"/>
              <a:gd name="connsiteX74" fmla="*/ 622276 w 1508539"/>
              <a:gd name="connsiteY74" fmla="*/ 3813873 h 6858000"/>
              <a:gd name="connsiteX75" fmla="*/ 621701 w 1508539"/>
              <a:gd name="connsiteY75" fmla="*/ 3806161 h 6858000"/>
              <a:gd name="connsiteX76" fmla="*/ 622008 w 1508539"/>
              <a:gd name="connsiteY76" fmla="*/ 3805957 h 6858000"/>
              <a:gd name="connsiteX77" fmla="*/ 622035 w 1508539"/>
              <a:gd name="connsiteY77" fmla="*/ 3797724 h 6858000"/>
              <a:gd name="connsiteX78" fmla="*/ 620650 w 1508539"/>
              <a:gd name="connsiteY78" fmla="*/ 3792098 h 6858000"/>
              <a:gd name="connsiteX79" fmla="*/ 619534 w 1508539"/>
              <a:gd name="connsiteY79" fmla="*/ 3777135 h 6858000"/>
              <a:gd name="connsiteX80" fmla="*/ 621267 w 1508539"/>
              <a:gd name="connsiteY80" fmla="*/ 3771656 h 6858000"/>
              <a:gd name="connsiteX81" fmla="*/ 625010 w 1508539"/>
              <a:gd name="connsiteY81" fmla="*/ 3769007 h 6858000"/>
              <a:gd name="connsiteX82" fmla="*/ 624476 w 1508539"/>
              <a:gd name="connsiteY82" fmla="*/ 3767709 h 6858000"/>
              <a:gd name="connsiteX83" fmla="*/ 633172 w 1508539"/>
              <a:gd name="connsiteY83" fmla="*/ 3738082 h 6858000"/>
              <a:gd name="connsiteX84" fmla="*/ 640518 w 1508539"/>
              <a:gd name="connsiteY84" fmla="*/ 3673397 h 6858000"/>
              <a:gd name="connsiteX85" fmla="*/ 639814 w 1508539"/>
              <a:gd name="connsiteY85" fmla="*/ 3637109 h 6858000"/>
              <a:gd name="connsiteX86" fmla="*/ 643257 w 1508539"/>
              <a:gd name="connsiteY86" fmla="*/ 3536883 h 6858000"/>
              <a:gd name="connsiteX87" fmla="*/ 650795 w 1508539"/>
              <a:gd name="connsiteY87" fmla="*/ 3435652 h 6858000"/>
              <a:gd name="connsiteX88" fmla="*/ 652466 w 1508539"/>
              <a:gd name="connsiteY88" fmla="*/ 3307769 h 6858000"/>
              <a:gd name="connsiteX89" fmla="*/ 670029 w 1508539"/>
              <a:gd name="connsiteY89" fmla="*/ 3250522 h 6858000"/>
              <a:gd name="connsiteX90" fmla="*/ 670454 w 1508539"/>
              <a:gd name="connsiteY90" fmla="*/ 3229163 h 6858000"/>
              <a:gd name="connsiteX91" fmla="*/ 672277 w 1508539"/>
              <a:gd name="connsiteY91" fmla="*/ 3217217 h 6858000"/>
              <a:gd name="connsiteX92" fmla="*/ 659112 w 1508539"/>
              <a:gd name="connsiteY92" fmla="*/ 3183755 h 6858000"/>
              <a:gd name="connsiteX93" fmla="*/ 659613 w 1508539"/>
              <a:gd name="connsiteY93" fmla="*/ 3178642 h 6858000"/>
              <a:gd name="connsiteX94" fmla="*/ 647213 w 1508539"/>
              <a:gd name="connsiteY94" fmla="*/ 3158586 h 6858000"/>
              <a:gd name="connsiteX95" fmla="*/ 632398 w 1508539"/>
              <a:gd name="connsiteY95" fmla="*/ 3129034 h 6858000"/>
              <a:gd name="connsiteX96" fmla="*/ 633063 w 1508539"/>
              <a:gd name="connsiteY96" fmla="*/ 3126682 h 6858000"/>
              <a:gd name="connsiteX97" fmla="*/ 623931 w 1508539"/>
              <a:gd name="connsiteY97" fmla="*/ 3114519 h 6858000"/>
              <a:gd name="connsiteX98" fmla="*/ 610540 w 1508539"/>
              <a:gd name="connsiteY98" fmla="*/ 3106272 h 6858000"/>
              <a:gd name="connsiteX99" fmla="*/ 583270 w 1508539"/>
              <a:gd name="connsiteY99" fmla="*/ 2958185 h 6858000"/>
              <a:gd name="connsiteX100" fmla="*/ 525884 w 1508539"/>
              <a:gd name="connsiteY100" fmla="*/ 2762989 h 6858000"/>
              <a:gd name="connsiteX101" fmla="*/ 474802 w 1508539"/>
              <a:gd name="connsiteY101" fmla="*/ 2554718 h 6858000"/>
              <a:gd name="connsiteX102" fmla="*/ 454896 w 1508539"/>
              <a:gd name="connsiteY102" fmla="*/ 2485734 h 6858000"/>
              <a:gd name="connsiteX103" fmla="*/ 445619 w 1508539"/>
              <a:gd name="connsiteY103" fmla="*/ 2447068 h 6858000"/>
              <a:gd name="connsiteX104" fmla="*/ 432580 w 1508539"/>
              <a:gd name="connsiteY104" fmla="*/ 2425819 h 6858000"/>
              <a:gd name="connsiteX105" fmla="*/ 438579 w 1508539"/>
              <a:gd name="connsiteY105" fmla="*/ 2402874 h 6858000"/>
              <a:gd name="connsiteX106" fmla="*/ 441191 w 1508539"/>
              <a:gd name="connsiteY106" fmla="*/ 2381443 h 6858000"/>
              <a:gd name="connsiteX107" fmla="*/ 417520 w 1508539"/>
              <a:gd name="connsiteY107" fmla="*/ 2261920 h 6858000"/>
              <a:gd name="connsiteX108" fmla="*/ 407407 w 1508539"/>
              <a:gd name="connsiteY108" fmla="*/ 2195378 h 6858000"/>
              <a:gd name="connsiteX109" fmla="*/ 391624 w 1508539"/>
              <a:gd name="connsiteY109" fmla="*/ 2155135 h 6858000"/>
              <a:gd name="connsiteX110" fmla="*/ 389082 w 1508539"/>
              <a:gd name="connsiteY110" fmla="*/ 2118008 h 6858000"/>
              <a:gd name="connsiteX111" fmla="*/ 390075 w 1508539"/>
              <a:gd name="connsiteY111" fmla="*/ 2050531 h 6858000"/>
              <a:gd name="connsiteX112" fmla="*/ 381881 w 1508539"/>
              <a:gd name="connsiteY112" fmla="*/ 1963269 h 6858000"/>
              <a:gd name="connsiteX113" fmla="*/ 363059 w 1508539"/>
              <a:gd name="connsiteY113" fmla="*/ 1906352 h 6858000"/>
              <a:gd name="connsiteX114" fmla="*/ 339616 w 1508539"/>
              <a:gd name="connsiteY114" fmla="*/ 1861531 h 6858000"/>
              <a:gd name="connsiteX115" fmla="*/ 293415 w 1508539"/>
              <a:gd name="connsiteY115" fmla="*/ 1732919 h 6858000"/>
              <a:gd name="connsiteX116" fmla="*/ 265726 w 1508539"/>
              <a:gd name="connsiteY116" fmla="*/ 1663540 h 6858000"/>
              <a:gd name="connsiteX117" fmla="*/ 264852 w 1508539"/>
              <a:gd name="connsiteY117" fmla="*/ 1615777 h 6858000"/>
              <a:gd name="connsiteX118" fmla="*/ 245647 w 1508539"/>
              <a:gd name="connsiteY118" fmla="*/ 1563678 h 6858000"/>
              <a:gd name="connsiteX119" fmla="*/ 258727 w 1508539"/>
              <a:gd name="connsiteY119" fmla="*/ 1519474 h 6858000"/>
              <a:gd name="connsiteX120" fmla="*/ 251469 w 1508539"/>
              <a:gd name="connsiteY120" fmla="*/ 1477995 h 6858000"/>
              <a:gd name="connsiteX121" fmla="*/ 237554 w 1508539"/>
              <a:gd name="connsiteY121" fmla="*/ 1373769 h 6858000"/>
              <a:gd name="connsiteX122" fmla="*/ 245861 w 1508539"/>
              <a:gd name="connsiteY122" fmla="*/ 1307086 h 6858000"/>
              <a:gd name="connsiteX123" fmla="*/ 247049 w 1508539"/>
              <a:gd name="connsiteY123" fmla="*/ 1189033 h 6858000"/>
              <a:gd name="connsiteX124" fmla="*/ 251734 w 1508539"/>
              <a:gd name="connsiteY124" fmla="*/ 1168288 h 6858000"/>
              <a:gd name="connsiteX125" fmla="*/ 244016 w 1508539"/>
              <a:gd name="connsiteY125" fmla="*/ 1142577 h 6858000"/>
              <a:gd name="connsiteX126" fmla="*/ 233322 w 1508539"/>
              <a:gd name="connsiteY126" fmla="*/ 1088484 h 6858000"/>
              <a:gd name="connsiteX127" fmla="*/ 222058 w 1508539"/>
              <a:gd name="connsiteY127" fmla="*/ 1016103 h 6858000"/>
              <a:gd name="connsiteX128" fmla="*/ 223514 w 1508539"/>
              <a:gd name="connsiteY128" fmla="*/ 932283 h 6858000"/>
              <a:gd name="connsiteX129" fmla="*/ 225750 w 1508539"/>
              <a:gd name="connsiteY129" fmla="*/ 915925 h 6858000"/>
              <a:gd name="connsiteX130" fmla="*/ 218379 w 1508539"/>
              <a:gd name="connsiteY130" fmla="*/ 896999 h 6858000"/>
              <a:gd name="connsiteX131" fmla="*/ 187787 w 1508539"/>
              <a:gd name="connsiteY131" fmla="*/ 821517 h 6858000"/>
              <a:gd name="connsiteX132" fmla="*/ 166737 w 1508539"/>
              <a:gd name="connsiteY132" fmla="*/ 751353 h 6858000"/>
              <a:gd name="connsiteX133" fmla="*/ 166295 w 1508539"/>
              <a:gd name="connsiteY133" fmla="*/ 721230 h 6858000"/>
              <a:gd name="connsiteX134" fmla="*/ 151966 w 1508539"/>
              <a:gd name="connsiteY134" fmla="*/ 681659 h 6858000"/>
              <a:gd name="connsiteX135" fmla="*/ 137385 w 1508539"/>
              <a:gd name="connsiteY135" fmla="*/ 635218 h 6858000"/>
              <a:gd name="connsiteX136" fmla="*/ 142396 w 1508539"/>
              <a:gd name="connsiteY136" fmla="*/ 613763 h 6858000"/>
              <a:gd name="connsiteX137" fmla="*/ 128338 w 1508539"/>
              <a:gd name="connsiteY137" fmla="*/ 598582 h 6858000"/>
              <a:gd name="connsiteX138" fmla="*/ 128019 w 1508539"/>
              <a:gd name="connsiteY138" fmla="*/ 576846 h 6858000"/>
              <a:gd name="connsiteX139" fmla="*/ 107645 w 1508539"/>
              <a:gd name="connsiteY139" fmla="*/ 530055 h 6858000"/>
              <a:gd name="connsiteX140" fmla="*/ 106893 w 1508539"/>
              <a:gd name="connsiteY140" fmla="*/ 465389 h 6858000"/>
              <a:gd name="connsiteX141" fmla="*/ 89816 w 1508539"/>
              <a:gd name="connsiteY141" fmla="*/ 424699 h 6858000"/>
              <a:gd name="connsiteX142" fmla="*/ 90191 w 1508539"/>
              <a:gd name="connsiteY142" fmla="*/ 404917 h 6858000"/>
              <a:gd name="connsiteX143" fmla="*/ 70148 w 1508539"/>
              <a:gd name="connsiteY143" fmla="*/ 367211 h 6858000"/>
              <a:gd name="connsiteX144" fmla="*/ 36452 w 1508539"/>
              <a:gd name="connsiteY144" fmla="*/ 268519 h 6858000"/>
              <a:gd name="connsiteX145" fmla="*/ 23935 w 1508539"/>
              <a:gd name="connsiteY145" fmla="*/ 160886 h 6858000"/>
              <a:gd name="connsiteX146" fmla="*/ 19312 w 1508539"/>
              <a:gd name="connsiteY146" fmla="*/ 47336 h 6858000"/>
              <a:gd name="connsiteX147" fmla="*/ 0 w 1508539"/>
              <a:gd name="connsiteY147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28010 w 1508539"/>
              <a:gd name="connsiteY4" fmla="*/ 6751578 h 6858000"/>
              <a:gd name="connsiteX5" fmla="*/ 146674 w 1508539"/>
              <a:gd name="connsiteY5" fmla="*/ 6696999 h 6858000"/>
              <a:gd name="connsiteX6" fmla="*/ 163411 w 1508539"/>
              <a:gd name="connsiteY6" fmla="*/ 6638036 h 6858000"/>
              <a:gd name="connsiteX7" fmla="*/ 153633 w 1508539"/>
              <a:gd name="connsiteY7" fmla="*/ 6596265 h 6858000"/>
              <a:gd name="connsiteX8" fmla="*/ 153512 w 1508539"/>
              <a:gd name="connsiteY8" fmla="*/ 6594818 h 6858000"/>
              <a:gd name="connsiteX9" fmla="*/ 157757 w 1508539"/>
              <a:gd name="connsiteY9" fmla="*/ 6593735 h 6858000"/>
              <a:gd name="connsiteX10" fmla="*/ 164248 w 1508539"/>
              <a:gd name="connsiteY10" fmla="*/ 6574442 h 6858000"/>
              <a:gd name="connsiteX11" fmla="*/ 164588 w 1508539"/>
              <a:gd name="connsiteY11" fmla="*/ 6568530 h 6858000"/>
              <a:gd name="connsiteX12" fmla="*/ 166997 w 1508539"/>
              <a:gd name="connsiteY12" fmla="*/ 6560674 h 6858000"/>
              <a:gd name="connsiteX13" fmla="*/ 167342 w 1508539"/>
              <a:gd name="connsiteY13" fmla="*/ 6560598 h 6858000"/>
              <a:gd name="connsiteX14" fmla="*/ 169039 w 1508539"/>
              <a:gd name="connsiteY14" fmla="*/ 6553006 h 6858000"/>
              <a:gd name="connsiteX15" fmla="*/ 173735 w 1508539"/>
              <a:gd name="connsiteY15" fmla="*/ 6514360 h 6858000"/>
              <a:gd name="connsiteX16" fmla="*/ 215389 w 1508539"/>
              <a:gd name="connsiteY16" fmla="*/ 6478062 h 6858000"/>
              <a:gd name="connsiteX17" fmla="*/ 226078 w 1508539"/>
              <a:gd name="connsiteY17" fmla="*/ 6460325 h 6858000"/>
              <a:gd name="connsiteX18" fmla="*/ 233311 w 1508539"/>
              <a:gd name="connsiteY18" fmla="*/ 6451488 h 6858000"/>
              <a:gd name="connsiteX19" fmla="*/ 234746 w 1508539"/>
              <a:gd name="connsiteY19" fmla="*/ 6451348 h 6858000"/>
              <a:gd name="connsiteX20" fmla="*/ 239104 w 1508539"/>
              <a:gd name="connsiteY20" fmla="*/ 6414240 h 6858000"/>
              <a:gd name="connsiteX21" fmla="*/ 241880 w 1508539"/>
              <a:gd name="connsiteY21" fmla="*/ 6384857 h 6858000"/>
              <a:gd name="connsiteX22" fmla="*/ 240591 w 1508539"/>
              <a:gd name="connsiteY22" fmla="*/ 6367510 h 6858000"/>
              <a:gd name="connsiteX23" fmla="*/ 244471 w 1508539"/>
              <a:gd name="connsiteY23" fmla="*/ 6349778 h 6858000"/>
              <a:gd name="connsiteX24" fmla="*/ 246136 w 1508539"/>
              <a:gd name="connsiteY24" fmla="*/ 6348250 h 6858000"/>
              <a:gd name="connsiteX25" fmla="*/ 262170 w 1508539"/>
              <a:gd name="connsiteY25" fmla="*/ 6281972 h 6858000"/>
              <a:gd name="connsiteX26" fmla="*/ 272933 w 1508539"/>
              <a:gd name="connsiteY26" fmla="*/ 6211940 h 6858000"/>
              <a:gd name="connsiteX27" fmla="*/ 314428 w 1508539"/>
              <a:gd name="connsiteY27" fmla="*/ 6113913 h 6858000"/>
              <a:gd name="connsiteX28" fmla="*/ 318721 w 1508539"/>
              <a:gd name="connsiteY28" fmla="*/ 6028119 h 6858000"/>
              <a:gd name="connsiteX29" fmla="*/ 345501 w 1508539"/>
              <a:gd name="connsiteY29" fmla="*/ 5934687 h 6858000"/>
              <a:gd name="connsiteX30" fmla="*/ 379513 w 1508539"/>
              <a:gd name="connsiteY30" fmla="*/ 5765594 h 6858000"/>
              <a:gd name="connsiteX31" fmla="*/ 411349 w 1508539"/>
              <a:gd name="connsiteY31" fmla="*/ 5693685 h 6858000"/>
              <a:gd name="connsiteX32" fmla="*/ 431404 w 1508539"/>
              <a:gd name="connsiteY32" fmla="*/ 5665173 h 6858000"/>
              <a:gd name="connsiteX33" fmla="*/ 465121 w 1508539"/>
              <a:gd name="connsiteY33" fmla="*/ 5563435 h 6858000"/>
              <a:gd name="connsiteX34" fmla="*/ 494626 w 1508539"/>
              <a:gd name="connsiteY34" fmla="*/ 5476393 h 6858000"/>
              <a:gd name="connsiteX35" fmla="*/ 525819 w 1508539"/>
              <a:gd name="connsiteY35" fmla="*/ 5396260 h 6858000"/>
              <a:gd name="connsiteX36" fmla="*/ 541800 w 1508539"/>
              <a:gd name="connsiteY36" fmla="*/ 5330009 h 6858000"/>
              <a:gd name="connsiteX37" fmla="*/ 575293 w 1508539"/>
              <a:gd name="connsiteY37" fmla="*/ 5273739 h 6858000"/>
              <a:gd name="connsiteX38" fmla="*/ 584892 w 1508539"/>
              <a:gd name="connsiteY38" fmla="*/ 5241779 h 6858000"/>
              <a:gd name="connsiteX39" fmla="*/ 596118 w 1508539"/>
              <a:gd name="connsiteY39" fmla="*/ 5225268 h 6858000"/>
              <a:gd name="connsiteX40" fmla="*/ 597138 w 1508539"/>
              <a:gd name="connsiteY40" fmla="*/ 5217684 h 6858000"/>
              <a:gd name="connsiteX41" fmla="*/ 604479 w 1508539"/>
              <a:gd name="connsiteY41" fmla="*/ 5193377 h 6858000"/>
              <a:gd name="connsiteX42" fmla="*/ 607782 w 1508539"/>
              <a:gd name="connsiteY42" fmla="*/ 5179288 h 6858000"/>
              <a:gd name="connsiteX43" fmla="*/ 608766 w 1508539"/>
              <a:gd name="connsiteY43" fmla="*/ 5173621 h 6858000"/>
              <a:gd name="connsiteX44" fmla="*/ 604400 w 1508539"/>
              <a:gd name="connsiteY44" fmla="*/ 5159961 h 6858000"/>
              <a:gd name="connsiteX45" fmla="*/ 611077 w 1508539"/>
              <a:gd name="connsiteY45" fmla="*/ 5144295 h 6858000"/>
              <a:gd name="connsiteX46" fmla="*/ 608010 w 1508539"/>
              <a:gd name="connsiteY46" fmla="*/ 5125185 h 6858000"/>
              <a:gd name="connsiteX47" fmla="*/ 614840 w 1508539"/>
              <a:gd name="connsiteY47" fmla="*/ 5121884 h 6858000"/>
              <a:gd name="connsiteX48" fmla="*/ 621876 w 1508539"/>
              <a:gd name="connsiteY48" fmla="*/ 5067850 h 6858000"/>
              <a:gd name="connsiteX49" fmla="*/ 624607 w 1508539"/>
              <a:gd name="connsiteY49" fmla="*/ 5060861 h 6858000"/>
              <a:gd name="connsiteX50" fmla="*/ 621311 w 1508539"/>
              <a:gd name="connsiteY50" fmla="*/ 5034192 h 6858000"/>
              <a:gd name="connsiteX51" fmla="*/ 622865 w 1508539"/>
              <a:gd name="connsiteY51" fmla="*/ 4993030 h 6858000"/>
              <a:gd name="connsiteX52" fmla="*/ 629774 w 1508539"/>
              <a:gd name="connsiteY52" fmla="*/ 4946844 h 6858000"/>
              <a:gd name="connsiteX53" fmla="*/ 625630 w 1508539"/>
              <a:gd name="connsiteY53" fmla="*/ 4932692 h 6858000"/>
              <a:gd name="connsiteX54" fmla="*/ 641033 w 1508539"/>
              <a:gd name="connsiteY54" fmla="*/ 4858827 h 6858000"/>
              <a:gd name="connsiteX55" fmla="*/ 646936 w 1508539"/>
              <a:gd name="connsiteY55" fmla="*/ 4821170 h 6858000"/>
              <a:gd name="connsiteX56" fmla="*/ 651669 w 1508539"/>
              <a:gd name="connsiteY56" fmla="*/ 4780965 h 6858000"/>
              <a:gd name="connsiteX57" fmla="*/ 652962 w 1508539"/>
              <a:gd name="connsiteY57" fmla="*/ 4750867 h 6858000"/>
              <a:gd name="connsiteX58" fmla="*/ 650769 w 1508539"/>
              <a:gd name="connsiteY58" fmla="*/ 4690749 h 6858000"/>
              <a:gd name="connsiteX59" fmla="*/ 646249 w 1508539"/>
              <a:gd name="connsiteY59" fmla="*/ 4584173 h 6858000"/>
              <a:gd name="connsiteX60" fmla="*/ 641332 w 1508539"/>
              <a:gd name="connsiteY60" fmla="*/ 4444346 h 6858000"/>
              <a:gd name="connsiteX61" fmla="*/ 637897 w 1508539"/>
              <a:gd name="connsiteY61" fmla="*/ 4375228 h 6858000"/>
              <a:gd name="connsiteX62" fmla="*/ 618550 w 1508539"/>
              <a:gd name="connsiteY62" fmla="*/ 4214165 h 6858000"/>
              <a:gd name="connsiteX63" fmla="*/ 622623 w 1508539"/>
              <a:gd name="connsiteY63" fmla="*/ 4090296 h 6858000"/>
              <a:gd name="connsiteX64" fmla="*/ 607879 w 1508539"/>
              <a:gd name="connsiteY64" fmla="*/ 4033999 h 6858000"/>
              <a:gd name="connsiteX65" fmla="*/ 609028 w 1508539"/>
              <a:gd name="connsiteY65" fmla="*/ 4031933 h 6858000"/>
              <a:gd name="connsiteX66" fmla="*/ 607604 w 1508539"/>
              <a:gd name="connsiteY66" fmla="*/ 4013953 h 6858000"/>
              <a:gd name="connsiteX67" fmla="*/ 593899 w 1508539"/>
              <a:gd name="connsiteY67" fmla="*/ 3974753 h 6858000"/>
              <a:gd name="connsiteX68" fmla="*/ 595497 w 1508539"/>
              <a:gd name="connsiteY68" fmla="*/ 3969950 h 6858000"/>
              <a:gd name="connsiteX69" fmla="*/ 588919 w 1508539"/>
              <a:gd name="connsiteY69" fmla="*/ 3933779 h 6858000"/>
              <a:gd name="connsiteX70" fmla="*/ 590250 w 1508539"/>
              <a:gd name="connsiteY70" fmla="*/ 3933093 h 6858000"/>
              <a:gd name="connsiteX71" fmla="*/ 594604 w 1508539"/>
              <a:gd name="connsiteY71" fmla="*/ 3922082 h 6858000"/>
              <a:gd name="connsiteX72" fmla="*/ 599682 w 1508539"/>
              <a:gd name="connsiteY72" fmla="*/ 3901461 h 6858000"/>
              <a:gd name="connsiteX73" fmla="*/ 622276 w 1508539"/>
              <a:gd name="connsiteY73" fmla="*/ 3813873 h 6858000"/>
              <a:gd name="connsiteX74" fmla="*/ 621701 w 1508539"/>
              <a:gd name="connsiteY74" fmla="*/ 3806161 h 6858000"/>
              <a:gd name="connsiteX75" fmla="*/ 622008 w 1508539"/>
              <a:gd name="connsiteY75" fmla="*/ 3805957 h 6858000"/>
              <a:gd name="connsiteX76" fmla="*/ 622035 w 1508539"/>
              <a:gd name="connsiteY76" fmla="*/ 3797724 h 6858000"/>
              <a:gd name="connsiteX77" fmla="*/ 620650 w 1508539"/>
              <a:gd name="connsiteY77" fmla="*/ 3792098 h 6858000"/>
              <a:gd name="connsiteX78" fmla="*/ 619534 w 1508539"/>
              <a:gd name="connsiteY78" fmla="*/ 3777135 h 6858000"/>
              <a:gd name="connsiteX79" fmla="*/ 621267 w 1508539"/>
              <a:gd name="connsiteY79" fmla="*/ 3771656 h 6858000"/>
              <a:gd name="connsiteX80" fmla="*/ 625010 w 1508539"/>
              <a:gd name="connsiteY80" fmla="*/ 3769007 h 6858000"/>
              <a:gd name="connsiteX81" fmla="*/ 624476 w 1508539"/>
              <a:gd name="connsiteY81" fmla="*/ 3767709 h 6858000"/>
              <a:gd name="connsiteX82" fmla="*/ 633172 w 1508539"/>
              <a:gd name="connsiteY82" fmla="*/ 3738082 h 6858000"/>
              <a:gd name="connsiteX83" fmla="*/ 640518 w 1508539"/>
              <a:gd name="connsiteY83" fmla="*/ 3673397 h 6858000"/>
              <a:gd name="connsiteX84" fmla="*/ 639814 w 1508539"/>
              <a:gd name="connsiteY84" fmla="*/ 3637109 h 6858000"/>
              <a:gd name="connsiteX85" fmla="*/ 643257 w 1508539"/>
              <a:gd name="connsiteY85" fmla="*/ 3536883 h 6858000"/>
              <a:gd name="connsiteX86" fmla="*/ 650795 w 1508539"/>
              <a:gd name="connsiteY86" fmla="*/ 3435652 h 6858000"/>
              <a:gd name="connsiteX87" fmla="*/ 652466 w 1508539"/>
              <a:gd name="connsiteY87" fmla="*/ 3307769 h 6858000"/>
              <a:gd name="connsiteX88" fmla="*/ 670029 w 1508539"/>
              <a:gd name="connsiteY88" fmla="*/ 3250522 h 6858000"/>
              <a:gd name="connsiteX89" fmla="*/ 670454 w 1508539"/>
              <a:gd name="connsiteY89" fmla="*/ 3229163 h 6858000"/>
              <a:gd name="connsiteX90" fmla="*/ 672277 w 1508539"/>
              <a:gd name="connsiteY90" fmla="*/ 3217217 h 6858000"/>
              <a:gd name="connsiteX91" fmla="*/ 659112 w 1508539"/>
              <a:gd name="connsiteY91" fmla="*/ 3183755 h 6858000"/>
              <a:gd name="connsiteX92" fmla="*/ 659613 w 1508539"/>
              <a:gd name="connsiteY92" fmla="*/ 3178642 h 6858000"/>
              <a:gd name="connsiteX93" fmla="*/ 647213 w 1508539"/>
              <a:gd name="connsiteY93" fmla="*/ 3158586 h 6858000"/>
              <a:gd name="connsiteX94" fmla="*/ 632398 w 1508539"/>
              <a:gd name="connsiteY94" fmla="*/ 3129034 h 6858000"/>
              <a:gd name="connsiteX95" fmla="*/ 633063 w 1508539"/>
              <a:gd name="connsiteY95" fmla="*/ 3126682 h 6858000"/>
              <a:gd name="connsiteX96" fmla="*/ 623931 w 1508539"/>
              <a:gd name="connsiteY96" fmla="*/ 3114519 h 6858000"/>
              <a:gd name="connsiteX97" fmla="*/ 610540 w 1508539"/>
              <a:gd name="connsiteY97" fmla="*/ 3106272 h 6858000"/>
              <a:gd name="connsiteX98" fmla="*/ 583270 w 1508539"/>
              <a:gd name="connsiteY98" fmla="*/ 2958185 h 6858000"/>
              <a:gd name="connsiteX99" fmla="*/ 525884 w 1508539"/>
              <a:gd name="connsiteY99" fmla="*/ 2762989 h 6858000"/>
              <a:gd name="connsiteX100" fmla="*/ 474802 w 1508539"/>
              <a:gd name="connsiteY100" fmla="*/ 2554718 h 6858000"/>
              <a:gd name="connsiteX101" fmla="*/ 454896 w 1508539"/>
              <a:gd name="connsiteY101" fmla="*/ 2485734 h 6858000"/>
              <a:gd name="connsiteX102" fmla="*/ 445619 w 1508539"/>
              <a:gd name="connsiteY102" fmla="*/ 2447068 h 6858000"/>
              <a:gd name="connsiteX103" fmla="*/ 432580 w 1508539"/>
              <a:gd name="connsiteY103" fmla="*/ 2425819 h 6858000"/>
              <a:gd name="connsiteX104" fmla="*/ 438579 w 1508539"/>
              <a:gd name="connsiteY104" fmla="*/ 2402874 h 6858000"/>
              <a:gd name="connsiteX105" fmla="*/ 441191 w 1508539"/>
              <a:gd name="connsiteY105" fmla="*/ 2381443 h 6858000"/>
              <a:gd name="connsiteX106" fmla="*/ 417520 w 1508539"/>
              <a:gd name="connsiteY106" fmla="*/ 2261920 h 6858000"/>
              <a:gd name="connsiteX107" fmla="*/ 407407 w 1508539"/>
              <a:gd name="connsiteY107" fmla="*/ 2195378 h 6858000"/>
              <a:gd name="connsiteX108" fmla="*/ 391624 w 1508539"/>
              <a:gd name="connsiteY108" fmla="*/ 2155135 h 6858000"/>
              <a:gd name="connsiteX109" fmla="*/ 389082 w 1508539"/>
              <a:gd name="connsiteY109" fmla="*/ 2118008 h 6858000"/>
              <a:gd name="connsiteX110" fmla="*/ 390075 w 1508539"/>
              <a:gd name="connsiteY110" fmla="*/ 2050531 h 6858000"/>
              <a:gd name="connsiteX111" fmla="*/ 381881 w 1508539"/>
              <a:gd name="connsiteY111" fmla="*/ 1963269 h 6858000"/>
              <a:gd name="connsiteX112" fmla="*/ 363059 w 1508539"/>
              <a:gd name="connsiteY112" fmla="*/ 1906352 h 6858000"/>
              <a:gd name="connsiteX113" fmla="*/ 339616 w 1508539"/>
              <a:gd name="connsiteY113" fmla="*/ 1861531 h 6858000"/>
              <a:gd name="connsiteX114" fmla="*/ 293415 w 1508539"/>
              <a:gd name="connsiteY114" fmla="*/ 1732919 h 6858000"/>
              <a:gd name="connsiteX115" fmla="*/ 265726 w 1508539"/>
              <a:gd name="connsiteY115" fmla="*/ 1663540 h 6858000"/>
              <a:gd name="connsiteX116" fmla="*/ 264852 w 1508539"/>
              <a:gd name="connsiteY116" fmla="*/ 1615777 h 6858000"/>
              <a:gd name="connsiteX117" fmla="*/ 245647 w 1508539"/>
              <a:gd name="connsiteY117" fmla="*/ 1563678 h 6858000"/>
              <a:gd name="connsiteX118" fmla="*/ 258727 w 1508539"/>
              <a:gd name="connsiteY118" fmla="*/ 1519474 h 6858000"/>
              <a:gd name="connsiteX119" fmla="*/ 251469 w 1508539"/>
              <a:gd name="connsiteY119" fmla="*/ 1477995 h 6858000"/>
              <a:gd name="connsiteX120" fmla="*/ 237554 w 1508539"/>
              <a:gd name="connsiteY120" fmla="*/ 1373769 h 6858000"/>
              <a:gd name="connsiteX121" fmla="*/ 245861 w 1508539"/>
              <a:gd name="connsiteY121" fmla="*/ 1307086 h 6858000"/>
              <a:gd name="connsiteX122" fmla="*/ 247049 w 1508539"/>
              <a:gd name="connsiteY122" fmla="*/ 1189033 h 6858000"/>
              <a:gd name="connsiteX123" fmla="*/ 251734 w 1508539"/>
              <a:gd name="connsiteY123" fmla="*/ 1168288 h 6858000"/>
              <a:gd name="connsiteX124" fmla="*/ 244016 w 1508539"/>
              <a:gd name="connsiteY124" fmla="*/ 1142577 h 6858000"/>
              <a:gd name="connsiteX125" fmla="*/ 233322 w 1508539"/>
              <a:gd name="connsiteY125" fmla="*/ 1088484 h 6858000"/>
              <a:gd name="connsiteX126" fmla="*/ 222058 w 1508539"/>
              <a:gd name="connsiteY126" fmla="*/ 1016103 h 6858000"/>
              <a:gd name="connsiteX127" fmla="*/ 223514 w 1508539"/>
              <a:gd name="connsiteY127" fmla="*/ 932283 h 6858000"/>
              <a:gd name="connsiteX128" fmla="*/ 225750 w 1508539"/>
              <a:gd name="connsiteY128" fmla="*/ 915925 h 6858000"/>
              <a:gd name="connsiteX129" fmla="*/ 218379 w 1508539"/>
              <a:gd name="connsiteY129" fmla="*/ 896999 h 6858000"/>
              <a:gd name="connsiteX130" fmla="*/ 187787 w 1508539"/>
              <a:gd name="connsiteY130" fmla="*/ 821517 h 6858000"/>
              <a:gd name="connsiteX131" fmla="*/ 166737 w 1508539"/>
              <a:gd name="connsiteY131" fmla="*/ 751353 h 6858000"/>
              <a:gd name="connsiteX132" fmla="*/ 166295 w 1508539"/>
              <a:gd name="connsiteY132" fmla="*/ 721230 h 6858000"/>
              <a:gd name="connsiteX133" fmla="*/ 151966 w 1508539"/>
              <a:gd name="connsiteY133" fmla="*/ 681659 h 6858000"/>
              <a:gd name="connsiteX134" fmla="*/ 137385 w 1508539"/>
              <a:gd name="connsiteY134" fmla="*/ 635218 h 6858000"/>
              <a:gd name="connsiteX135" fmla="*/ 142396 w 1508539"/>
              <a:gd name="connsiteY135" fmla="*/ 613763 h 6858000"/>
              <a:gd name="connsiteX136" fmla="*/ 128338 w 1508539"/>
              <a:gd name="connsiteY136" fmla="*/ 598582 h 6858000"/>
              <a:gd name="connsiteX137" fmla="*/ 128019 w 1508539"/>
              <a:gd name="connsiteY137" fmla="*/ 576846 h 6858000"/>
              <a:gd name="connsiteX138" fmla="*/ 107645 w 1508539"/>
              <a:gd name="connsiteY138" fmla="*/ 530055 h 6858000"/>
              <a:gd name="connsiteX139" fmla="*/ 106893 w 1508539"/>
              <a:gd name="connsiteY139" fmla="*/ 465389 h 6858000"/>
              <a:gd name="connsiteX140" fmla="*/ 89816 w 1508539"/>
              <a:gd name="connsiteY140" fmla="*/ 424699 h 6858000"/>
              <a:gd name="connsiteX141" fmla="*/ 90191 w 1508539"/>
              <a:gd name="connsiteY141" fmla="*/ 404917 h 6858000"/>
              <a:gd name="connsiteX142" fmla="*/ 70148 w 1508539"/>
              <a:gd name="connsiteY142" fmla="*/ 367211 h 6858000"/>
              <a:gd name="connsiteX143" fmla="*/ 36452 w 1508539"/>
              <a:gd name="connsiteY143" fmla="*/ 268519 h 6858000"/>
              <a:gd name="connsiteX144" fmla="*/ 23935 w 1508539"/>
              <a:gd name="connsiteY144" fmla="*/ 160886 h 6858000"/>
              <a:gd name="connsiteX145" fmla="*/ 19312 w 1508539"/>
              <a:gd name="connsiteY145" fmla="*/ 47336 h 6858000"/>
              <a:gd name="connsiteX146" fmla="*/ 0 w 1508539"/>
              <a:gd name="connsiteY146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28010 w 1508539"/>
              <a:gd name="connsiteY4" fmla="*/ 6751578 h 6858000"/>
              <a:gd name="connsiteX5" fmla="*/ 146674 w 1508539"/>
              <a:gd name="connsiteY5" fmla="*/ 6696999 h 6858000"/>
              <a:gd name="connsiteX6" fmla="*/ 163411 w 1508539"/>
              <a:gd name="connsiteY6" fmla="*/ 6638036 h 6858000"/>
              <a:gd name="connsiteX7" fmla="*/ 153633 w 1508539"/>
              <a:gd name="connsiteY7" fmla="*/ 6596265 h 6858000"/>
              <a:gd name="connsiteX8" fmla="*/ 153512 w 1508539"/>
              <a:gd name="connsiteY8" fmla="*/ 6594818 h 6858000"/>
              <a:gd name="connsiteX9" fmla="*/ 157757 w 1508539"/>
              <a:gd name="connsiteY9" fmla="*/ 6593735 h 6858000"/>
              <a:gd name="connsiteX10" fmla="*/ 164248 w 1508539"/>
              <a:gd name="connsiteY10" fmla="*/ 6574442 h 6858000"/>
              <a:gd name="connsiteX11" fmla="*/ 164588 w 1508539"/>
              <a:gd name="connsiteY11" fmla="*/ 6568530 h 6858000"/>
              <a:gd name="connsiteX12" fmla="*/ 166997 w 1508539"/>
              <a:gd name="connsiteY12" fmla="*/ 6560674 h 6858000"/>
              <a:gd name="connsiteX13" fmla="*/ 167342 w 1508539"/>
              <a:gd name="connsiteY13" fmla="*/ 6560598 h 6858000"/>
              <a:gd name="connsiteX14" fmla="*/ 169039 w 1508539"/>
              <a:gd name="connsiteY14" fmla="*/ 6553006 h 6858000"/>
              <a:gd name="connsiteX15" fmla="*/ 215389 w 1508539"/>
              <a:gd name="connsiteY15" fmla="*/ 6478062 h 6858000"/>
              <a:gd name="connsiteX16" fmla="*/ 226078 w 1508539"/>
              <a:gd name="connsiteY16" fmla="*/ 6460325 h 6858000"/>
              <a:gd name="connsiteX17" fmla="*/ 233311 w 1508539"/>
              <a:gd name="connsiteY17" fmla="*/ 6451488 h 6858000"/>
              <a:gd name="connsiteX18" fmla="*/ 234746 w 1508539"/>
              <a:gd name="connsiteY18" fmla="*/ 6451348 h 6858000"/>
              <a:gd name="connsiteX19" fmla="*/ 239104 w 1508539"/>
              <a:gd name="connsiteY19" fmla="*/ 6414240 h 6858000"/>
              <a:gd name="connsiteX20" fmla="*/ 241880 w 1508539"/>
              <a:gd name="connsiteY20" fmla="*/ 6384857 h 6858000"/>
              <a:gd name="connsiteX21" fmla="*/ 240591 w 1508539"/>
              <a:gd name="connsiteY21" fmla="*/ 6367510 h 6858000"/>
              <a:gd name="connsiteX22" fmla="*/ 244471 w 1508539"/>
              <a:gd name="connsiteY22" fmla="*/ 6349778 h 6858000"/>
              <a:gd name="connsiteX23" fmla="*/ 246136 w 1508539"/>
              <a:gd name="connsiteY23" fmla="*/ 6348250 h 6858000"/>
              <a:gd name="connsiteX24" fmla="*/ 262170 w 1508539"/>
              <a:gd name="connsiteY24" fmla="*/ 6281972 h 6858000"/>
              <a:gd name="connsiteX25" fmla="*/ 272933 w 1508539"/>
              <a:gd name="connsiteY25" fmla="*/ 6211940 h 6858000"/>
              <a:gd name="connsiteX26" fmla="*/ 314428 w 1508539"/>
              <a:gd name="connsiteY26" fmla="*/ 6113913 h 6858000"/>
              <a:gd name="connsiteX27" fmla="*/ 318721 w 1508539"/>
              <a:gd name="connsiteY27" fmla="*/ 6028119 h 6858000"/>
              <a:gd name="connsiteX28" fmla="*/ 345501 w 1508539"/>
              <a:gd name="connsiteY28" fmla="*/ 5934687 h 6858000"/>
              <a:gd name="connsiteX29" fmla="*/ 379513 w 1508539"/>
              <a:gd name="connsiteY29" fmla="*/ 5765594 h 6858000"/>
              <a:gd name="connsiteX30" fmla="*/ 411349 w 1508539"/>
              <a:gd name="connsiteY30" fmla="*/ 5693685 h 6858000"/>
              <a:gd name="connsiteX31" fmla="*/ 431404 w 1508539"/>
              <a:gd name="connsiteY31" fmla="*/ 5665173 h 6858000"/>
              <a:gd name="connsiteX32" fmla="*/ 465121 w 1508539"/>
              <a:gd name="connsiteY32" fmla="*/ 5563435 h 6858000"/>
              <a:gd name="connsiteX33" fmla="*/ 494626 w 1508539"/>
              <a:gd name="connsiteY33" fmla="*/ 5476393 h 6858000"/>
              <a:gd name="connsiteX34" fmla="*/ 525819 w 1508539"/>
              <a:gd name="connsiteY34" fmla="*/ 5396260 h 6858000"/>
              <a:gd name="connsiteX35" fmla="*/ 541800 w 1508539"/>
              <a:gd name="connsiteY35" fmla="*/ 5330009 h 6858000"/>
              <a:gd name="connsiteX36" fmla="*/ 575293 w 1508539"/>
              <a:gd name="connsiteY36" fmla="*/ 5273739 h 6858000"/>
              <a:gd name="connsiteX37" fmla="*/ 584892 w 1508539"/>
              <a:gd name="connsiteY37" fmla="*/ 5241779 h 6858000"/>
              <a:gd name="connsiteX38" fmla="*/ 596118 w 1508539"/>
              <a:gd name="connsiteY38" fmla="*/ 5225268 h 6858000"/>
              <a:gd name="connsiteX39" fmla="*/ 597138 w 1508539"/>
              <a:gd name="connsiteY39" fmla="*/ 5217684 h 6858000"/>
              <a:gd name="connsiteX40" fmla="*/ 604479 w 1508539"/>
              <a:gd name="connsiteY40" fmla="*/ 5193377 h 6858000"/>
              <a:gd name="connsiteX41" fmla="*/ 607782 w 1508539"/>
              <a:gd name="connsiteY41" fmla="*/ 5179288 h 6858000"/>
              <a:gd name="connsiteX42" fmla="*/ 608766 w 1508539"/>
              <a:gd name="connsiteY42" fmla="*/ 5173621 h 6858000"/>
              <a:gd name="connsiteX43" fmla="*/ 604400 w 1508539"/>
              <a:gd name="connsiteY43" fmla="*/ 5159961 h 6858000"/>
              <a:gd name="connsiteX44" fmla="*/ 611077 w 1508539"/>
              <a:gd name="connsiteY44" fmla="*/ 5144295 h 6858000"/>
              <a:gd name="connsiteX45" fmla="*/ 608010 w 1508539"/>
              <a:gd name="connsiteY45" fmla="*/ 5125185 h 6858000"/>
              <a:gd name="connsiteX46" fmla="*/ 614840 w 1508539"/>
              <a:gd name="connsiteY46" fmla="*/ 5121884 h 6858000"/>
              <a:gd name="connsiteX47" fmla="*/ 621876 w 1508539"/>
              <a:gd name="connsiteY47" fmla="*/ 5067850 h 6858000"/>
              <a:gd name="connsiteX48" fmla="*/ 624607 w 1508539"/>
              <a:gd name="connsiteY48" fmla="*/ 5060861 h 6858000"/>
              <a:gd name="connsiteX49" fmla="*/ 621311 w 1508539"/>
              <a:gd name="connsiteY49" fmla="*/ 5034192 h 6858000"/>
              <a:gd name="connsiteX50" fmla="*/ 622865 w 1508539"/>
              <a:gd name="connsiteY50" fmla="*/ 4993030 h 6858000"/>
              <a:gd name="connsiteX51" fmla="*/ 629774 w 1508539"/>
              <a:gd name="connsiteY51" fmla="*/ 4946844 h 6858000"/>
              <a:gd name="connsiteX52" fmla="*/ 625630 w 1508539"/>
              <a:gd name="connsiteY52" fmla="*/ 4932692 h 6858000"/>
              <a:gd name="connsiteX53" fmla="*/ 641033 w 1508539"/>
              <a:gd name="connsiteY53" fmla="*/ 4858827 h 6858000"/>
              <a:gd name="connsiteX54" fmla="*/ 646936 w 1508539"/>
              <a:gd name="connsiteY54" fmla="*/ 4821170 h 6858000"/>
              <a:gd name="connsiteX55" fmla="*/ 651669 w 1508539"/>
              <a:gd name="connsiteY55" fmla="*/ 4780965 h 6858000"/>
              <a:gd name="connsiteX56" fmla="*/ 652962 w 1508539"/>
              <a:gd name="connsiteY56" fmla="*/ 4750867 h 6858000"/>
              <a:gd name="connsiteX57" fmla="*/ 650769 w 1508539"/>
              <a:gd name="connsiteY57" fmla="*/ 4690749 h 6858000"/>
              <a:gd name="connsiteX58" fmla="*/ 646249 w 1508539"/>
              <a:gd name="connsiteY58" fmla="*/ 4584173 h 6858000"/>
              <a:gd name="connsiteX59" fmla="*/ 641332 w 1508539"/>
              <a:gd name="connsiteY59" fmla="*/ 4444346 h 6858000"/>
              <a:gd name="connsiteX60" fmla="*/ 637897 w 1508539"/>
              <a:gd name="connsiteY60" fmla="*/ 4375228 h 6858000"/>
              <a:gd name="connsiteX61" fmla="*/ 618550 w 1508539"/>
              <a:gd name="connsiteY61" fmla="*/ 4214165 h 6858000"/>
              <a:gd name="connsiteX62" fmla="*/ 622623 w 1508539"/>
              <a:gd name="connsiteY62" fmla="*/ 4090296 h 6858000"/>
              <a:gd name="connsiteX63" fmla="*/ 607879 w 1508539"/>
              <a:gd name="connsiteY63" fmla="*/ 4033999 h 6858000"/>
              <a:gd name="connsiteX64" fmla="*/ 609028 w 1508539"/>
              <a:gd name="connsiteY64" fmla="*/ 4031933 h 6858000"/>
              <a:gd name="connsiteX65" fmla="*/ 607604 w 1508539"/>
              <a:gd name="connsiteY65" fmla="*/ 4013953 h 6858000"/>
              <a:gd name="connsiteX66" fmla="*/ 593899 w 1508539"/>
              <a:gd name="connsiteY66" fmla="*/ 3974753 h 6858000"/>
              <a:gd name="connsiteX67" fmla="*/ 595497 w 1508539"/>
              <a:gd name="connsiteY67" fmla="*/ 3969950 h 6858000"/>
              <a:gd name="connsiteX68" fmla="*/ 588919 w 1508539"/>
              <a:gd name="connsiteY68" fmla="*/ 3933779 h 6858000"/>
              <a:gd name="connsiteX69" fmla="*/ 590250 w 1508539"/>
              <a:gd name="connsiteY69" fmla="*/ 3933093 h 6858000"/>
              <a:gd name="connsiteX70" fmla="*/ 594604 w 1508539"/>
              <a:gd name="connsiteY70" fmla="*/ 3922082 h 6858000"/>
              <a:gd name="connsiteX71" fmla="*/ 599682 w 1508539"/>
              <a:gd name="connsiteY71" fmla="*/ 3901461 h 6858000"/>
              <a:gd name="connsiteX72" fmla="*/ 622276 w 1508539"/>
              <a:gd name="connsiteY72" fmla="*/ 3813873 h 6858000"/>
              <a:gd name="connsiteX73" fmla="*/ 621701 w 1508539"/>
              <a:gd name="connsiteY73" fmla="*/ 3806161 h 6858000"/>
              <a:gd name="connsiteX74" fmla="*/ 622008 w 1508539"/>
              <a:gd name="connsiteY74" fmla="*/ 3805957 h 6858000"/>
              <a:gd name="connsiteX75" fmla="*/ 622035 w 1508539"/>
              <a:gd name="connsiteY75" fmla="*/ 3797724 h 6858000"/>
              <a:gd name="connsiteX76" fmla="*/ 620650 w 1508539"/>
              <a:gd name="connsiteY76" fmla="*/ 3792098 h 6858000"/>
              <a:gd name="connsiteX77" fmla="*/ 619534 w 1508539"/>
              <a:gd name="connsiteY77" fmla="*/ 3777135 h 6858000"/>
              <a:gd name="connsiteX78" fmla="*/ 621267 w 1508539"/>
              <a:gd name="connsiteY78" fmla="*/ 3771656 h 6858000"/>
              <a:gd name="connsiteX79" fmla="*/ 625010 w 1508539"/>
              <a:gd name="connsiteY79" fmla="*/ 3769007 h 6858000"/>
              <a:gd name="connsiteX80" fmla="*/ 624476 w 1508539"/>
              <a:gd name="connsiteY80" fmla="*/ 3767709 h 6858000"/>
              <a:gd name="connsiteX81" fmla="*/ 633172 w 1508539"/>
              <a:gd name="connsiteY81" fmla="*/ 3738082 h 6858000"/>
              <a:gd name="connsiteX82" fmla="*/ 640518 w 1508539"/>
              <a:gd name="connsiteY82" fmla="*/ 3673397 h 6858000"/>
              <a:gd name="connsiteX83" fmla="*/ 639814 w 1508539"/>
              <a:gd name="connsiteY83" fmla="*/ 3637109 h 6858000"/>
              <a:gd name="connsiteX84" fmla="*/ 643257 w 1508539"/>
              <a:gd name="connsiteY84" fmla="*/ 3536883 h 6858000"/>
              <a:gd name="connsiteX85" fmla="*/ 650795 w 1508539"/>
              <a:gd name="connsiteY85" fmla="*/ 3435652 h 6858000"/>
              <a:gd name="connsiteX86" fmla="*/ 652466 w 1508539"/>
              <a:gd name="connsiteY86" fmla="*/ 3307769 h 6858000"/>
              <a:gd name="connsiteX87" fmla="*/ 670029 w 1508539"/>
              <a:gd name="connsiteY87" fmla="*/ 3250522 h 6858000"/>
              <a:gd name="connsiteX88" fmla="*/ 670454 w 1508539"/>
              <a:gd name="connsiteY88" fmla="*/ 3229163 h 6858000"/>
              <a:gd name="connsiteX89" fmla="*/ 672277 w 1508539"/>
              <a:gd name="connsiteY89" fmla="*/ 3217217 h 6858000"/>
              <a:gd name="connsiteX90" fmla="*/ 659112 w 1508539"/>
              <a:gd name="connsiteY90" fmla="*/ 3183755 h 6858000"/>
              <a:gd name="connsiteX91" fmla="*/ 659613 w 1508539"/>
              <a:gd name="connsiteY91" fmla="*/ 3178642 h 6858000"/>
              <a:gd name="connsiteX92" fmla="*/ 647213 w 1508539"/>
              <a:gd name="connsiteY92" fmla="*/ 3158586 h 6858000"/>
              <a:gd name="connsiteX93" fmla="*/ 632398 w 1508539"/>
              <a:gd name="connsiteY93" fmla="*/ 3129034 h 6858000"/>
              <a:gd name="connsiteX94" fmla="*/ 633063 w 1508539"/>
              <a:gd name="connsiteY94" fmla="*/ 3126682 h 6858000"/>
              <a:gd name="connsiteX95" fmla="*/ 623931 w 1508539"/>
              <a:gd name="connsiteY95" fmla="*/ 3114519 h 6858000"/>
              <a:gd name="connsiteX96" fmla="*/ 610540 w 1508539"/>
              <a:gd name="connsiteY96" fmla="*/ 3106272 h 6858000"/>
              <a:gd name="connsiteX97" fmla="*/ 583270 w 1508539"/>
              <a:gd name="connsiteY97" fmla="*/ 2958185 h 6858000"/>
              <a:gd name="connsiteX98" fmla="*/ 525884 w 1508539"/>
              <a:gd name="connsiteY98" fmla="*/ 2762989 h 6858000"/>
              <a:gd name="connsiteX99" fmla="*/ 474802 w 1508539"/>
              <a:gd name="connsiteY99" fmla="*/ 2554718 h 6858000"/>
              <a:gd name="connsiteX100" fmla="*/ 454896 w 1508539"/>
              <a:gd name="connsiteY100" fmla="*/ 2485734 h 6858000"/>
              <a:gd name="connsiteX101" fmla="*/ 445619 w 1508539"/>
              <a:gd name="connsiteY101" fmla="*/ 2447068 h 6858000"/>
              <a:gd name="connsiteX102" fmla="*/ 432580 w 1508539"/>
              <a:gd name="connsiteY102" fmla="*/ 2425819 h 6858000"/>
              <a:gd name="connsiteX103" fmla="*/ 438579 w 1508539"/>
              <a:gd name="connsiteY103" fmla="*/ 2402874 h 6858000"/>
              <a:gd name="connsiteX104" fmla="*/ 441191 w 1508539"/>
              <a:gd name="connsiteY104" fmla="*/ 2381443 h 6858000"/>
              <a:gd name="connsiteX105" fmla="*/ 417520 w 1508539"/>
              <a:gd name="connsiteY105" fmla="*/ 2261920 h 6858000"/>
              <a:gd name="connsiteX106" fmla="*/ 407407 w 1508539"/>
              <a:gd name="connsiteY106" fmla="*/ 2195378 h 6858000"/>
              <a:gd name="connsiteX107" fmla="*/ 391624 w 1508539"/>
              <a:gd name="connsiteY107" fmla="*/ 2155135 h 6858000"/>
              <a:gd name="connsiteX108" fmla="*/ 389082 w 1508539"/>
              <a:gd name="connsiteY108" fmla="*/ 2118008 h 6858000"/>
              <a:gd name="connsiteX109" fmla="*/ 390075 w 1508539"/>
              <a:gd name="connsiteY109" fmla="*/ 2050531 h 6858000"/>
              <a:gd name="connsiteX110" fmla="*/ 381881 w 1508539"/>
              <a:gd name="connsiteY110" fmla="*/ 1963269 h 6858000"/>
              <a:gd name="connsiteX111" fmla="*/ 363059 w 1508539"/>
              <a:gd name="connsiteY111" fmla="*/ 1906352 h 6858000"/>
              <a:gd name="connsiteX112" fmla="*/ 339616 w 1508539"/>
              <a:gd name="connsiteY112" fmla="*/ 1861531 h 6858000"/>
              <a:gd name="connsiteX113" fmla="*/ 293415 w 1508539"/>
              <a:gd name="connsiteY113" fmla="*/ 1732919 h 6858000"/>
              <a:gd name="connsiteX114" fmla="*/ 265726 w 1508539"/>
              <a:gd name="connsiteY114" fmla="*/ 1663540 h 6858000"/>
              <a:gd name="connsiteX115" fmla="*/ 264852 w 1508539"/>
              <a:gd name="connsiteY115" fmla="*/ 1615777 h 6858000"/>
              <a:gd name="connsiteX116" fmla="*/ 245647 w 1508539"/>
              <a:gd name="connsiteY116" fmla="*/ 1563678 h 6858000"/>
              <a:gd name="connsiteX117" fmla="*/ 258727 w 1508539"/>
              <a:gd name="connsiteY117" fmla="*/ 1519474 h 6858000"/>
              <a:gd name="connsiteX118" fmla="*/ 251469 w 1508539"/>
              <a:gd name="connsiteY118" fmla="*/ 1477995 h 6858000"/>
              <a:gd name="connsiteX119" fmla="*/ 237554 w 1508539"/>
              <a:gd name="connsiteY119" fmla="*/ 1373769 h 6858000"/>
              <a:gd name="connsiteX120" fmla="*/ 245861 w 1508539"/>
              <a:gd name="connsiteY120" fmla="*/ 1307086 h 6858000"/>
              <a:gd name="connsiteX121" fmla="*/ 247049 w 1508539"/>
              <a:gd name="connsiteY121" fmla="*/ 1189033 h 6858000"/>
              <a:gd name="connsiteX122" fmla="*/ 251734 w 1508539"/>
              <a:gd name="connsiteY122" fmla="*/ 1168288 h 6858000"/>
              <a:gd name="connsiteX123" fmla="*/ 244016 w 1508539"/>
              <a:gd name="connsiteY123" fmla="*/ 1142577 h 6858000"/>
              <a:gd name="connsiteX124" fmla="*/ 233322 w 1508539"/>
              <a:gd name="connsiteY124" fmla="*/ 1088484 h 6858000"/>
              <a:gd name="connsiteX125" fmla="*/ 222058 w 1508539"/>
              <a:gd name="connsiteY125" fmla="*/ 1016103 h 6858000"/>
              <a:gd name="connsiteX126" fmla="*/ 223514 w 1508539"/>
              <a:gd name="connsiteY126" fmla="*/ 932283 h 6858000"/>
              <a:gd name="connsiteX127" fmla="*/ 225750 w 1508539"/>
              <a:gd name="connsiteY127" fmla="*/ 915925 h 6858000"/>
              <a:gd name="connsiteX128" fmla="*/ 218379 w 1508539"/>
              <a:gd name="connsiteY128" fmla="*/ 896999 h 6858000"/>
              <a:gd name="connsiteX129" fmla="*/ 187787 w 1508539"/>
              <a:gd name="connsiteY129" fmla="*/ 821517 h 6858000"/>
              <a:gd name="connsiteX130" fmla="*/ 166737 w 1508539"/>
              <a:gd name="connsiteY130" fmla="*/ 751353 h 6858000"/>
              <a:gd name="connsiteX131" fmla="*/ 166295 w 1508539"/>
              <a:gd name="connsiteY131" fmla="*/ 721230 h 6858000"/>
              <a:gd name="connsiteX132" fmla="*/ 151966 w 1508539"/>
              <a:gd name="connsiteY132" fmla="*/ 681659 h 6858000"/>
              <a:gd name="connsiteX133" fmla="*/ 137385 w 1508539"/>
              <a:gd name="connsiteY133" fmla="*/ 635218 h 6858000"/>
              <a:gd name="connsiteX134" fmla="*/ 142396 w 1508539"/>
              <a:gd name="connsiteY134" fmla="*/ 613763 h 6858000"/>
              <a:gd name="connsiteX135" fmla="*/ 128338 w 1508539"/>
              <a:gd name="connsiteY135" fmla="*/ 598582 h 6858000"/>
              <a:gd name="connsiteX136" fmla="*/ 128019 w 1508539"/>
              <a:gd name="connsiteY136" fmla="*/ 576846 h 6858000"/>
              <a:gd name="connsiteX137" fmla="*/ 107645 w 1508539"/>
              <a:gd name="connsiteY137" fmla="*/ 530055 h 6858000"/>
              <a:gd name="connsiteX138" fmla="*/ 106893 w 1508539"/>
              <a:gd name="connsiteY138" fmla="*/ 465389 h 6858000"/>
              <a:gd name="connsiteX139" fmla="*/ 89816 w 1508539"/>
              <a:gd name="connsiteY139" fmla="*/ 424699 h 6858000"/>
              <a:gd name="connsiteX140" fmla="*/ 90191 w 1508539"/>
              <a:gd name="connsiteY140" fmla="*/ 404917 h 6858000"/>
              <a:gd name="connsiteX141" fmla="*/ 70148 w 1508539"/>
              <a:gd name="connsiteY141" fmla="*/ 367211 h 6858000"/>
              <a:gd name="connsiteX142" fmla="*/ 36452 w 1508539"/>
              <a:gd name="connsiteY142" fmla="*/ 268519 h 6858000"/>
              <a:gd name="connsiteX143" fmla="*/ 23935 w 1508539"/>
              <a:gd name="connsiteY143" fmla="*/ 160886 h 6858000"/>
              <a:gd name="connsiteX144" fmla="*/ 19312 w 1508539"/>
              <a:gd name="connsiteY144" fmla="*/ 47336 h 6858000"/>
              <a:gd name="connsiteX145" fmla="*/ 0 w 1508539"/>
              <a:gd name="connsiteY145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28010 w 1508539"/>
              <a:gd name="connsiteY4" fmla="*/ 6751578 h 6858000"/>
              <a:gd name="connsiteX5" fmla="*/ 146674 w 1508539"/>
              <a:gd name="connsiteY5" fmla="*/ 6696999 h 6858000"/>
              <a:gd name="connsiteX6" fmla="*/ 163411 w 1508539"/>
              <a:gd name="connsiteY6" fmla="*/ 6638036 h 6858000"/>
              <a:gd name="connsiteX7" fmla="*/ 153633 w 1508539"/>
              <a:gd name="connsiteY7" fmla="*/ 6596265 h 6858000"/>
              <a:gd name="connsiteX8" fmla="*/ 153512 w 1508539"/>
              <a:gd name="connsiteY8" fmla="*/ 6594818 h 6858000"/>
              <a:gd name="connsiteX9" fmla="*/ 157757 w 1508539"/>
              <a:gd name="connsiteY9" fmla="*/ 6593735 h 6858000"/>
              <a:gd name="connsiteX10" fmla="*/ 164248 w 1508539"/>
              <a:gd name="connsiteY10" fmla="*/ 6574442 h 6858000"/>
              <a:gd name="connsiteX11" fmla="*/ 164588 w 1508539"/>
              <a:gd name="connsiteY11" fmla="*/ 6568530 h 6858000"/>
              <a:gd name="connsiteX12" fmla="*/ 166997 w 1508539"/>
              <a:gd name="connsiteY12" fmla="*/ 6560674 h 6858000"/>
              <a:gd name="connsiteX13" fmla="*/ 167342 w 1508539"/>
              <a:gd name="connsiteY13" fmla="*/ 6560598 h 6858000"/>
              <a:gd name="connsiteX14" fmla="*/ 201349 w 1508539"/>
              <a:gd name="connsiteY14" fmla="*/ 6530567 h 6858000"/>
              <a:gd name="connsiteX15" fmla="*/ 215389 w 1508539"/>
              <a:gd name="connsiteY15" fmla="*/ 6478062 h 6858000"/>
              <a:gd name="connsiteX16" fmla="*/ 226078 w 1508539"/>
              <a:gd name="connsiteY16" fmla="*/ 6460325 h 6858000"/>
              <a:gd name="connsiteX17" fmla="*/ 233311 w 1508539"/>
              <a:gd name="connsiteY17" fmla="*/ 6451488 h 6858000"/>
              <a:gd name="connsiteX18" fmla="*/ 234746 w 1508539"/>
              <a:gd name="connsiteY18" fmla="*/ 6451348 h 6858000"/>
              <a:gd name="connsiteX19" fmla="*/ 239104 w 1508539"/>
              <a:gd name="connsiteY19" fmla="*/ 6414240 h 6858000"/>
              <a:gd name="connsiteX20" fmla="*/ 241880 w 1508539"/>
              <a:gd name="connsiteY20" fmla="*/ 6384857 h 6858000"/>
              <a:gd name="connsiteX21" fmla="*/ 240591 w 1508539"/>
              <a:gd name="connsiteY21" fmla="*/ 6367510 h 6858000"/>
              <a:gd name="connsiteX22" fmla="*/ 244471 w 1508539"/>
              <a:gd name="connsiteY22" fmla="*/ 6349778 h 6858000"/>
              <a:gd name="connsiteX23" fmla="*/ 246136 w 1508539"/>
              <a:gd name="connsiteY23" fmla="*/ 6348250 h 6858000"/>
              <a:gd name="connsiteX24" fmla="*/ 262170 w 1508539"/>
              <a:gd name="connsiteY24" fmla="*/ 6281972 h 6858000"/>
              <a:gd name="connsiteX25" fmla="*/ 272933 w 1508539"/>
              <a:gd name="connsiteY25" fmla="*/ 6211940 h 6858000"/>
              <a:gd name="connsiteX26" fmla="*/ 314428 w 1508539"/>
              <a:gd name="connsiteY26" fmla="*/ 6113913 h 6858000"/>
              <a:gd name="connsiteX27" fmla="*/ 318721 w 1508539"/>
              <a:gd name="connsiteY27" fmla="*/ 6028119 h 6858000"/>
              <a:gd name="connsiteX28" fmla="*/ 345501 w 1508539"/>
              <a:gd name="connsiteY28" fmla="*/ 5934687 h 6858000"/>
              <a:gd name="connsiteX29" fmla="*/ 379513 w 1508539"/>
              <a:gd name="connsiteY29" fmla="*/ 5765594 h 6858000"/>
              <a:gd name="connsiteX30" fmla="*/ 411349 w 1508539"/>
              <a:gd name="connsiteY30" fmla="*/ 5693685 h 6858000"/>
              <a:gd name="connsiteX31" fmla="*/ 431404 w 1508539"/>
              <a:gd name="connsiteY31" fmla="*/ 5665173 h 6858000"/>
              <a:gd name="connsiteX32" fmla="*/ 465121 w 1508539"/>
              <a:gd name="connsiteY32" fmla="*/ 5563435 h 6858000"/>
              <a:gd name="connsiteX33" fmla="*/ 494626 w 1508539"/>
              <a:gd name="connsiteY33" fmla="*/ 5476393 h 6858000"/>
              <a:gd name="connsiteX34" fmla="*/ 525819 w 1508539"/>
              <a:gd name="connsiteY34" fmla="*/ 5396260 h 6858000"/>
              <a:gd name="connsiteX35" fmla="*/ 541800 w 1508539"/>
              <a:gd name="connsiteY35" fmla="*/ 5330009 h 6858000"/>
              <a:gd name="connsiteX36" fmla="*/ 575293 w 1508539"/>
              <a:gd name="connsiteY36" fmla="*/ 5273739 h 6858000"/>
              <a:gd name="connsiteX37" fmla="*/ 584892 w 1508539"/>
              <a:gd name="connsiteY37" fmla="*/ 5241779 h 6858000"/>
              <a:gd name="connsiteX38" fmla="*/ 596118 w 1508539"/>
              <a:gd name="connsiteY38" fmla="*/ 5225268 h 6858000"/>
              <a:gd name="connsiteX39" fmla="*/ 597138 w 1508539"/>
              <a:gd name="connsiteY39" fmla="*/ 5217684 h 6858000"/>
              <a:gd name="connsiteX40" fmla="*/ 604479 w 1508539"/>
              <a:gd name="connsiteY40" fmla="*/ 5193377 h 6858000"/>
              <a:gd name="connsiteX41" fmla="*/ 607782 w 1508539"/>
              <a:gd name="connsiteY41" fmla="*/ 5179288 h 6858000"/>
              <a:gd name="connsiteX42" fmla="*/ 608766 w 1508539"/>
              <a:gd name="connsiteY42" fmla="*/ 5173621 h 6858000"/>
              <a:gd name="connsiteX43" fmla="*/ 604400 w 1508539"/>
              <a:gd name="connsiteY43" fmla="*/ 5159961 h 6858000"/>
              <a:gd name="connsiteX44" fmla="*/ 611077 w 1508539"/>
              <a:gd name="connsiteY44" fmla="*/ 5144295 h 6858000"/>
              <a:gd name="connsiteX45" fmla="*/ 608010 w 1508539"/>
              <a:gd name="connsiteY45" fmla="*/ 5125185 h 6858000"/>
              <a:gd name="connsiteX46" fmla="*/ 614840 w 1508539"/>
              <a:gd name="connsiteY46" fmla="*/ 5121884 h 6858000"/>
              <a:gd name="connsiteX47" fmla="*/ 621876 w 1508539"/>
              <a:gd name="connsiteY47" fmla="*/ 5067850 h 6858000"/>
              <a:gd name="connsiteX48" fmla="*/ 624607 w 1508539"/>
              <a:gd name="connsiteY48" fmla="*/ 5060861 h 6858000"/>
              <a:gd name="connsiteX49" fmla="*/ 621311 w 1508539"/>
              <a:gd name="connsiteY49" fmla="*/ 5034192 h 6858000"/>
              <a:gd name="connsiteX50" fmla="*/ 622865 w 1508539"/>
              <a:gd name="connsiteY50" fmla="*/ 4993030 h 6858000"/>
              <a:gd name="connsiteX51" fmla="*/ 629774 w 1508539"/>
              <a:gd name="connsiteY51" fmla="*/ 4946844 h 6858000"/>
              <a:gd name="connsiteX52" fmla="*/ 625630 w 1508539"/>
              <a:gd name="connsiteY52" fmla="*/ 4932692 h 6858000"/>
              <a:gd name="connsiteX53" fmla="*/ 641033 w 1508539"/>
              <a:gd name="connsiteY53" fmla="*/ 4858827 h 6858000"/>
              <a:gd name="connsiteX54" fmla="*/ 646936 w 1508539"/>
              <a:gd name="connsiteY54" fmla="*/ 4821170 h 6858000"/>
              <a:gd name="connsiteX55" fmla="*/ 651669 w 1508539"/>
              <a:gd name="connsiteY55" fmla="*/ 4780965 h 6858000"/>
              <a:gd name="connsiteX56" fmla="*/ 652962 w 1508539"/>
              <a:gd name="connsiteY56" fmla="*/ 4750867 h 6858000"/>
              <a:gd name="connsiteX57" fmla="*/ 650769 w 1508539"/>
              <a:gd name="connsiteY57" fmla="*/ 4690749 h 6858000"/>
              <a:gd name="connsiteX58" fmla="*/ 646249 w 1508539"/>
              <a:gd name="connsiteY58" fmla="*/ 4584173 h 6858000"/>
              <a:gd name="connsiteX59" fmla="*/ 641332 w 1508539"/>
              <a:gd name="connsiteY59" fmla="*/ 4444346 h 6858000"/>
              <a:gd name="connsiteX60" fmla="*/ 637897 w 1508539"/>
              <a:gd name="connsiteY60" fmla="*/ 4375228 h 6858000"/>
              <a:gd name="connsiteX61" fmla="*/ 618550 w 1508539"/>
              <a:gd name="connsiteY61" fmla="*/ 4214165 h 6858000"/>
              <a:gd name="connsiteX62" fmla="*/ 622623 w 1508539"/>
              <a:gd name="connsiteY62" fmla="*/ 4090296 h 6858000"/>
              <a:gd name="connsiteX63" fmla="*/ 607879 w 1508539"/>
              <a:gd name="connsiteY63" fmla="*/ 4033999 h 6858000"/>
              <a:gd name="connsiteX64" fmla="*/ 609028 w 1508539"/>
              <a:gd name="connsiteY64" fmla="*/ 4031933 h 6858000"/>
              <a:gd name="connsiteX65" fmla="*/ 607604 w 1508539"/>
              <a:gd name="connsiteY65" fmla="*/ 4013953 h 6858000"/>
              <a:gd name="connsiteX66" fmla="*/ 593899 w 1508539"/>
              <a:gd name="connsiteY66" fmla="*/ 3974753 h 6858000"/>
              <a:gd name="connsiteX67" fmla="*/ 595497 w 1508539"/>
              <a:gd name="connsiteY67" fmla="*/ 3969950 h 6858000"/>
              <a:gd name="connsiteX68" fmla="*/ 588919 w 1508539"/>
              <a:gd name="connsiteY68" fmla="*/ 3933779 h 6858000"/>
              <a:gd name="connsiteX69" fmla="*/ 590250 w 1508539"/>
              <a:gd name="connsiteY69" fmla="*/ 3933093 h 6858000"/>
              <a:gd name="connsiteX70" fmla="*/ 594604 w 1508539"/>
              <a:gd name="connsiteY70" fmla="*/ 3922082 h 6858000"/>
              <a:gd name="connsiteX71" fmla="*/ 599682 w 1508539"/>
              <a:gd name="connsiteY71" fmla="*/ 3901461 h 6858000"/>
              <a:gd name="connsiteX72" fmla="*/ 622276 w 1508539"/>
              <a:gd name="connsiteY72" fmla="*/ 3813873 h 6858000"/>
              <a:gd name="connsiteX73" fmla="*/ 621701 w 1508539"/>
              <a:gd name="connsiteY73" fmla="*/ 3806161 h 6858000"/>
              <a:gd name="connsiteX74" fmla="*/ 622008 w 1508539"/>
              <a:gd name="connsiteY74" fmla="*/ 3805957 h 6858000"/>
              <a:gd name="connsiteX75" fmla="*/ 622035 w 1508539"/>
              <a:gd name="connsiteY75" fmla="*/ 3797724 h 6858000"/>
              <a:gd name="connsiteX76" fmla="*/ 620650 w 1508539"/>
              <a:gd name="connsiteY76" fmla="*/ 3792098 h 6858000"/>
              <a:gd name="connsiteX77" fmla="*/ 619534 w 1508539"/>
              <a:gd name="connsiteY77" fmla="*/ 3777135 h 6858000"/>
              <a:gd name="connsiteX78" fmla="*/ 621267 w 1508539"/>
              <a:gd name="connsiteY78" fmla="*/ 3771656 h 6858000"/>
              <a:gd name="connsiteX79" fmla="*/ 625010 w 1508539"/>
              <a:gd name="connsiteY79" fmla="*/ 3769007 h 6858000"/>
              <a:gd name="connsiteX80" fmla="*/ 624476 w 1508539"/>
              <a:gd name="connsiteY80" fmla="*/ 3767709 h 6858000"/>
              <a:gd name="connsiteX81" fmla="*/ 633172 w 1508539"/>
              <a:gd name="connsiteY81" fmla="*/ 3738082 h 6858000"/>
              <a:gd name="connsiteX82" fmla="*/ 640518 w 1508539"/>
              <a:gd name="connsiteY82" fmla="*/ 3673397 h 6858000"/>
              <a:gd name="connsiteX83" fmla="*/ 639814 w 1508539"/>
              <a:gd name="connsiteY83" fmla="*/ 3637109 h 6858000"/>
              <a:gd name="connsiteX84" fmla="*/ 643257 w 1508539"/>
              <a:gd name="connsiteY84" fmla="*/ 3536883 h 6858000"/>
              <a:gd name="connsiteX85" fmla="*/ 650795 w 1508539"/>
              <a:gd name="connsiteY85" fmla="*/ 3435652 h 6858000"/>
              <a:gd name="connsiteX86" fmla="*/ 652466 w 1508539"/>
              <a:gd name="connsiteY86" fmla="*/ 3307769 h 6858000"/>
              <a:gd name="connsiteX87" fmla="*/ 670029 w 1508539"/>
              <a:gd name="connsiteY87" fmla="*/ 3250522 h 6858000"/>
              <a:gd name="connsiteX88" fmla="*/ 670454 w 1508539"/>
              <a:gd name="connsiteY88" fmla="*/ 3229163 h 6858000"/>
              <a:gd name="connsiteX89" fmla="*/ 672277 w 1508539"/>
              <a:gd name="connsiteY89" fmla="*/ 3217217 h 6858000"/>
              <a:gd name="connsiteX90" fmla="*/ 659112 w 1508539"/>
              <a:gd name="connsiteY90" fmla="*/ 3183755 h 6858000"/>
              <a:gd name="connsiteX91" fmla="*/ 659613 w 1508539"/>
              <a:gd name="connsiteY91" fmla="*/ 3178642 h 6858000"/>
              <a:gd name="connsiteX92" fmla="*/ 647213 w 1508539"/>
              <a:gd name="connsiteY92" fmla="*/ 3158586 h 6858000"/>
              <a:gd name="connsiteX93" fmla="*/ 632398 w 1508539"/>
              <a:gd name="connsiteY93" fmla="*/ 3129034 h 6858000"/>
              <a:gd name="connsiteX94" fmla="*/ 633063 w 1508539"/>
              <a:gd name="connsiteY94" fmla="*/ 3126682 h 6858000"/>
              <a:gd name="connsiteX95" fmla="*/ 623931 w 1508539"/>
              <a:gd name="connsiteY95" fmla="*/ 3114519 h 6858000"/>
              <a:gd name="connsiteX96" fmla="*/ 610540 w 1508539"/>
              <a:gd name="connsiteY96" fmla="*/ 3106272 h 6858000"/>
              <a:gd name="connsiteX97" fmla="*/ 583270 w 1508539"/>
              <a:gd name="connsiteY97" fmla="*/ 2958185 h 6858000"/>
              <a:gd name="connsiteX98" fmla="*/ 525884 w 1508539"/>
              <a:gd name="connsiteY98" fmla="*/ 2762989 h 6858000"/>
              <a:gd name="connsiteX99" fmla="*/ 474802 w 1508539"/>
              <a:gd name="connsiteY99" fmla="*/ 2554718 h 6858000"/>
              <a:gd name="connsiteX100" fmla="*/ 454896 w 1508539"/>
              <a:gd name="connsiteY100" fmla="*/ 2485734 h 6858000"/>
              <a:gd name="connsiteX101" fmla="*/ 445619 w 1508539"/>
              <a:gd name="connsiteY101" fmla="*/ 2447068 h 6858000"/>
              <a:gd name="connsiteX102" fmla="*/ 432580 w 1508539"/>
              <a:gd name="connsiteY102" fmla="*/ 2425819 h 6858000"/>
              <a:gd name="connsiteX103" fmla="*/ 438579 w 1508539"/>
              <a:gd name="connsiteY103" fmla="*/ 2402874 h 6858000"/>
              <a:gd name="connsiteX104" fmla="*/ 441191 w 1508539"/>
              <a:gd name="connsiteY104" fmla="*/ 2381443 h 6858000"/>
              <a:gd name="connsiteX105" fmla="*/ 417520 w 1508539"/>
              <a:gd name="connsiteY105" fmla="*/ 2261920 h 6858000"/>
              <a:gd name="connsiteX106" fmla="*/ 407407 w 1508539"/>
              <a:gd name="connsiteY106" fmla="*/ 2195378 h 6858000"/>
              <a:gd name="connsiteX107" fmla="*/ 391624 w 1508539"/>
              <a:gd name="connsiteY107" fmla="*/ 2155135 h 6858000"/>
              <a:gd name="connsiteX108" fmla="*/ 389082 w 1508539"/>
              <a:gd name="connsiteY108" fmla="*/ 2118008 h 6858000"/>
              <a:gd name="connsiteX109" fmla="*/ 390075 w 1508539"/>
              <a:gd name="connsiteY109" fmla="*/ 2050531 h 6858000"/>
              <a:gd name="connsiteX110" fmla="*/ 381881 w 1508539"/>
              <a:gd name="connsiteY110" fmla="*/ 1963269 h 6858000"/>
              <a:gd name="connsiteX111" fmla="*/ 363059 w 1508539"/>
              <a:gd name="connsiteY111" fmla="*/ 1906352 h 6858000"/>
              <a:gd name="connsiteX112" fmla="*/ 339616 w 1508539"/>
              <a:gd name="connsiteY112" fmla="*/ 1861531 h 6858000"/>
              <a:gd name="connsiteX113" fmla="*/ 293415 w 1508539"/>
              <a:gd name="connsiteY113" fmla="*/ 1732919 h 6858000"/>
              <a:gd name="connsiteX114" fmla="*/ 265726 w 1508539"/>
              <a:gd name="connsiteY114" fmla="*/ 1663540 h 6858000"/>
              <a:gd name="connsiteX115" fmla="*/ 264852 w 1508539"/>
              <a:gd name="connsiteY115" fmla="*/ 1615777 h 6858000"/>
              <a:gd name="connsiteX116" fmla="*/ 245647 w 1508539"/>
              <a:gd name="connsiteY116" fmla="*/ 1563678 h 6858000"/>
              <a:gd name="connsiteX117" fmla="*/ 258727 w 1508539"/>
              <a:gd name="connsiteY117" fmla="*/ 1519474 h 6858000"/>
              <a:gd name="connsiteX118" fmla="*/ 251469 w 1508539"/>
              <a:gd name="connsiteY118" fmla="*/ 1477995 h 6858000"/>
              <a:gd name="connsiteX119" fmla="*/ 237554 w 1508539"/>
              <a:gd name="connsiteY119" fmla="*/ 1373769 h 6858000"/>
              <a:gd name="connsiteX120" fmla="*/ 245861 w 1508539"/>
              <a:gd name="connsiteY120" fmla="*/ 1307086 h 6858000"/>
              <a:gd name="connsiteX121" fmla="*/ 247049 w 1508539"/>
              <a:gd name="connsiteY121" fmla="*/ 1189033 h 6858000"/>
              <a:gd name="connsiteX122" fmla="*/ 251734 w 1508539"/>
              <a:gd name="connsiteY122" fmla="*/ 1168288 h 6858000"/>
              <a:gd name="connsiteX123" fmla="*/ 244016 w 1508539"/>
              <a:gd name="connsiteY123" fmla="*/ 1142577 h 6858000"/>
              <a:gd name="connsiteX124" fmla="*/ 233322 w 1508539"/>
              <a:gd name="connsiteY124" fmla="*/ 1088484 h 6858000"/>
              <a:gd name="connsiteX125" fmla="*/ 222058 w 1508539"/>
              <a:gd name="connsiteY125" fmla="*/ 1016103 h 6858000"/>
              <a:gd name="connsiteX126" fmla="*/ 223514 w 1508539"/>
              <a:gd name="connsiteY126" fmla="*/ 932283 h 6858000"/>
              <a:gd name="connsiteX127" fmla="*/ 225750 w 1508539"/>
              <a:gd name="connsiteY127" fmla="*/ 915925 h 6858000"/>
              <a:gd name="connsiteX128" fmla="*/ 218379 w 1508539"/>
              <a:gd name="connsiteY128" fmla="*/ 896999 h 6858000"/>
              <a:gd name="connsiteX129" fmla="*/ 187787 w 1508539"/>
              <a:gd name="connsiteY129" fmla="*/ 821517 h 6858000"/>
              <a:gd name="connsiteX130" fmla="*/ 166737 w 1508539"/>
              <a:gd name="connsiteY130" fmla="*/ 751353 h 6858000"/>
              <a:gd name="connsiteX131" fmla="*/ 166295 w 1508539"/>
              <a:gd name="connsiteY131" fmla="*/ 721230 h 6858000"/>
              <a:gd name="connsiteX132" fmla="*/ 151966 w 1508539"/>
              <a:gd name="connsiteY132" fmla="*/ 681659 h 6858000"/>
              <a:gd name="connsiteX133" fmla="*/ 137385 w 1508539"/>
              <a:gd name="connsiteY133" fmla="*/ 635218 h 6858000"/>
              <a:gd name="connsiteX134" fmla="*/ 142396 w 1508539"/>
              <a:gd name="connsiteY134" fmla="*/ 613763 h 6858000"/>
              <a:gd name="connsiteX135" fmla="*/ 128338 w 1508539"/>
              <a:gd name="connsiteY135" fmla="*/ 598582 h 6858000"/>
              <a:gd name="connsiteX136" fmla="*/ 128019 w 1508539"/>
              <a:gd name="connsiteY136" fmla="*/ 576846 h 6858000"/>
              <a:gd name="connsiteX137" fmla="*/ 107645 w 1508539"/>
              <a:gd name="connsiteY137" fmla="*/ 530055 h 6858000"/>
              <a:gd name="connsiteX138" fmla="*/ 106893 w 1508539"/>
              <a:gd name="connsiteY138" fmla="*/ 465389 h 6858000"/>
              <a:gd name="connsiteX139" fmla="*/ 89816 w 1508539"/>
              <a:gd name="connsiteY139" fmla="*/ 424699 h 6858000"/>
              <a:gd name="connsiteX140" fmla="*/ 90191 w 1508539"/>
              <a:gd name="connsiteY140" fmla="*/ 404917 h 6858000"/>
              <a:gd name="connsiteX141" fmla="*/ 70148 w 1508539"/>
              <a:gd name="connsiteY141" fmla="*/ 367211 h 6858000"/>
              <a:gd name="connsiteX142" fmla="*/ 36452 w 1508539"/>
              <a:gd name="connsiteY142" fmla="*/ 268519 h 6858000"/>
              <a:gd name="connsiteX143" fmla="*/ 23935 w 1508539"/>
              <a:gd name="connsiteY143" fmla="*/ 160886 h 6858000"/>
              <a:gd name="connsiteX144" fmla="*/ 19312 w 1508539"/>
              <a:gd name="connsiteY144" fmla="*/ 47336 h 6858000"/>
              <a:gd name="connsiteX145" fmla="*/ 0 w 1508539"/>
              <a:gd name="connsiteY145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28010 w 1508539"/>
              <a:gd name="connsiteY4" fmla="*/ 6751578 h 6858000"/>
              <a:gd name="connsiteX5" fmla="*/ 146674 w 1508539"/>
              <a:gd name="connsiteY5" fmla="*/ 6696999 h 6858000"/>
              <a:gd name="connsiteX6" fmla="*/ 163411 w 1508539"/>
              <a:gd name="connsiteY6" fmla="*/ 6638036 h 6858000"/>
              <a:gd name="connsiteX7" fmla="*/ 153633 w 1508539"/>
              <a:gd name="connsiteY7" fmla="*/ 6596265 h 6858000"/>
              <a:gd name="connsiteX8" fmla="*/ 153512 w 1508539"/>
              <a:gd name="connsiteY8" fmla="*/ 6594818 h 6858000"/>
              <a:gd name="connsiteX9" fmla="*/ 164248 w 1508539"/>
              <a:gd name="connsiteY9" fmla="*/ 6574442 h 6858000"/>
              <a:gd name="connsiteX10" fmla="*/ 164588 w 1508539"/>
              <a:gd name="connsiteY10" fmla="*/ 6568530 h 6858000"/>
              <a:gd name="connsiteX11" fmla="*/ 166997 w 1508539"/>
              <a:gd name="connsiteY11" fmla="*/ 6560674 h 6858000"/>
              <a:gd name="connsiteX12" fmla="*/ 167342 w 1508539"/>
              <a:gd name="connsiteY12" fmla="*/ 6560598 h 6858000"/>
              <a:gd name="connsiteX13" fmla="*/ 201349 w 1508539"/>
              <a:gd name="connsiteY13" fmla="*/ 6530567 h 6858000"/>
              <a:gd name="connsiteX14" fmla="*/ 215389 w 1508539"/>
              <a:gd name="connsiteY14" fmla="*/ 6478062 h 6858000"/>
              <a:gd name="connsiteX15" fmla="*/ 226078 w 1508539"/>
              <a:gd name="connsiteY15" fmla="*/ 6460325 h 6858000"/>
              <a:gd name="connsiteX16" fmla="*/ 233311 w 1508539"/>
              <a:gd name="connsiteY16" fmla="*/ 6451488 h 6858000"/>
              <a:gd name="connsiteX17" fmla="*/ 234746 w 1508539"/>
              <a:gd name="connsiteY17" fmla="*/ 6451348 h 6858000"/>
              <a:gd name="connsiteX18" fmla="*/ 239104 w 1508539"/>
              <a:gd name="connsiteY18" fmla="*/ 6414240 h 6858000"/>
              <a:gd name="connsiteX19" fmla="*/ 241880 w 1508539"/>
              <a:gd name="connsiteY19" fmla="*/ 6384857 h 6858000"/>
              <a:gd name="connsiteX20" fmla="*/ 240591 w 1508539"/>
              <a:gd name="connsiteY20" fmla="*/ 6367510 h 6858000"/>
              <a:gd name="connsiteX21" fmla="*/ 244471 w 1508539"/>
              <a:gd name="connsiteY21" fmla="*/ 6349778 h 6858000"/>
              <a:gd name="connsiteX22" fmla="*/ 246136 w 1508539"/>
              <a:gd name="connsiteY22" fmla="*/ 6348250 h 6858000"/>
              <a:gd name="connsiteX23" fmla="*/ 262170 w 1508539"/>
              <a:gd name="connsiteY23" fmla="*/ 6281972 h 6858000"/>
              <a:gd name="connsiteX24" fmla="*/ 272933 w 1508539"/>
              <a:gd name="connsiteY24" fmla="*/ 6211940 h 6858000"/>
              <a:gd name="connsiteX25" fmla="*/ 314428 w 1508539"/>
              <a:gd name="connsiteY25" fmla="*/ 6113913 h 6858000"/>
              <a:gd name="connsiteX26" fmla="*/ 318721 w 1508539"/>
              <a:gd name="connsiteY26" fmla="*/ 6028119 h 6858000"/>
              <a:gd name="connsiteX27" fmla="*/ 345501 w 1508539"/>
              <a:gd name="connsiteY27" fmla="*/ 5934687 h 6858000"/>
              <a:gd name="connsiteX28" fmla="*/ 379513 w 1508539"/>
              <a:gd name="connsiteY28" fmla="*/ 5765594 h 6858000"/>
              <a:gd name="connsiteX29" fmla="*/ 411349 w 1508539"/>
              <a:gd name="connsiteY29" fmla="*/ 5693685 h 6858000"/>
              <a:gd name="connsiteX30" fmla="*/ 431404 w 1508539"/>
              <a:gd name="connsiteY30" fmla="*/ 5665173 h 6858000"/>
              <a:gd name="connsiteX31" fmla="*/ 465121 w 1508539"/>
              <a:gd name="connsiteY31" fmla="*/ 5563435 h 6858000"/>
              <a:gd name="connsiteX32" fmla="*/ 494626 w 1508539"/>
              <a:gd name="connsiteY32" fmla="*/ 5476393 h 6858000"/>
              <a:gd name="connsiteX33" fmla="*/ 525819 w 1508539"/>
              <a:gd name="connsiteY33" fmla="*/ 5396260 h 6858000"/>
              <a:gd name="connsiteX34" fmla="*/ 541800 w 1508539"/>
              <a:gd name="connsiteY34" fmla="*/ 5330009 h 6858000"/>
              <a:gd name="connsiteX35" fmla="*/ 575293 w 1508539"/>
              <a:gd name="connsiteY35" fmla="*/ 5273739 h 6858000"/>
              <a:gd name="connsiteX36" fmla="*/ 584892 w 1508539"/>
              <a:gd name="connsiteY36" fmla="*/ 5241779 h 6858000"/>
              <a:gd name="connsiteX37" fmla="*/ 596118 w 1508539"/>
              <a:gd name="connsiteY37" fmla="*/ 5225268 h 6858000"/>
              <a:gd name="connsiteX38" fmla="*/ 597138 w 1508539"/>
              <a:gd name="connsiteY38" fmla="*/ 5217684 h 6858000"/>
              <a:gd name="connsiteX39" fmla="*/ 604479 w 1508539"/>
              <a:gd name="connsiteY39" fmla="*/ 5193377 h 6858000"/>
              <a:gd name="connsiteX40" fmla="*/ 607782 w 1508539"/>
              <a:gd name="connsiteY40" fmla="*/ 5179288 h 6858000"/>
              <a:gd name="connsiteX41" fmla="*/ 608766 w 1508539"/>
              <a:gd name="connsiteY41" fmla="*/ 5173621 h 6858000"/>
              <a:gd name="connsiteX42" fmla="*/ 604400 w 1508539"/>
              <a:gd name="connsiteY42" fmla="*/ 5159961 h 6858000"/>
              <a:gd name="connsiteX43" fmla="*/ 611077 w 1508539"/>
              <a:gd name="connsiteY43" fmla="*/ 5144295 h 6858000"/>
              <a:gd name="connsiteX44" fmla="*/ 608010 w 1508539"/>
              <a:gd name="connsiteY44" fmla="*/ 5125185 h 6858000"/>
              <a:gd name="connsiteX45" fmla="*/ 614840 w 1508539"/>
              <a:gd name="connsiteY45" fmla="*/ 5121884 h 6858000"/>
              <a:gd name="connsiteX46" fmla="*/ 621876 w 1508539"/>
              <a:gd name="connsiteY46" fmla="*/ 5067850 h 6858000"/>
              <a:gd name="connsiteX47" fmla="*/ 624607 w 1508539"/>
              <a:gd name="connsiteY47" fmla="*/ 5060861 h 6858000"/>
              <a:gd name="connsiteX48" fmla="*/ 621311 w 1508539"/>
              <a:gd name="connsiteY48" fmla="*/ 5034192 h 6858000"/>
              <a:gd name="connsiteX49" fmla="*/ 622865 w 1508539"/>
              <a:gd name="connsiteY49" fmla="*/ 4993030 h 6858000"/>
              <a:gd name="connsiteX50" fmla="*/ 629774 w 1508539"/>
              <a:gd name="connsiteY50" fmla="*/ 4946844 h 6858000"/>
              <a:gd name="connsiteX51" fmla="*/ 625630 w 1508539"/>
              <a:gd name="connsiteY51" fmla="*/ 4932692 h 6858000"/>
              <a:gd name="connsiteX52" fmla="*/ 641033 w 1508539"/>
              <a:gd name="connsiteY52" fmla="*/ 4858827 h 6858000"/>
              <a:gd name="connsiteX53" fmla="*/ 646936 w 1508539"/>
              <a:gd name="connsiteY53" fmla="*/ 4821170 h 6858000"/>
              <a:gd name="connsiteX54" fmla="*/ 651669 w 1508539"/>
              <a:gd name="connsiteY54" fmla="*/ 4780965 h 6858000"/>
              <a:gd name="connsiteX55" fmla="*/ 652962 w 1508539"/>
              <a:gd name="connsiteY55" fmla="*/ 4750867 h 6858000"/>
              <a:gd name="connsiteX56" fmla="*/ 650769 w 1508539"/>
              <a:gd name="connsiteY56" fmla="*/ 4690749 h 6858000"/>
              <a:gd name="connsiteX57" fmla="*/ 646249 w 1508539"/>
              <a:gd name="connsiteY57" fmla="*/ 4584173 h 6858000"/>
              <a:gd name="connsiteX58" fmla="*/ 641332 w 1508539"/>
              <a:gd name="connsiteY58" fmla="*/ 4444346 h 6858000"/>
              <a:gd name="connsiteX59" fmla="*/ 637897 w 1508539"/>
              <a:gd name="connsiteY59" fmla="*/ 4375228 h 6858000"/>
              <a:gd name="connsiteX60" fmla="*/ 618550 w 1508539"/>
              <a:gd name="connsiteY60" fmla="*/ 4214165 h 6858000"/>
              <a:gd name="connsiteX61" fmla="*/ 622623 w 1508539"/>
              <a:gd name="connsiteY61" fmla="*/ 4090296 h 6858000"/>
              <a:gd name="connsiteX62" fmla="*/ 607879 w 1508539"/>
              <a:gd name="connsiteY62" fmla="*/ 4033999 h 6858000"/>
              <a:gd name="connsiteX63" fmla="*/ 609028 w 1508539"/>
              <a:gd name="connsiteY63" fmla="*/ 4031933 h 6858000"/>
              <a:gd name="connsiteX64" fmla="*/ 607604 w 1508539"/>
              <a:gd name="connsiteY64" fmla="*/ 4013953 h 6858000"/>
              <a:gd name="connsiteX65" fmla="*/ 593899 w 1508539"/>
              <a:gd name="connsiteY65" fmla="*/ 3974753 h 6858000"/>
              <a:gd name="connsiteX66" fmla="*/ 595497 w 1508539"/>
              <a:gd name="connsiteY66" fmla="*/ 3969950 h 6858000"/>
              <a:gd name="connsiteX67" fmla="*/ 588919 w 1508539"/>
              <a:gd name="connsiteY67" fmla="*/ 3933779 h 6858000"/>
              <a:gd name="connsiteX68" fmla="*/ 590250 w 1508539"/>
              <a:gd name="connsiteY68" fmla="*/ 3933093 h 6858000"/>
              <a:gd name="connsiteX69" fmla="*/ 594604 w 1508539"/>
              <a:gd name="connsiteY69" fmla="*/ 3922082 h 6858000"/>
              <a:gd name="connsiteX70" fmla="*/ 599682 w 1508539"/>
              <a:gd name="connsiteY70" fmla="*/ 3901461 h 6858000"/>
              <a:gd name="connsiteX71" fmla="*/ 622276 w 1508539"/>
              <a:gd name="connsiteY71" fmla="*/ 3813873 h 6858000"/>
              <a:gd name="connsiteX72" fmla="*/ 621701 w 1508539"/>
              <a:gd name="connsiteY72" fmla="*/ 3806161 h 6858000"/>
              <a:gd name="connsiteX73" fmla="*/ 622008 w 1508539"/>
              <a:gd name="connsiteY73" fmla="*/ 3805957 h 6858000"/>
              <a:gd name="connsiteX74" fmla="*/ 622035 w 1508539"/>
              <a:gd name="connsiteY74" fmla="*/ 3797724 h 6858000"/>
              <a:gd name="connsiteX75" fmla="*/ 620650 w 1508539"/>
              <a:gd name="connsiteY75" fmla="*/ 3792098 h 6858000"/>
              <a:gd name="connsiteX76" fmla="*/ 619534 w 1508539"/>
              <a:gd name="connsiteY76" fmla="*/ 3777135 h 6858000"/>
              <a:gd name="connsiteX77" fmla="*/ 621267 w 1508539"/>
              <a:gd name="connsiteY77" fmla="*/ 3771656 h 6858000"/>
              <a:gd name="connsiteX78" fmla="*/ 625010 w 1508539"/>
              <a:gd name="connsiteY78" fmla="*/ 3769007 h 6858000"/>
              <a:gd name="connsiteX79" fmla="*/ 624476 w 1508539"/>
              <a:gd name="connsiteY79" fmla="*/ 3767709 h 6858000"/>
              <a:gd name="connsiteX80" fmla="*/ 633172 w 1508539"/>
              <a:gd name="connsiteY80" fmla="*/ 3738082 h 6858000"/>
              <a:gd name="connsiteX81" fmla="*/ 640518 w 1508539"/>
              <a:gd name="connsiteY81" fmla="*/ 3673397 h 6858000"/>
              <a:gd name="connsiteX82" fmla="*/ 639814 w 1508539"/>
              <a:gd name="connsiteY82" fmla="*/ 3637109 h 6858000"/>
              <a:gd name="connsiteX83" fmla="*/ 643257 w 1508539"/>
              <a:gd name="connsiteY83" fmla="*/ 3536883 h 6858000"/>
              <a:gd name="connsiteX84" fmla="*/ 650795 w 1508539"/>
              <a:gd name="connsiteY84" fmla="*/ 3435652 h 6858000"/>
              <a:gd name="connsiteX85" fmla="*/ 652466 w 1508539"/>
              <a:gd name="connsiteY85" fmla="*/ 3307769 h 6858000"/>
              <a:gd name="connsiteX86" fmla="*/ 670029 w 1508539"/>
              <a:gd name="connsiteY86" fmla="*/ 3250522 h 6858000"/>
              <a:gd name="connsiteX87" fmla="*/ 670454 w 1508539"/>
              <a:gd name="connsiteY87" fmla="*/ 3229163 h 6858000"/>
              <a:gd name="connsiteX88" fmla="*/ 672277 w 1508539"/>
              <a:gd name="connsiteY88" fmla="*/ 3217217 h 6858000"/>
              <a:gd name="connsiteX89" fmla="*/ 659112 w 1508539"/>
              <a:gd name="connsiteY89" fmla="*/ 3183755 h 6858000"/>
              <a:gd name="connsiteX90" fmla="*/ 659613 w 1508539"/>
              <a:gd name="connsiteY90" fmla="*/ 3178642 h 6858000"/>
              <a:gd name="connsiteX91" fmla="*/ 647213 w 1508539"/>
              <a:gd name="connsiteY91" fmla="*/ 3158586 h 6858000"/>
              <a:gd name="connsiteX92" fmla="*/ 632398 w 1508539"/>
              <a:gd name="connsiteY92" fmla="*/ 3129034 h 6858000"/>
              <a:gd name="connsiteX93" fmla="*/ 633063 w 1508539"/>
              <a:gd name="connsiteY93" fmla="*/ 3126682 h 6858000"/>
              <a:gd name="connsiteX94" fmla="*/ 623931 w 1508539"/>
              <a:gd name="connsiteY94" fmla="*/ 3114519 h 6858000"/>
              <a:gd name="connsiteX95" fmla="*/ 610540 w 1508539"/>
              <a:gd name="connsiteY95" fmla="*/ 3106272 h 6858000"/>
              <a:gd name="connsiteX96" fmla="*/ 583270 w 1508539"/>
              <a:gd name="connsiteY96" fmla="*/ 2958185 h 6858000"/>
              <a:gd name="connsiteX97" fmla="*/ 525884 w 1508539"/>
              <a:gd name="connsiteY97" fmla="*/ 2762989 h 6858000"/>
              <a:gd name="connsiteX98" fmla="*/ 474802 w 1508539"/>
              <a:gd name="connsiteY98" fmla="*/ 2554718 h 6858000"/>
              <a:gd name="connsiteX99" fmla="*/ 454896 w 1508539"/>
              <a:gd name="connsiteY99" fmla="*/ 2485734 h 6858000"/>
              <a:gd name="connsiteX100" fmla="*/ 445619 w 1508539"/>
              <a:gd name="connsiteY100" fmla="*/ 2447068 h 6858000"/>
              <a:gd name="connsiteX101" fmla="*/ 432580 w 1508539"/>
              <a:gd name="connsiteY101" fmla="*/ 2425819 h 6858000"/>
              <a:gd name="connsiteX102" fmla="*/ 438579 w 1508539"/>
              <a:gd name="connsiteY102" fmla="*/ 2402874 h 6858000"/>
              <a:gd name="connsiteX103" fmla="*/ 441191 w 1508539"/>
              <a:gd name="connsiteY103" fmla="*/ 2381443 h 6858000"/>
              <a:gd name="connsiteX104" fmla="*/ 417520 w 1508539"/>
              <a:gd name="connsiteY104" fmla="*/ 2261920 h 6858000"/>
              <a:gd name="connsiteX105" fmla="*/ 407407 w 1508539"/>
              <a:gd name="connsiteY105" fmla="*/ 2195378 h 6858000"/>
              <a:gd name="connsiteX106" fmla="*/ 391624 w 1508539"/>
              <a:gd name="connsiteY106" fmla="*/ 2155135 h 6858000"/>
              <a:gd name="connsiteX107" fmla="*/ 389082 w 1508539"/>
              <a:gd name="connsiteY107" fmla="*/ 2118008 h 6858000"/>
              <a:gd name="connsiteX108" fmla="*/ 390075 w 1508539"/>
              <a:gd name="connsiteY108" fmla="*/ 2050531 h 6858000"/>
              <a:gd name="connsiteX109" fmla="*/ 381881 w 1508539"/>
              <a:gd name="connsiteY109" fmla="*/ 1963269 h 6858000"/>
              <a:gd name="connsiteX110" fmla="*/ 363059 w 1508539"/>
              <a:gd name="connsiteY110" fmla="*/ 1906352 h 6858000"/>
              <a:gd name="connsiteX111" fmla="*/ 339616 w 1508539"/>
              <a:gd name="connsiteY111" fmla="*/ 1861531 h 6858000"/>
              <a:gd name="connsiteX112" fmla="*/ 293415 w 1508539"/>
              <a:gd name="connsiteY112" fmla="*/ 1732919 h 6858000"/>
              <a:gd name="connsiteX113" fmla="*/ 265726 w 1508539"/>
              <a:gd name="connsiteY113" fmla="*/ 1663540 h 6858000"/>
              <a:gd name="connsiteX114" fmla="*/ 264852 w 1508539"/>
              <a:gd name="connsiteY114" fmla="*/ 1615777 h 6858000"/>
              <a:gd name="connsiteX115" fmla="*/ 245647 w 1508539"/>
              <a:gd name="connsiteY115" fmla="*/ 1563678 h 6858000"/>
              <a:gd name="connsiteX116" fmla="*/ 258727 w 1508539"/>
              <a:gd name="connsiteY116" fmla="*/ 1519474 h 6858000"/>
              <a:gd name="connsiteX117" fmla="*/ 251469 w 1508539"/>
              <a:gd name="connsiteY117" fmla="*/ 1477995 h 6858000"/>
              <a:gd name="connsiteX118" fmla="*/ 237554 w 1508539"/>
              <a:gd name="connsiteY118" fmla="*/ 1373769 h 6858000"/>
              <a:gd name="connsiteX119" fmla="*/ 245861 w 1508539"/>
              <a:gd name="connsiteY119" fmla="*/ 1307086 h 6858000"/>
              <a:gd name="connsiteX120" fmla="*/ 247049 w 1508539"/>
              <a:gd name="connsiteY120" fmla="*/ 1189033 h 6858000"/>
              <a:gd name="connsiteX121" fmla="*/ 251734 w 1508539"/>
              <a:gd name="connsiteY121" fmla="*/ 1168288 h 6858000"/>
              <a:gd name="connsiteX122" fmla="*/ 244016 w 1508539"/>
              <a:gd name="connsiteY122" fmla="*/ 1142577 h 6858000"/>
              <a:gd name="connsiteX123" fmla="*/ 233322 w 1508539"/>
              <a:gd name="connsiteY123" fmla="*/ 1088484 h 6858000"/>
              <a:gd name="connsiteX124" fmla="*/ 222058 w 1508539"/>
              <a:gd name="connsiteY124" fmla="*/ 1016103 h 6858000"/>
              <a:gd name="connsiteX125" fmla="*/ 223514 w 1508539"/>
              <a:gd name="connsiteY125" fmla="*/ 932283 h 6858000"/>
              <a:gd name="connsiteX126" fmla="*/ 225750 w 1508539"/>
              <a:gd name="connsiteY126" fmla="*/ 915925 h 6858000"/>
              <a:gd name="connsiteX127" fmla="*/ 218379 w 1508539"/>
              <a:gd name="connsiteY127" fmla="*/ 896999 h 6858000"/>
              <a:gd name="connsiteX128" fmla="*/ 187787 w 1508539"/>
              <a:gd name="connsiteY128" fmla="*/ 821517 h 6858000"/>
              <a:gd name="connsiteX129" fmla="*/ 166737 w 1508539"/>
              <a:gd name="connsiteY129" fmla="*/ 751353 h 6858000"/>
              <a:gd name="connsiteX130" fmla="*/ 166295 w 1508539"/>
              <a:gd name="connsiteY130" fmla="*/ 721230 h 6858000"/>
              <a:gd name="connsiteX131" fmla="*/ 151966 w 1508539"/>
              <a:gd name="connsiteY131" fmla="*/ 681659 h 6858000"/>
              <a:gd name="connsiteX132" fmla="*/ 137385 w 1508539"/>
              <a:gd name="connsiteY132" fmla="*/ 635218 h 6858000"/>
              <a:gd name="connsiteX133" fmla="*/ 142396 w 1508539"/>
              <a:gd name="connsiteY133" fmla="*/ 613763 h 6858000"/>
              <a:gd name="connsiteX134" fmla="*/ 128338 w 1508539"/>
              <a:gd name="connsiteY134" fmla="*/ 598582 h 6858000"/>
              <a:gd name="connsiteX135" fmla="*/ 128019 w 1508539"/>
              <a:gd name="connsiteY135" fmla="*/ 576846 h 6858000"/>
              <a:gd name="connsiteX136" fmla="*/ 107645 w 1508539"/>
              <a:gd name="connsiteY136" fmla="*/ 530055 h 6858000"/>
              <a:gd name="connsiteX137" fmla="*/ 106893 w 1508539"/>
              <a:gd name="connsiteY137" fmla="*/ 465389 h 6858000"/>
              <a:gd name="connsiteX138" fmla="*/ 89816 w 1508539"/>
              <a:gd name="connsiteY138" fmla="*/ 424699 h 6858000"/>
              <a:gd name="connsiteX139" fmla="*/ 90191 w 1508539"/>
              <a:gd name="connsiteY139" fmla="*/ 404917 h 6858000"/>
              <a:gd name="connsiteX140" fmla="*/ 70148 w 1508539"/>
              <a:gd name="connsiteY140" fmla="*/ 367211 h 6858000"/>
              <a:gd name="connsiteX141" fmla="*/ 36452 w 1508539"/>
              <a:gd name="connsiteY141" fmla="*/ 268519 h 6858000"/>
              <a:gd name="connsiteX142" fmla="*/ 23935 w 1508539"/>
              <a:gd name="connsiteY142" fmla="*/ 160886 h 6858000"/>
              <a:gd name="connsiteX143" fmla="*/ 19312 w 1508539"/>
              <a:gd name="connsiteY143" fmla="*/ 47336 h 6858000"/>
              <a:gd name="connsiteX144" fmla="*/ 0 w 1508539"/>
              <a:gd name="connsiteY144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28010 w 1508539"/>
              <a:gd name="connsiteY4" fmla="*/ 6751578 h 6858000"/>
              <a:gd name="connsiteX5" fmla="*/ 146674 w 1508539"/>
              <a:gd name="connsiteY5" fmla="*/ 6696999 h 6858000"/>
              <a:gd name="connsiteX6" fmla="*/ 163411 w 1508539"/>
              <a:gd name="connsiteY6" fmla="*/ 6638036 h 6858000"/>
              <a:gd name="connsiteX7" fmla="*/ 153633 w 1508539"/>
              <a:gd name="connsiteY7" fmla="*/ 6596265 h 6858000"/>
              <a:gd name="connsiteX8" fmla="*/ 164248 w 1508539"/>
              <a:gd name="connsiteY8" fmla="*/ 6574442 h 6858000"/>
              <a:gd name="connsiteX9" fmla="*/ 164588 w 1508539"/>
              <a:gd name="connsiteY9" fmla="*/ 6568530 h 6858000"/>
              <a:gd name="connsiteX10" fmla="*/ 166997 w 1508539"/>
              <a:gd name="connsiteY10" fmla="*/ 6560674 h 6858000"/>
              <a:gd name="connsiteX11" fmla="*/ 167342 w 1508539"/>
              <a:gd name="connsiteY11" fmla="*/ 6560598 h 6858000"/>
              <a:gd name="connsiteX12" fmla="*/ 201349 w 1508539"/>
              <a:gd name="connsiteY12" fmla="*/ 6530567 h 6858000"/>
              <a:gd name="connsiteX13" fmla="*/ 215389 w 1508539"/>
              <a:gd name="connsiteY13" fmla="*/ 6478062 h 6858000"/>
              <a:gd name="connsiteX14" fmla="*/ 226078 w 1508539"/>
              <a:gd name="connsiteY14" fmla="*/ 6460325 h 6858000"/>
              <a:gd name="connsiteX15" fmla="*/ 233311 w 1508539"/>
              <a:gd name="connsiteY15" fmla="*/ 6451488 h 6858000"/>
              <a:gd name="connsiteX16" fmla="*/ 234746 w 1508539"/>
              <a:gd name="connsiteY16" fmla="*/ 6451348 h 6858000"/>
              <a:gd name="connsiteX17" fmla="*/ 239104 w 1508539"/>
              <a:gd name="connsiteY17" fmla="*/ 6414240 h 6858000"/>
              <a:gd name="connsiteX18" fmla="*/ 241880 w 1508539"/>
              <a:gd name="connsiteY18" fmla="*/ 6384857 h 6858000"/>
              <a:gd name="connsiteX19" fmla="*/ 240591 w 1508539"/>
              <a:gd name="connsiteY19" fmla="*/ 6367510 h 6858000"/>
              <a:gd name="connsiteX20" fmla="*/ 244471 w 1508539"/>
              <a:gd name="connsiteY20" fmla="*/ 6349778 h 6858000"/>
              <a:gd name="connsiteX21" fmla="*/ 246136 w 1508539"/>
              <a:gd name="connsiteY21" fmla="*/ 6348250 h 6858000"/>
              <a:gd name="connsiteX22" fmla="*/ 262170 w 1508539"/>
              <a:gd name="connsiteY22" fmla="*/ 6281972 h 6858000"/>
              <a:gd name="connsiteX23" fmla="*/ 272933 w 1508539"/>
              <a:gd name="connsiteY23" fmla="*/ 6211940 h 6858000"/>
              <a:gd name="connsiteX24" fmla="*/ 314428 w 1508539"/>
              <a:gd name="connsiteY24" fmla="*/ 6113913 h 6858000"/>
              <a:gd name="connsiteX25" fmla="*/ 318721 w 1508539"/>
              <a:gd name="connsiteY25" fmla="*/ 6028119 h 6858000"/>
              <a:gd name="connsiteX26" fmla="*/ 345501 w 1508539"/>
              <a:gd name="connsiteY26" fmla="*/ 5934687 h 6858000"/>
              <a:gd name="connsiteX27" fmla="*/ 379513 w 1508539"/>
              <a:gd name="connsiteY27" fmla="*/ 5765594 h 6858000"/>
              <a:gd name="connsiteX28" fmla="*/ 411349 w 1508539"/>
              <a:gd name="connsiteY28" fmla="*/ 5693685 h 6858000"/>
              <a:gd name="connsiteX29" fmla="*/ 431404 w 1508539"/>
              <a:gd name="connsiteY29" fmla="*/ 5665173 h 6858000"/>
              <a:gd name="connsiteX30" fmla="*/ 465121 w 1508539"/>
              <a:gd name="connsiteY30" fmla="*/ 5563435 h 6858000"/>
              <a:gd name="connsiteX31" fmla="*/ 494626 w 1508539"/>
              <a:gd name="connsiteY31" fmla="*/ 5476393 h 6858000"/>
              <a:gd name="connsiteX32" fmla="*/ 525819 w 1508539"/>
              <a:gd name="connsiteY32" fmla="*/ 5396260 h 6858000"/>
              <a:gd name="connsiteX33" fmla="*/ 541800 w 1508539"/>
              <a:gd name="connsiteY33" fmla="*/ 5330009 h 6858000"/>
              <a:gd name="connsiteX34" fmla="*/ 575293 w 1508539"/>
              <a:gd name="connsiteY34" fmla="*/ 5273739 h 6858000"/>
              <a:gd name="connsiteX35" fmla="*/ 584892 w 1508539"/>
              <a:gd name="connsiteY35" fmla="*/ 5241779 h 6858000"/>
              <a:gd name="connsiteX36" fmla="*/ 596118 w 1508539"/>
              <a:gd name="connsiteY36" fmla="*/ 5225268 h 6858000"/>
              <a:gd name="connsiteX37" fmla="*/ 597138 w 1508539"/>
              <a:gd name="connsiteY37" fmla="*/ 5217684 h 6858000"/>
              <a:gd name="connsiteX38" fmla="*/ 604479 w 1508539"/>
              <a:gd name="connsiteY38" fmla="*/ 5193377 h 6858000"/>
              <a:gd name="connsiteX39" fmla="*/ 607782 w 1508539"/>
              <a:gd name="connsiteY39" fmla="*/ 5179288 h 6858000"/>
              <a:gd name="connsiteX40" fmla="*/ 608766 w 1508539"/>
              <a:gd name="connsiteY40" fmla="*/ 5173621 h 6858000"/>
              <a:gd name="connsiteX41" fmla="*/ 604400 w 1508539"/>
              <a:gd name="connsiteY41" fmla="*/ 5159961 h 6858000"/>
              <a:gd name="connsiteX42" fmla="*/ 611077 w 1508539"/>
              <a:gd name="connsiteY42" fmla="*/ 5144295 h 6858000"/>
              <a:gd name="connsiteX43" fmla="*/ 608010 w 1508539"/>
              <a:gd name="connsiteY43" fmla="*/ 5125185 h 6858000"/>
              <a:gd name="connsiteX44" fmla="*/ 614840 w 1508539"/>
              <a:gd name="connsiteY44" fmla="*/ 5121884 h 6858000"/>
              <a:gd name="connsiteX45" fmla="*/ 621876 w 1508539"/>
              <a:gd name="connsiteY45" fmla="*/ 5067850 h 6858000"/>
              <a:gd name="connsiteX46" fmla="*/ 624607 w 1508539"/>
              <a:gd name="connsiteY46" fmla="*/ 5060861 h 6858000"/>
              <a:gd name="connsiteX47" fmla="*/ 621311 w 1508539"/>
              <a:gd name="connsiteY47" fmla="*/ 5034192 h 6858000"/>
              <a:gd name="connsiteX48" fmla="*/ 622865 w 1508539"/>
              <a:gd name="connsiteY48" fmla="*/ 4993030 h 6858000"/>
              <a:gd name="connsiteX49" fmla="*/ 629774 w 1508539"/>
              <a:gd name="connsiteY49" fmla="*/ 4946844 h 6858000"/>
              <a:gd name="connsiteX50" fmla="*/ 625630 w 1508539"/>
              <a:gd name="connsiteY50" fmla="*/ 4932692 h 6858000"/>
              <a:gd name="connsiteX51" fmla="*/ 641033 w 1508539"/>
              <a:gd name="connsiteY51" fmla="*/ 4858827 h 6858000"/>
              <a:gd name="connsiteX52" fmla="*/ 646936 w 1508539"/>
              <a:gd name="connsiteY52" fmla="*/ 4821170 h 6858000"/>
              <a:gd name="connsiteX53" fmla="*/ 651669 w 1508539"/>
              <a:gd name="connsiteY53" fmla="*/ 4780965 h 6858000"/>
              <a:gd name="connsiteX54" fmla="*/ 652962 w 1508539"/>
              <a:gd name="connsiteY54" fmla="*/ 4750867 h 6858000"/>
              <a:gd name="connsiteX55" fmla="*/ 650769 w 1508539"/>
              <a:gd name="connsiteY55" fmla="*/ 4690749 h 6858000"/>
              <a:gd name="connsiteX56" fmla="*/ 646249 w 1508539"/>
              <a:gd name="connsiteY56" fmla="*/ 4584173 h 6858000"/>
              <a:gd name="connsiteX57" fmla="*/ 641332 w 1508539"/>
              <a:gd name="connsiteY57" fmla="*/ 4444346 h 6858000"/>
              <a:gd name="connsiteX58" fmla="*/ 637897 w 1508539"/>
              <a:gd name="connsiteY58" fmla="*/ 4375228 h 6858000"/>
              <a:gd name="connsiteX59" fmla="*/ 618550 w 1508539"/>
              <a:gd name="connsiteY59" fmla="*/ 4214165 h 6858000"/>
              <a:gd name="connsiteX60" fmla="*/ 622623 w 1508539"/>
              <a:gd name="connsiteY60" fmla="*/ 4090296 h 6858000"/>
              <a:gd name="connsiteX61" fmla="*/ 607879 w 1508539"/>
              <a:gd name="connsiteY61" fmla="*/ 4033999 h 6858000"/>
              <a:gd name="connsiteX62" fmla="*/ 609028 w 1508539"/>
              <a:gd name="connsiteY62" fmla="*/ 4031933 h 6858000"/>
              <a:gd name="connsiteX63" fmla="*/ 607604 w 1508539"/>
              <a:gd name="connsiteY63" fmla="*/ 4013953 h 6858000"/>
              <a:gd name="connsiteX64" fmla="*/ 593899 w 1508539"/>
              <a:gd name="connsiteY64" fmla="*/ 3974753 h 6858000"/>
              <a:gd name="connsiteX65" fmla="*/ 595497 w 1508539"/>
              <a:gd name="connsiteY65" fmla="*/ 3969950 h 6858000"/>
              <a:gd name="connsiteX66" fmla="*/ 588919 w 1508539"/>
              <a:gd name="connsiteY66" fmla="*/ 3933779 h 6858000"/>
              <a:gd name="connsiteX67" fmla="*/ 590250 w 1508539"/>
              <a:gd name="connsiteY67" fmla="*/ 3933093 h 6858000"/>
              <a:gd name="connsiteX68" fmla="*/ 594604 w 1508539"/>
              <a:gd name="connsiteY68" fmla="*/ 3922082 h 6858000"/>
              <a:gd name="connsiteX69" fmla="*/ 599682 w 1508539"/>
              <a:gd name="connsiteY69" fmla="*/ 3901461 h 6858000"/>
              <a:gd name="connsiteX70" fmla="*/ 622276 w 1508539"/>
              <a:gd name="connsiteY70" fmla="*/ 3813873 h 6858000"/>
              <a:gd name="connsiteX71" fmla="*/ 621701 w 1508539"/>
              <a:gd name="connsiteY71" fmla="*/ 3806161 h 6858000"/>
              <a:gd name="connsiteX72" fmla="*/ 622008 w 1508539"/>
              <a:gd name="connsiteY72" fmla="*/ 3805957 h 6858000"/>
              <a:gd name="connsiteX73" fmla="*/ 622035 w 1508539"/>
              <a:gd name="connsiteY73" fmla="*/ 3797724 h 6858000"/>
              <a:gd name="connsiteX74" fmla="*/ 620650 w 1508539"/>
              <a:gd name="connsiteY74" fmla="*/ 3792098 h 6858000"/>
              <a:gd name="connsiteX75" fmla="*/ 619534 w 1508539"/>
              <a:gd name="connsiteY75" fmla="*/ 3777135 h 6858000"/>
              <a:gd name="connsiteX76" fmla="*/ 621267 w 1508539"/>
              <a:gd name="connsiteY76" fmla="*/ 3771656 h 6858000"/>
              <a:gd name="connsiteX77" fmla="*/ 625010 w 1508539"/>
              <a:gd name="connsiteY77" fmla="*/ 3769007 h 6858000"/>
              <a:gd name="connsiteX78" fmla="*/ 624476 w 1508539"/>
              <a:gd name="connsiteY78" fmla="*/ 3767709 h 6858000"/>
              <a:gd name="connsiteX79" fmla="*/ 633172 w 1508539"/>
              <a:gd name="connsiteY79" fmla="*/ 3738082 h 6858000"/>
              <a:gd name="connsiteX80" fmla="*/ 640518 w 1508539"/>
              <a:gd name="connsiteY80" fmla="*/ 3673397 h 6858000"/>
              <a:gd name="connsiteX81" fmla="*/ 639814 w 1508539"/>
              <a:gd name="connsiteY81" fmla="*/ 3637109 h 6858000"/>
              <a:gd name="connsiteX82" fmla="*/ 643257 w 1508539"/>
              <a:gd name="connsiteY82" fmla="*/ 3536883 h 6858000"/>
              <a:gd name="connsiteX83" fmla="*/ 650795 w 1508539"/>
              <a:gd name="connsiteY83" fmla="*/ 3435652 h 6858000"/>
              <a:gd name="connsiteX84" fmla="*/ 652466 w 1508539"/>
              <a:gd name="connsiteY84" fmla="*/ 3307769 h 6858000"/>
              <a:gd name="connsiteX85" fmla="*/ 670029 w 1508539"/>
              <a:gd name="connsiteY85" fmla="*/ 3250522 h 6858000"/>
              <a:gd name="connsiteX86" fmla="*/ 670454 w 1508539"/>
              <a:gd name="connsiteY86" fmla="*/ 3229163 h 6858000"/>
              <a:gd name="connsiteX87" fmla="*/ 672277 w 1508539"/>
              <a:gd name="connsiteY87" fmla="*/ 3217217 h 6858000"/>
              <a:gd name="connsiteX88" fmla="*/ 659112 w 1508539"/>
              <a:gd name="connsiteY88" fmla="*/ 3183755 h 6858000"/>
              <a:gd name="connsiteX89" fmla="*/ 659613 w 1508539"/>
              <a:gd name="connsiteY89" fmla="*/ 3178642 h 6858000"/>
              <a:gd name="connsiteX90" fmla="*/ 647213 w 1508539"/>
              <a:gd name="connsiteY90" fmla="*/ 3158586 h 6858000"/>
              <a:gd name="connsiteX91" fmla="*/ 632398 w 1508539"/>
              <a:gd name="connsiteY91" fmla="*/ 3129034 h 6858000"/>
              <a:gd name="connsiteX92" fmla="*/ 633063 w 1508539"/>
              <a:gd name="connsiteY92" fmla="*/ 3126682 h 6858000"/>
              <a:gd name="connsiteX93" fmla="*/ 623931 w 1508539"/>
              <a:gd name="connsiteY93" fmla="*/ 3114519 h 6858000"/>
              <a:gd name="connsiteX94" fmla="*/ 610540 w 1508539"/>
              <a:gd name="connsiteY94" fmla="*/ 3106272 h 6858000"/>
              <a:gd name="connsiteX95" fmla="*/ 583270 w 1508539"/>
              <a:gd name="connsiteY95" fmla="*/ 2958185 h 6858000"/>
              <a:gd name="connsiteX96" fmla="*/ 525884 w 1508539"/>
              <a:gd name="connsiteY96" fmla="*/ 2762989 h 6858000"/>
              <a:gd name="connsiteX97" fmla="*/ 474802 w 1508539"/>
              <a:gd name="connsiteY97" fmla="*/ 2554718 h 6858000"/>
              <a:gd name="connsiteX98" fmla="*/ 454896 w 1508539"/>
              <a:gd name="connsiteY98" fmla="*/ 2485734 h 6858000"/>
              <a:gd name="connsiteX99" fmla="*/ 445619 w 1508539"/>
              <a:gd name="connsiteY99" fmla="*/ 2447068 h 6858000"/>
              <a:gd name="connsiteX100" fmla="*/ 432580 w 1508539"/>
              <a:gd name="connsiteY100" fmla="*/ 2425819 h 6858000"/>
              <a:gd name="connsiteX101" fmla="*/ 438579 w 1508539"/>
              <a:gd name="connsiteY101" fmla="*/ 2402874 h 6858000"/>
              <a:gd name="connsiteX102" fmla="*/ 441191 w 1508539"/>
              <a:gd name="connsiteY102" fmla="*/ 2381443 h 6858000"/>
              <a:gd name="connsiteX103" fmla="*/ 417520 w 1508539"/>
              <a:gd name="connsiteY103" fmla="*/ 2261920 h 6858000"/>
              <a:gd name="connsiteX104" fmla="*/ 407407 w 1508539"/>
              <a:gd name="connsiteY104" fmla="*/ 2195378 h 6858000"/>
              <a:gd name="connsiteX105" fmla="*/ 391624 w 1508539"/>
              <a:gd name="connsiteY105" fmla="*/ 2155135 h 6858000"/>
              <a:gd name="connsiteX106" fmla="*/ 389082 w 1508539"/>
              <a:gd name="connsiteY106" fmla="*/ 2118008 h 6858000"/>
              <a:gd name="connsiteX107" fmla="*/ 390075 w 1508539"/>
              <a:gd name="connsiteY107" fmla="*/ 2050531 h 6858000"/>
              <a:gd name="connsiteX108" fmla="*/ 381881 w 1508539"/>
              <a:gd name="connsiteY108" fmla="*/ 1963269 h 6858000"/>
              <a:gd name="connsiteX109" fmla="*/ 363059 w 1508539"/>
              <a:gd name="connsiteY109" fmla="*/ 1906352 h 6858000"/>
              <a:gd name="connsiteX110" fmla="*/ 339616 w 1508539"/>
              <a:gd name="connsiteY110" fmla="*/ 1861531 h 6858000"/>
              <a:gd name="connsiteX111" fmla="*/ 293415 w 1508539"/>
              <a:gd name="connsiteY111" fmla="*/ 1732919 h 6858000"/>
              <a:gd name="connsiteX112" fmla="*/ 265726 w 1508539"/>
              <a:gd name="connsiteY112" fmla="*/ 1663540 h 6858000"/>
              <a:gd name="connsiteX113" fmla="*/ 264852 w 1508539"/>
              <a:gd name="connsiteY113" fmla="*/ 1615777 h 6858000"/>
              <a:gd name="connsiteX114" fmla="*/ 245647 w 1508539"/>
              <a:gd name="connsiteY114" fmla="*/ 1563678 h 6858000"/>
              <a:gd name="connsiteX115" fmla="*/ 258727 w 1508539"/>
              <a:gd name="connsiteY115" fmla="*/ 1519474 h 6858000"/>
              <a:gd name="connsiteX116" fmla="*/ 251469 w 1508539"/>
              <a:gd name="connsiteY116" fmla="*/ 1477995 h 6858000"/>
              <a:gd name="connsiteX117" fmla="*/ 237554 w 1508539"/>
              <a:gd name="connsiteY117" fmla="*/ 1373769 h 6858000"/>
              <a:gd name="connsiteX118" fmla="*/ 245861 w 1508539"/>
              <a:gd name="connsiteY118" fmla="*/ 1307086 h 6858000"/>
              <a:gd name="connsiteX119" fmla="*/ 247049 w 1508539"/>
              <a:gd name="connsiteY119" fmla="*/ 1189033 h 6858000"/>
              <a:gd name="connsiteX120" fmla="*/ 251734 w 1508539"/>
              <a:gd name="connsiteY120" fmla="*/ 1168288 h 6858000"/>
              <a:gd name="connsiteX121" fmla="*/ 244016 w 1508539"/>
              <a:gd name="connsiteY121" fmla="*/ 1142577 h 6858000"/>
              <a:gd name="connsiteX122" fmla="*/ 233322 w 1508539"/>
              <a:gd name="connsiteY122" fmla="*/ 1088484 h 6858000"/>
              <a:gd name="connsiteX123" fmla="*/ 222058 w 1508539"/>
              <a:gd name="connsiteY123" fmla="*/ 1016103 h 6858000"/>
              <a:gd name="connsiteX124" fmla="*/ 223514 w 1508539"/>
              <a:gd name="connsiteY124" fmla="*/ 932283 h 6858000"/>
              <a:gd name="connsiteX125" fmla="*/ 225750 w 1508539"/>
              <a:gd name="connsiteY125" fmla="*/ 915925 h 6858000"/>
              <a:gd name="connsiteX126" fmla="*/ 218379 w 1508539"/>
              <a:gd name="connsiteY126" fmla="*/ 896999 h 6858000"/>
              <a:gd name="connsiteX127" fmla="*/ 187787 w 1508539"/>
              <a:gd name="connsiteY127" fmla="*/ 821517 h 6858000"/>
              <a:gd name="connsiteX128" fmla="*/ 166737 w 1508539"/>
              <a:gd name="connsiteY128" fmla="*/ 751353 h 6858000"/>
              <a:gd name="connsiteX129" fmla="*/ 166295 w 1508539"/>
              <a:gd name="connsiteY129" fmla="*/ 721230 h 6858000"/>
              <a:gd name="connsiteX130" fmla="*/ 151966 w 1508539"/>
              <a:gd name="connsiteY130" fmla="*/ 681659 h 6858000"/>
              <a:gd name="connsiteX131" fmla="*/ 137385 w 1508539"/>
              <a:gd name="connsiteY131" fmla="*/ 635218 h 6858000"/>
              <a:gd name="connsiteX132" fmla="*/ 142396 w 1508539"/>
              <a:gd name="connsiteY132" fmla="*/ 613763 h 6858000"/>
              <a:gd name="connsiteX133" fmla="*/ 128338 w 1508539"/>
              <a:gd name="connsiteY133" fmla="*/ 598582 h 6858000"/>
              <a:gd name="connsiteX134" fmla="*/ 128019 w 1508539"/>
              <a:gd name="connsiteY134" fmla="*/ 576846 h 6858000"/>
              <a:gd name="connsiteX135" fmla="*/ 107645 w 1508539"/>
              <a:gd name="connsiteY135" fmla="*/ 530055 h 6858000"/>
              <a:gd name="connsiteX136" fmla="*/ 106893 w 1508539"/>
              <a:gd name="connsiteY136" fmla="*/ 465389 h 6858000"/>
              <a:gd name="connsiteX137" fmla="*/ 89816 w 1508539"/>
              <a:gd name="connsiteY137" fmla="*/ 424699 h 6858000"/>
              <a:gd name="connsiteX138" fmla="*/ 90191 w 1508539"/>
              <a:gd name="connsiteY138" fmla="*/ 404917 h 6858000"/>
              <a:gd name="connsiteX139" fmla="*/ 70148 w 1508539"/>
              <a:gd name="connsiteY139" fmla="*/ 367211 h 6858000"/>
              <a:gd name="connsiteX140" fmla="*/ 36452 w 1508539"/>
              <a:gd name="connsiteY140" fmla="*/ 268519 h 6858000"/>
              <a:gd name="connsiteX141" fmla="*/ 23935 w 1508539"/>
              <a:gd name="connsiteY141" fmla="*/ 160886 h 6858000"/>
              <a:gd name="connsiteX142" fmla="*/ 19312 w 1508539"/>
              <a:gd name="connsiteY142" fmla="*/ 47336 h 6858000"/>
              <a:gd name="connsiteX143" fmla="*/ 0 w 1508539"/>
              <a:gd name="connsiteY143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28010 w 1508539"/>
              <a:gd name="connsiteY4" fmla="*/ 6751578 h 6858000"/>
              <a:gd name="connsiteX5" fmla="*/ 146674 w 1508539"/>
              <a:gd name="connsiteY5" fmla="*/ 6696999 h 6858000"/>
              <a:gd name="connsiteX6" fmla="*/ 163411 w 1508539"/>
              <a:gd name="connsiteY6" fmla="*/ 6638036 h 6858000"/>
              <a:gd name="connsiteX7" fmla="*/ 153633 w 1508539"/>
              <a:gd name="connsiteY7" fmla="*/ 6596265 h 6858000"/>
              <a:gd name="connsiteX8" fmla="*/ 164248 w 1508539"/>
              <a:gd name="connsiteY8" fmla="*/ 6574442 h 6858000"/>
              <a:gd name="connsiteX9" fmla="*/ 164588 w 1508539"/>
              <a:gd name="connsiteY9" fmla="*/ 6568530 h 6858000"/>
              <a:gd name="connsiteX10" fmla="*/ 166997 w 1508539"/>
              <a:gd name="connsiteY10" fmla="*/ 6560674 h 6858000"/>
              <a:gd name="connsiteX11" fmla="*/ 167342 w 1508539"/>
              <a:gd name="connsiteY11" fmla="*/ 6560598 h 6858000"/>
              <a:gd name="connsiteX12" fmla="*/ 201349 w 1508539"/>
              <a:gd name="connsiteY12" fmla="*/ 6530567 h 6858000"/>
              <a:gd name="connsiteX13" fmla="*/ 215389 w 1508539"/>
              <a:gd name="connsiteY13" fmla="*/ 6478062 h 6858000"/>
              <a:gd name="connsiteX14" fmla="*/ 226078 w 1508539"/>
              <a:gd name="connsiteY14" fmla="*/ 6460325 h 6858000"/>
              <a:gd name="connsiteX15" fmla="*/ 233311 w 1508539"/>
              <a:gd name="connsiteY15" fmla="*/ 6451488 h 6858000"/>
              <a:gd name="connsiteX16" fmla="*/ 234746 w 1508539"/>
              <a:gd name="connsiteY16" fmla="*/ 6451348 h 6858000"/>
              <a:gd name="connsiteX17" fmla="*/ 239104 w 1508539"/>
              <a:gd name="connsiteY17" fmla="*/ 6414240 h 6858000"/>
              <a:gd name="connsiteX18" fmla="*/ 241880 w 1508539"/>
              <a:gd name="connsiteY18" fmla="*/ 6384857 h 6858000"/>
              <a:gd name="connsiteX19" fmla="*/ 240591 w 1508539"/>
              <a:gd name="connsiteY19" fmla="*/ 6367510 h 6858000"/>
              <a:gd name="connsiteX20" fmla="*/ 244471 w 1508539"/>
              <a:gd name="connsiteY20" fmla="*/ 6349778 h 6858000"/>
              <a:gd name="connsiteX21" fmla="*/ 246136 w 1508539"/>
              <a:gd name="connsiteY21" fmla="*/ 6348250 h 6858000"/>
              <a:gd name="connsiteX22" fmla="*/ 262170 w 1508539"/>
              <a:gd name="connsiteY22" fmla="*/ 6281972 h 6858000"/>
              <a:gd name="connsiteX23" fmla="*/ 272933 w 1508539"/>
              <a:gd name="connsiteY23" fmla="*/ 6211940 h 6858000"/>
              <a:gd name="connsiteX24" fmla="*/ 314428 w 1508539"/>
              <a:gd name="connsiteY24" fmla="*/ 6113913 h 6858000"/>
              <a:gd name="connsiteX25" fmla="*/ 318721 w 1508539"/>
              <a:gd name="connsiteY25" fmla="*/ 6028119 h 6858000"/>
              <a:gd name="connsiteX26" fmla="*/ 345501 w 1508539"/>
              <a:gd name="connsiteY26" fmla="*/ 5934687 h 6858000"/>
              <a:gd name="connsiteX27" fmla="*/ 411349 w 1508539"/>
              <a:gd name="connsiteY27" fmla="*/ 5693685 h 6858000"/>
              <a:gd name="connsiteX28" fmla="*/ 431404 w 1508539"/>
              <a:gd name="connsiteY28" fmla="*/ 5665173 h 6858000"/>
              <a:gd name="connsiteX29" fmla="*/ 465121 w 1508539"/>
              <a:gd name="connsiteY29" fmla="*/ 5563435 h 6858000"/>
              <a:gd name="connsiteX30" fmla="*/ 494626 w 1508539"/>
              <a:gd name="connsiteY30" fmla="*/ 5476393 h 6858000"/>
              <a:gd name="connsiteX31" fmla="*/ 525819 w 1508539"/>
              <a:gd name="connsiteY31" fmla="*/ 5396260 h 6858000"/>
              <a:gd name="connsiteX32" fmla="*/ 541800 w 1508539"/>
              <a:gd name="connsiteY32" fmla="*/ 5330009 h 6858000"/>
              <a:gd name="connsiteX33" fmla="*/ 575293 w 1508539"/>
              <a:gd name="connsiteY33" fmla="*/ 5273739 h 6858000"/>
              <a:gd name="connsiteX34" fmla="*/ 584892 w 1508539"/>
              <a:gd name="connsiteY34" fmla="*/ 5241779 h 6858000"/>
              <a:gd name="connsiteX35" fmla="*/ 596118 w 1508539"/>
              <a:gd name="connsiteY35" fmla="*/ 5225268 h 6858000"/>
              <a:gd name="connsiteX36" fmla="*/ 597138 w 1508539"/>
              <a:gd name="connsiteY36" fmla="*/ 5217684 h 6858000"/>
              <a:gd name="connsiteX37" fmla="*/ 604479 w 1508539"/>
              <a:gd name="connsiteY37" fmla="*/ 5193377 h 6858000"/>
              <a:gd name="connsiteX38" fmla="*/ 607782 w 1508539"/>
              <a:gd name="connsiteY38" fmla="*/ 5179288 h 6858000"/>
              <a:gd name="connsiteX39" fmla="*/ 608766 w 1508539"/>
              <a:gd name="connsiteY39" fmla="*/ 5173621 h 6858000"/>
              <a:gd name="connsiteX40" fmla="*/ 604400 w 1508539"/>
              <a:gd name="connsiteY40" fmla="*/ 5159961 h 6858000"/>
              <a:gd name="connsiteX41" fmla="*/ 611077 w 1508539"/>
              <a:gd name="connsiteY41" fmla="*/ 5144295 h 6858000"/>
              <a:gd name="connsiteX42" fmla="*/ 608010 w 1508539"/>
              <a:gd name="connsiteY42" fmla="*/ 5125185 h 6858000"/>
              <a:gd name="connsiteX43" fmla="*/ 614840 w 1508539"/>
              <a:gd name="connsiteY43" fmla="*/ 5121884 h 6858000"/>
              <a:gd name="connsiteX44" fmla="*/ 621876 w 1508539"/>
              <a:gd name="connsiteY44" fmla="*/ 5067850 h 6858000"/>
              <a:gd name="connsiteX45" fmla="*/ 624607 w 1508539"/>
              <a:gd name="connsiteY45" fmla="*/ 5060861 h 6858000"/>
              <a:gd name="connsiteX46" fmla="*/ 621311 w 1508539"/>
              <a:gd name="connsiteY46" fmla="*/ 5034192 h 6858000"/>
              <a:gd name="connsiteX47" fmla="*/ 622865 w 1508539"/>
              <a:gd name="connsiteY47" fmla="*/ 4993030 h 6858000"/>
              <a:gd name="connsiteX48" fmla="*/ 629774 w 1508539"/>
              <a:gd name="connsiteY48" fmla="*/ 4946844 h 6858000"/>
              <a:gd name="connsiteX49" fmla="*/ 625630 w 1508539"/>
              <a:gd name="connsiteY49" fmla="*/ 4932692 h 6858000"/>
              <a:gd name="connsiteX50" fmla="*/ 641033 w 1508539"/>
              <a:gd name="connsiteY50" fmla="*/ 4858827 h 6858000"/>
              <a:gd name="connsiteX51" fmla="*/ 646936 w 1508539"/>
              <a:gd name="connsiteY51" fmla="*/ 4821170 h 6858000"/>
              <a:gd name="connsiteX52" fmla="*/ 651669 w 1508539"/>
              <a:gd name="connsiteY52" fmla="*/ 4780965 h 6858000"/>
              <a:gd name="connsiteX53" fmla="*/ 652962 w 1508539"/>
              <a:gd name="connsiteY53" fmla="*/ 4750867 h 6858000"/>
              <a:gd name="connsiteX54" fmla="*/ 650769 w 1508539"/>
              <a:gd name="connsiteY54" fmla="*/ 4690749 h 6858000"/>
              <a:gd name="connsiteX55" fmla="*/ 646249 w 1508539"/>
              <a:gd name="connsiteY55" fmla="*/ 4584173 h 6858000"/>
              <a:gd name="connsiteX56" fmla="*/ 641332 w 1508539"/>
              <a:gd name="connsiteY56" fmla="*/ 4444346 h 6858000"/>
              <a:gd name="connsiteX57" fmla="*/ 637897 w 1508539"/>
              <a:gd name="connsiteY57" fmla="*/ 4375228 h 6858000"/>
              <a:gd name="connsiteX58" fmla="*/ 618550 w 1508539"/>
              <a:gd name="connsiteY58" fmla="*/ 4214165 h 6858000"/>
              <a:gd name="connsiteX59" fmla="*/ 622623 w 1508539"/>
              <a:gd name="connsiteY59" fmla="*/ 4090296 h 6858000"/>
              <a:gd name="connsiteX60" fmla="*/ 607879 w 1508539"/>
              <a:gd name="connsiteY60" fmla="*/ 4033999 h 6858000"/>
              <a:gd name="connsiteX61" fmla="*/ 609028 w 1508539"/>
              <a:gd name="connsiteY61" fmla="*/ 4031933 h 6858000"/>
              <a:gd name="connsiteX62" fmla="*/ 607604 w 1508539"/>
              <a:gd name="connsiteY62" fmla="*/ 4013953 h 6858000"/>
              <a:gd name="connsiteX63" fmla="*/ 593899 w 1508539"/>
              <a:gd name="connsiteY63" fmla="*/ 3974753 h 6858000"/>
              <a:gd name="connsiteX64" fmla="*/ 595497 w 1508539"/>
              <a:gd name="connsiteY64" fmla="*/ 3969950 h 6858000"/>
              <a:gd name="connsiteX65" fmla="*/ 588919 w 1508539"/>
              <a:gd name="connsiteY65" fmla="*/ 3933779 h 6858000"/>
              <a:gd name="connsiteX66" fmla="*/ 590250 w 1508539"/>
              <a:gd name="connsiteY66" fmla="*/ 3933093 h 6858000"/>
              <a:gd name="connsiteX67" fmla="*/ 594604 w 1508539"/>
              <a:gd name="connsiteY67" fmla="*/ 3922082 h 6858000"/>
              <a:gd name="connsiteX68" fmla="*/ 599682 w 1508539"/>
              <a:gd name="connsiteY68" fmla="*/ 3901461 h 6858000"/>
              <a:gd name="connsiteX69" fmla="*/ 622276 w 1508539"/>
              <a:gd name="connsiteY69" fmla="*/ 3813873 h 6858000"/>
              <a:gd name="connsiteX70" fmla="*/ 621701 w 1508539"/>
              <a:gd name="connsiteY70" fmla="*/ 3806161 h 6858000"/>
              <a:gd name="connsiteX71" fmla="*/ 622008 w 1508539"/>
              <a:gd name="connsiteY71" fmla="*/ 3805957 h 6858000"/>
              <a:gd name="connsiteX72" fmla="*/ 622035 w 1508539"/>
              <a:gd name="connsiteY72" fmla="*/ 3797724 h 6858000"/>
              <a:gd name="connsiteX73" fmla="*/ 620650 w 1508539"/>
              <a:gd name="connsiteY73" fmla="*/ 3792098 h 6858000"/>
              <a:gd name="connsiteX74" fmla="*/ 619534 w 1508539"/>
              <a:gd name="connsiteY74" fmla="*/ 3777135 h 6858000"/>
              <a:gd name="connsiteX75" fmla="*/ 621267 w 1508539"/>
              <a:gd name="connsiteY75" fmla="*/ 3771656 h 6858000"/>
              <a:gd name="connsiteX76" fmla="*/ 625010 w 1508539"/>
              <a:gd name="connsiteY76" fmla="*/ 3769007 h 6858000"/>
              <a:gd name="connsiteX77" fmla="*/ 624476 w 1508539"/>
              <a:gd name="connsiteY77" fmla="*/ 3767709 h 6858000"/>
              <a:gd name="connsiteX78" fmla="*/ 633172 w 1508539"/>
              <a:gd name="connsiteY78" fmla="*/ 3738082 h 6858000"/>
              <a:gd name="connsiteX79" fmla="*/ 640518 w 1508539"/>
              <a:gd name="connsiteY79" fmla="*/ 3673397 h 6858000"/>
              <a:gd name="connsiteX80" fmla="*/ 639814 w 1508539"/>
              <a:gd name="connsiteY80" fmla="*/ 3637109 h 6858000"/>
              <a:gd name="connsiteX81" fmla="*/ 643257 w 1508539"/>
              <a:gd name="connsiteY81" fmla="*/ 3536883 h 6858000"/>
              <a:gd name="connsiteX82" fmla="*/ 650795 w 1508539"/>
              <a:gd name="connsiteY82" fmla="*/ 3435652 h 6858000"/>
              <a:gd name="connsiteX83" fmla="*/ 652466 w 1508539"/>
              <a:gd name="connsiteY83" fmla="*/ 3307769 h 6858000"/>
              <a:gd name="connsiteX84" fmla="*/ 670029 w 1508539"/>
              <a:gd name="connsiteY84" fmla="*/ 3250522 h 6858000"/>
              <a:gd name="connsiteX85" fmla="*/ 670454 w 1508539"/>
              <a:gd name="connsiteY85" fmla="*/ 3229163 h 6858000"/>
              <a:gd name="connsiteX86" fmla="*/ 672277 w 1508539"/>
              <a:gd name="connsiteY86" fmla="*/ 3217217 h 6858000"/>
              <a:gd name="connsiteX87" fmla="*/ 659112 w 1508539"/>
              <a:gd name="connsiteY87" fmla="*/ 3183755 h 6858000"/>
              <a:gd name="connsiteX88" fmla="*/ 659613 w 1508539"/>
              <a:gd name="connsiteY88" fmla="*/ 3178642 h 6858000"/>
              <a:gd name="connsiteX89" fmla="*/ 647213 w 1508539"/>
              <a:gd name="connsiteY89" fmla="*/ 3158586 h 6858000"/>
              <a:gd name="connsiteX90" fmla="*/ 632398 w 1508539"/>
              <a:gd name="connsiteY90" fmla="*/ 3129034 h 6858000"/>
              <a:gd name="connsiteX91" fmla="*/ 633063 w 1508539"/>
              <a:gd name="connsiteY91" fmla="*/ 3126682 h 6858000"/>
              <a:gd name="connsiteX92" fmla="*/ 623931 w 1508539"/>
              <a:gd name="connsiteY92" fmla="*/ 3114519 h 6858000"/>
              <a:gd name="connsiteX93" fmla="*/ 610540 w 1508539"/>
              <a:gd name="connsiteY93" fmla="*/ 3106272 h 6858000"/>
              <a:gd name="connsiteX94" fmla="*/ 583270 w 1508539"/>
              <a:gd name="connsiteY94" fmla="*/ 2958185 h 6858000"/>
              <a:gd name="connsiteX95" fmla="*/ 525884 w 1508539"/>
              <a:gd name="connsiteY95" fmla="*/ 2762989 h 6858000"/>
              <a:gd name="connsiteX96" fmla="*/ 474802 w 1508539"/>
              <a:gd name="connsiteY96" fmla="*/ 2554718 h 6858000"/>
              <a:gd name="connsiteX97" fmla="*/ 454896 w 1508539"/>
              <a:gd name="connsiteY97" fmla="*/ 2485734 h 6858000"/>
              <a:gd name="connsiteX98" fmla="*/ 445619 w 1508539"/>
              <a:gd name="connsiteY98" fmla="*/ 2447068 h 6858000"/>
              <a:gd name="connsiteX99" fmla="*/ 432580 w 1508539"/>
              <a:gd name="connsiteY99" fmla="*/ 2425819 h 6858000"/>
              <a:gd name="connsiteX100" fmla="*/ 438579 w 1508539"/>
              <a:gd name="connsiteY100" fmla="*/ 2402874 h 6858000"/>
              <a:gd name="connsiteX101" fmla="*/ 441191 w 1508539"/>
              <a:gd name="connsiteY101" fmla="*/ 2381443 h 6858000"/>
              <a:gd name="connsiteX102" fmla="*/ 417520 w 1508539"/>
              <a:gd name="connsiteY102" fmla="*/ 2261920 h 6858000"/>
              <a:gd name="connsiteX103" fmla="*/ 407407 w 1508539"/>
              <a:gd name="connsiteY103" fmla="*/ 2195378 h 6858000"/>
              <a:gd name="connsiteX104" fmla="*/ 391624 w 1508539"/>
              <a:gd name="connsiteY104" fmla="*/ 2155135 h 6858000"/>
              <a:gd name="connsiteX105" fmla="*/ 389082 w 1508539"/>
              <a:gd name="connsiteY105" fmla="*/ 2118008 h 6858000"/>
              <a:gd name="connsiteX106" fmla="*/ 390075 w 1508539"/>
              <a:gd name="connsiteY106" fmla="*/ 2050531 h 6858000"/>
              <a:gd name="connsiteX107" fmla="*/ 381881 w 1508539"/>
              <a:gd name="connsiteY107" fmla="*/ 1963269 h 6858000"/>
              <a:gd name="connsiteX108" fmla="*/ 363059 w 1508539"/>
              <a:gd name="connsiteY108" fmla="*/ 1906352 h 6858000"/>
              <a:gd name="connsiteX109" fmla="*/ 339616 w 1508539"/>
              <a:gd name="connsiteY109" fmla="*/ 1861531 h 6858000"/>
              <a:gd name="connsiteX110" fmla="*/ 293415 w 1508539"/>
              <a:gd name="connsiteY110" fmla="*/ 1732919 h 6858000"/>
              <a:gd name="connsiteX111" fmla="*/ 265726 w 1508539"/>
              <a:gd name="connsiteY111" fmla="*/ 1663540 h 6858000"/>
              <a:gd name="connsiteX112" fmla="*/ 264852 w 1508539"/>
              <a:gd name="connsiteY112" fmla="*/ 1615777 h 6858000"/>
              <a:gd name="connsiteX113" fmla="*/ 245647 w 1508539"/>
              <a:gd name="connsiteY113" fmla="*/ 1563678 h 6858000"/>
              <a:gd name="connsiteX114" fmla="*/ 258727 w 1508539"/>
              <a:gd name="connsiteY114" fmla="*/ 1519474 h 6858000"/>
              <a:gd name="connsiteX115" fmla="*/ 251469 w 1508539"/>
              <a:gd name="connsiteY115" fmla="*/ 1477995 h 6858000"/>
              <a:gd name="connsiteX116" fmla="*/ 237554 w 1508539"/>
              <a:gd name="connsiteY116" fmla="*/ 1373769 h 6858000"/>
              <a:gd name="connsiteX117" fmla="*/ 245861 w 1508539"/>
              <a:gd name="connsiteY117" fmla="*/ 1307086 h 6858000"/>
              <a:gd name="connsiteX118" fmla="*/ 247049 w 1508539"/>
              <a:gd name="connsiteY118" fmla="*/ 1189033 h 6858000"/>
              <a:gd name="connsiteX119" fmla="*/ 251734 w 1508539"/>
              <a:gd name="connsiteY119" fmla="*/ 1168288 h 6858000"/>
              <a:gd name="connsiteX120" fmla="*/ 244016 w 1508539"/>
              <a:gd name="connsiteY120" fmla="*/ 1142577 h 6858000"/>
              <a:gd name="connsiteX121" fmla="*/ 233322 w 1508539"/>
              <a:gd name="connsiteY121" fmla="*/ 1088484 h 6858000"/>
              <a:gd name="connsiteX122" fmla="*/ 222058 w 1508539"/>
              <a:gd name="connsiteY122" fmla="*/ 1016103 h 6858000"/>
              <a:gd name="connsiteX123" fmla="*/ 223514 w 1508539"/>
              <a:gd name="connsiteY123" fmla="*/ 932283 h 6858000"/>
              <a:gd name="connsiteX124" fmla="*/ 225750 w 1508539"/>
              <a:gd name="connsiteY124" fmla="*/ 915925 h 6858000"/>
              <a:gd name="connsiteX125" fmla="*/ 218379 w 1508539"/>
              <a:gd name="connsiteY125" fmla="*/ 896999 h 6858000"/>
              <a:gd name="connsiteX126" fmla="*/ 187787 w 1508539"/>
              <a:gd name="connsiteY126" fmla="*/ 821517 h 6858000"/>
              <a:gd name="connsiteX127" fmla="*/ 166737 w 1508539"/>
              <a:gd name="connsiteY127" fmla="*/ 751353 h 6858000"/>
              <a:gd name="connsiteX128" fmla="*/ 166295 w 1508539"/>
              <a:gd name="connsiteY128" fmla="*/ 721230 h 6858000"/>
              <a:gd name="connsiteX129" fmla="*/ 151966 w 1508539"/>
              <a:gd name="connsiteY129" fmla="*/ 681659 h 6858000"/>
              <a:gd name="connsiteX130" fmla="*/ 137385 w 1508539"/>
              <a:gd name="connsiteY130" fmla="*/ 635218 h 6858000"/>
              <a:gd name="connsiteX131" fmla="*/ 142396 w 1508539"/>
              <a:gd name="connsiteY131" fmla="*/ 613763 h 6858000"/>
              <a:gd name="connsiteX132" fmla="*/ 128338 w 1508539"/>
              <a:gd name="connsiteY132" fmla="*/ 598582 h 6858000"/>
              <a:gd name="connsiteX133" fmla="*/ 128019 w 1508539"/>
              <a:gd name="connsiteY133" fmla="*/ 576846 h 6858000"/>
              <a:gd name="connsiteX134" fmla="*/ 107645 w 1508539"/>
              <a:gd name="connsiteY134" fmla="*/ 530055 h 6858000"/>
              <a:gd name="connsiteX135" fmla="*/ 106893 w 1508539"/>
              <a:gd name="connsiteY135" fmla="*/ 465389 h 6858000"/>
              <a:gd name="connsiteX136" fmla="*/ 89816 w 1508539"/>
              <a:gd name="connsiteY136" fmla="*/ 424699 h 6858000"/>
              <a:gd name="connsiteX137" fmla="*/ 90191 w 1508539"/>
              <a:gd name="connsiteY137" fmla="*/ 404917 h 6858000"/>
              <a:gd name="connsiteX138" fmla="*/ 70148 w 1508539"/>
              <a:gd name="connsiteY138" fmla="*/ 367211 h 6858000"/>
              <a:gd name="connsiteX139" fmla="*/ 36452 w 1508539"/>
              <a:gd name="connsiteY139" fmla="*/ 268519 h 6858000"/>
              <a:gd name="connsiteX140" fmla="*/ 23935 w 1508539"/>
              <a:gd name="connsiteY140" fmla="*/ 160886 h 6858000"/>
              <a:gd name="connsiteX141" fmla="*/ 19312 w 1508539"/>
              <a:gd name="connsiteY141" fmla="*/ 47336 h 6858000"/>
              <a:gd name="connsiteX142" fmla="*/ 0 w 1508539"/>
              <a:gd name="connsiteY142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28010 w 1508539"/>
              <a:gd name="connsiteY4" fmla="*/ 6751578 h 6858000"/>
              <a:gd name="connsiteX5" fmla="*/ 146674 w 1508539"/>
              <a:gd name="connsiteY5" fmla="*/ 6696999 h 6858000"/>
              <a:gd name="connsiteX6" fmla="*/ 163411 w 1508539"/>
              <a:gd name="connsiteY6" fmla="*/ 6638036 h 6858000"/>
              <a:gd name="connsiteX7" fmla="*/ 153633 w 1508539"/>
              <a:gd name="connsiteY7" fmla="*/ 6596265 h 6858000"/>
              <a:gd name="connsiteX8" fmla="*/ 164248 w 1508539"/>
              <a:gd name="connsiteY8" fmla="*/ 6574442 h 6858000"/>
              <a:gd name="connsiteX9" fmla="*/ 164588 w 1508539"/>
              <a:gd name="connsiteY9" fmla="*/ 6568530 h 6858000"/>
              <a:gd name="connsiteX10" fmla="*/ 166997 w 1508539"/>
              <a:gd name="connsiteY10" fmla="*/ 6560674 h 6858000"/>
              <a:gd name="connsiteX11" fmla="*/ 167342 w 1508539"/>
              <a:gd name="connsiteY11" fmla="*/ 6560598 h 6858000"/>
              <a:gd name="connsiteX12" fmla="*/ 201349 w 1508539"/>
              <a:gd name="connsiteY12" fmla="*/ 6530567 h 6858000"/>
              <a:gd name="connsiteX13" fmla="*/ 215389 w 1508539"/>
              <a:gd name="connsiteY13" fmla="*/ 6478062 h 6858000"/>
              <a:gd name="connsiteX14" fmla="*/ 226078 w 1508539"/>
              <a:gd name="connsiteY14" fmla="*/ 6460325 h 6858000"/>
              <a:gd name="connsiteX15" fmla="*/ 233311 w 1508539"/>
              <a:gd name="connsiteY15" fmla="*/ 6451488 h 6858000"/>
              <a:gd name="connsiteX16" fmla="*/ 234746 w 1508539"/>
              <a:gd name="connsiteY16" fmla="*/ 6451348 h 6858000"/>
              <a:gd name="connsiteX17" fmla="*/ 239104 w 1508539"/>
              <a:gd name="connsiteY17" fmla="*/ 6414240 h 6858000"/>
              <a:gd name="connsiteX18" fmla="*/ 241880 w 1508539"/>
              <a:gd name="connsiteY18" fmla="*/ 6384857 h 6858000"/>
              <a:gd name="connsiteX19" fmla="*/ 240591 w 1508539"/>
              <a:gd name="connsiteY19" fmla="*/ 6367510 h 6858000"/>
              <a:gd name="connsiteX20" fmla="*/ 244471 w 1508539"/>
              <a:gd name="connsiteY20" fmla="*/ 6349778 h 6858000"/>
              <a:gd name="connsiteX21" fmla="*/ 246136 w 1508539"/>
              <a:gd name="connsiteY21" fmla="*/ 6348250 h 6858000"/>
              <a:gd name="connsiteX22" fmla="*/ 262170 w 1508539"/>
              <a:gd name="connsiteY22" fmla="*/ 6281972 h 6858000"/>
              <a:gd name="connsiteX23" fmla="*/ 272933 w 1508539"/>
              <a:gd name="connsiteY23" fmla="*/ 6211940 h 6858000"/>
              <a:gd name="connsiteX24" fmla="*/ 314428 w 1508539"/>
              <a:gd name="connsiteY24" fmla="*/ 6113913 h 6858000"/>
              <a:gd name="connsiteX25" fmla="*/ 318721 w 1508539"/>
              <a:gd name="connsiteY25" fmla="*/ 6028119 h 6858000"/>
              <a:gd name="connsiteX26" fmla="*/ 363126 w 1508539"/>
              <a:gd name="connsiteY26" fmla="*/ 5934687 h 6858000"/>
              <a:gd name="connsiteX27" fmla="*/ 411349 w 1508539"/>
              <a:gd name="connsiteY27" fmla="*/ 5693685 h 6858000"/>
              <a:gd name="connsiteX28" fmla="*/ 431404 w 1508539"/>
              <a:gd name="connsiteY28" fmla="*/ 5665173 h 6858000"/>
              <a:gd name="connsiteX29" fmla="*/ 465121 w 1508539"/>
              <a:gd name="connsiteY29" fmla="*/ 5563435 h 6858000"/>
              <a:gd name="connsiteX30" fmla="*/ 494626 w 1508539"/>
              <a:gd name="connsiteY30" fmla="*/ 5476393 h 6858000"/>
              <a:gd name="connsiteX31" fmla="*/ 525819 w 1508539"/>
              <a:gd name="connsiteY31" fmla="*/ 5396260 h 6858000"/>
              <a:gd name="connsiteX32" fmla="*/ 541800 w 1508539"/>
              <a:gd name="connsiteY32" fmla="*/ 5330009 h 6858000"/>
              <a:gd name="connsiteX33" fmla="*/ 575293 w 1508539"/>
              <a:gd name="connsiteY33" fmla="*/ 5273739 h 6858000"/>
              <a:gd name="connsiteX34" fmla="*/ 584892 w 1508539"/>
              <a:gd name="connsiteY34" fmla="*/ 5241779 h 6858000"/>
              <a:gd name="connsiteX35" fmla="*/ 596118 w 1508539"/>
              <a:gd name="connsiteY35" fmla="*/ 5225268 h 6858000"/>
              <a:gd name="connsiteX36" fmla="*/ 597138 w 1508539"/>
              <a:gd name="connsiteY36" fmla="*/ 5217684 h 6858000"/>
              <a:gd name="connsiteX37" fmla="*/ 604479 w 1508539"/>
              <a:gd name="connsiteY37" fmla="*/ 5193377 h 6858000"/>
              <a:gd name="connsiteX38" fmla="*/ 607782 w 1508539"/>
              <a:gd name="connsiteY38" fmla="*/ 5179288 h 6858000"/>
              <a:gd name="connsiteX39" fmla="*/ 608766 w 1508539"/>
              <a:gd name="connsiteY39" fmla="*/ 5173621 h 6858000"/>
              <a:gd name="connsiteX40" fmla="*/ 604400 w 1508539"/>
              <a:gd name="connsiteY40" fmla="*/ 5159961 h 6858000"/>
              <a:gd name="connsiteX41" fmla="*/ 611077 w 1508539"/>
              <a:gd name="connsiteY41" fmla="*/ 5144295 h 6858000"/>
              <a:gd name="connsiteX42" fmla="*/ 608010 w 1508539"/>
              <a:gd name="connsiteY42" fmla="*/ 5125185 h 6858000"/>
              <a:gd name="connsiteX43" fmla="*/ 614840 w 1508539"/>
              <a:gd name="connsiteY43" fmla="*/ 5121884 h 6858000"/>
              <a:gd name="connsiteX44" fmla="*/ 621876 w 1508539"/>
              <a:gd name="connsiteY44" fmla="*/ 5067850 h 6858000"/>
              <a:gd name="connsiteX45" fmla="*/ 624607 w 1508539"/>
              <a:gd name="connsiteY45" fmla="*/ 5060861 h 6858000"/>
              <a:gd name="connsiteX46" fmla="*/ 621311 w 1508539"/>
              <a:gd name="connsiteY46" fmla="*/ 5034192 h 6858000"/>
              <a:gd name="connsiteX47" fmla="*/ 622865 w 1508539"/>
              <a:gd name="connsiteY47" fmla="*/ 4993030 h 6858000"/>
              <a:gd name="connsiteX48" fmla="*/ 629774 w 1508539"/>
              <a:gd name="connsiteY48" fmla="*/ 4946844 h 6858000"/>
              <a:gd name="connsiteX49" fmla="*/ 625630 w 1508539"/>
              <a:gd name="connsiteY49" fmla="*/ 4932692 h 6858000"/>
              <a:gd name="connsiteX50" fmla="*/ 641033 w 1508539"/>
              <a:gd name="connsiteY50" fmla="*/ 4858827 h 6858000"/>
              <a:gd name="connsiteX51" fmla="*/ 646936 w 1508539"/>
              <a:gd name="connsiteY51" fmla="*/ 4821170 h 6858000"/>
              <a:gd name="connsiteX52" fmla="*/ 651669 w 1508539"/>
              <a:gd name="connsiteY52" fmla="*/ 4780965 h 6858000"/>
              <a:gd name="connsiteX53" fmla="*/ 652962 w 1508539"/>
              <a:gd name="connsiteY53" fmla="*/ 4750867 h 6858000"/>
              <a:gd name="connsiteX54" fmla="*/ 650769 w 1508539"/>
              <a:gd name="connsiteY54" fmla="*/ 4690749 h 6858000"/>
              <a:gd name="connsiteX55" fmla="*/ 646249 w 1508539"/>
              <a:gd name="connsiteY55" fmla="*/ 4584173 h 6858000"/>
              <a:gd name="connsiteX56" fmla="*/ 641332 w 1508539"/>
              <a:gd name="connsiteY56" fmla="*/ 4444346 h 6858000"/>
              <a:gd name="connsiteX57" fmla="*/ 637897 w 1508539"/>
              <a:gd name="connsiteY57" fmla="*/ 4375228 h 6858000"/>
              <a:gd name="connsiteX58" fmla="*/ 618550 w 1508539"/>
              <a:gd name="connsiteY58" fmla="*/ 4214165 h 6858000"/>
              <a:gd name="connsiteX59" fmla="*/ 622623 w 1508539"/>
              <a:gd name="connsiteY59" fmla="*/ 4090296 h 6858000"/>
              <a:gd name="connsiteX60" fmla="*/ 607879 w 1508539"/>
              <a:gd name="connsiteY60" fmla="*/ 4033999 h 6858000"/>
              <a:gd name="connsiteX61" fmla="*/ 609028 w 1508539"/>
              <a:gd name="connsiteY61" fmla="*/ 4031933 h 6858000"/>
              <a:gd name="connsiteX62" fmla="*/ 607604 w 1508539"/>
              <a:gd name="connsiteY62" fmla="*/ 4013953 h 6858000"/>
              <a:gd name="connsiteX63" fmla="*/ 593899 w 1508539"/>
              <a:gd name="connsiteY63" fmla="*/ 3974753 h 6858000"/>
              <a:gd name="connsiteX64" fmla="*/ 595497 w 1508539"/>
              <a:gd name="connsiteY64" fmla="*/ 3969950 h 6858000"/>
              <a:gd name="connsiteX65" fmla="*/ 588919 w 1508539"/>
              <a:gd name="connsiteY65" fmla="*/ 3933779 h 6858000"/>
              <a:gd name="connsiteX66" fmla="*/ 590250 w 1508539"/>
              <a:gd name="connsiteY66" fmla="*/ 3933093 h 6858000"/>
              <a:gd name="connsiteX67" fmla="*/ 594604 w 1508539"/>
              <a:gd name="connsiteY67" fmla="*/ 3922082 h 6858000"/>
              <a:gd name="connsiteX68" fmla="*/ 599682 w 1508539"/>
              <a:gd name="connsiteY68" fmla="*/ 3901461 h 6858000"/>
              <a:gd name="connsiteX69" fmla="*/ 622276 w 1508539"/>
              <a:gd name="connsiteY69" fmla="*/ 3813873 h 6858000"/>
              <a:gd name="connsiteX70" fmla="*/ 621701 w 1508539"/>
              <a:gd name="connsiteY70" fmla="*/ 3806161 h 6858000"/>
              <a:gd name="connsiteX71" fmla="*/ 622008 w 1508539"/>
              <a:gd name="connsiteY71" fmla="*/ 3805957 h 6858000"/>
              <a:gd name="connsiteX72" fmla="*/ 622035 w 1508539"/>
              <a:gd name="connsiteY72" fmla="*/ 3797724 h 6858000"/>
              <a:gd name="connsiteX73" fmla="*/ 620650 w 1508539"/>
              <a:gd name="connsiteY73" fmla="*/ 3792098 h 6858000"/>
              <a:gd name="connsiteX74" fmla="*/ 619534 w 1508539"/>
              <a:gd name="connsiteY74" fmla="*/ 3777135 h 6858000"/>
              <a:gd name="connsiteX75" fmla="*/ 621267 w 1508539"/>
              <a:gd name="connsiteY75" fmla="*/ 3771656 h 6858000"/>
              <a:gd name="connsiteX76" fmla="*/ 625010 w 1508539"/>
              <a:gd name="connsiteY76" fmla="*/ 3769007 h 6858000"/>
              <a:gd name="connsiteX77" fmla="*/ 624476 w 1508539"/>
              <a:gd name="connsiteY77" fmla="*/ 3767709 h 6858000"/>
              <a:gd name="connsiteX78" fmla="*/ 633172 w 1508539"/>
              <a:gd name="connsiteY78" fmla="*/ 3738082 h 6858000"/>
              <a:gd name="connsiteX79" fmla="*/ 640518 w 1508539"/>
              <a:gd name="connsiteY79" fmla="*/ 3673397 h 6858000"/>
              <a:gd name="connsiteX80" fmla="*/ 639814 w 1508539"/>
              <a:gd name="connsiteY80" fmla="*/ 3637109 h 6858000"/>
              <a:gd name="connsiteX81" fmla="*/ 643257 w 1508539"/>
              <a:gd name="connsiteY81" fmla="*/ 3536883 h 6858000"/>
              <a:gd name="connsiteX82" fmla="*/ 650795 w 1508539"/>
              <a:gd name="connsiteY82" fmla="*/ 3435652 h 6858000"/>
              <a:gd name="connsiteX83" fmla="*/ 652466 w 1508539"/>
              <a:gd name="connsiteY83" fmla="*/ 3307769 h 6858000"/>
              <a:gd name="connsiteX84" fmla="*/ 670029 w 1508539"/>
              <a:gd name="connsiteY84" fmla="*/ 3250522 h 6858000"/>
              <a:gd name="connsiteX85" fmla="*/ 670454 w 1508539"/>
              <a:gd name="connsiteY85" fmla="*/ 3229163 h 6858000"/>
              <a:gd name="connsiteX86" fmla="*/ 672277 w 1508539"/>
              <a:gd name="connsiteY86" fmla="*/ 3217217 h 6858000"/>
              <a:gd name="connsiteX87" fmla="*/ 659112 w 1508539"/>
              <a:gd name="connsiteY87" fmla="*/ 3183755 h 6858000"/>
              <a:gd name="connsiteX88" fmla="*/ 659613 w 1508539"/>
              <a:gd name="connsiteY88" fmla="*/ 3178642 h 6858000"/>
              <a:gd name="connsiteX89" fmla="*/ 647213 w 1508539"/>
              <a:gd name="connsiteY89" fmla="*/ 3158586 h 6858000"/>
              <a:gd name="connsiteX90" fmla="*/ 632398 w 1508539"/>
              <a:gd name="connsiteY90" fmla="*/ 3129034 h 6858000"/>
              <a:gd name="connsiteX91" fmla="*/ 633063 w 1508539"/>
              <a:gd name="connsiteY91" fmla="*/ 3126682 h 6858000"/>
              <a:gd name="connsiteX92" fmla="*/ 623931 w 1508539"/>
              <a:gd name="connsiteY92" fmla="*/ 3114519 h 6858000"/>
              <a:gd name="connsiteX93" fmla="*/ 610540 w 1508539"/>
              <a:gd name="connsiteY93" fmla="*/ 3106272 h 6858000"/>
              <a:gd name="connsiteX94" fmla="*/ 583270 w 1508539"/>
              <a:gd name="connsiteY94" fmla="*/ 2958185 h 6858000"/>
              <a:gd name="connsiteX95" fmla="*/ 525884 w 1508539"/>
              <a:gd name="connsiteY95" fmla="*/ 2762989 h 6858000"/>
              <a:gd name="connsiteX96" fmla="*/ 474802 w 1508539"/>
              <a:gd name="connsiteY96" fmla="*/ 2554718 h 6858000"/>
              <a:gd name="connsiteX97" fmla="*/ 454896 w 1508539"/>
              <a:gd name="connsiteY97" fmla="*/ 2485734 h 6858000"/>
              <a:gd name="connsiteX98" fmla="*/ 445619 w 1508539"/>
              <a:gd name="connsiteY98" fmla="*/ 2447068 h 6858000"/>
              <a:gd name="connsiteX99" fmla="*/ 432580 w 1508539"/>
              <a:gd name="connsiteY99" fmla="*/ 2425819 h 6858000"/>
              <a:gd name="connsiteX100" fmla="*/ 438579 w 1508539"/>
              <a:gd name="connsiteY100" fmla="*/ 2402874 h 6858000"/>
              <a:gd name="connsiteX101" fmla="*/ 441191 w 1508539"/>
              <a:gd name="connsiteY101" fmla="*/ 2381443 h 6858000"/>
              <a:gd name="connsiteX102" fmla="*/ 417520 w 1508539"/>
              <a:gd name="connsiteY102" fmla="*/ 2261920 h 6858000"/>
              <a:gd name="connsiteX103" fmla="*/ 407407 w 1508539"/>
              <a:gd name="connsiteY103" fmla="*/ 2195378 h 6858000"/>
              <a:gd name="connsiteX104" fmla="*/ 391624 w 1508539"/>
              <a:gd name="connsiteY104" fmla="*/ 2155135 h 6858000"/>
              <a:gd name="connsiteX105" fmla="*/ 389082 w 1508539"/>
              <a:gd name="connsiteY105" fmla="*/ 2118008 h 6858000"/>
              <a:gd name="connsiteX106" fmla="*/ 390075 w 1508539"/>
              <a:gd name="connsiteY106" fmla="*/ 2050531 h 6858000"/>
              <a:gd name="connsiteX107" fmla="*/ 381881 w 1508539"/>
              <a:gd name="connsiteY107" fmla="*/ 1963269 h 6858000"/>
              <a:gd name="connsiteX108" fmla="*/ 363059 w 1508539"/>
              <a:gd name="connsiteY108" fmla="*/ 1906352 h 6858000"/>
              <a:gd name="connsiteX109" fmla="*/ 339616 w 1508539"/>
              <a:gd name="connsiteY109" fmla="*/ 1861531 h 6858000"/>
              <a:gd name="connsiteX110" fmla="*/ 293415 w 1508539"/>
              <a:gd name="connsiteY110" fmla="*/ 1732919 h 6858000"/>
              <a:gd name="connsiteX111" fmla="*/ 265726 w 1508539"/>
              <a:gd name="connsiteY111" fmla="*/ 1663540 h 6858000"/>
              <a:gd name="connsiteX112" fmla="*/ 264852 w 1508539"/>
              <a:gd name="connsiteY112" fmla="*/ 1615777 h 6858000"/>
              <a:gd name="connsiteX113" fmla="*/ 245647 w 1508539"/>
              <a:gd name="connsiteY113" fmla="*/ 1563678 h 6858000"/>
              <a:gd name="connsiteX114" fmla="*/ 258727 w 1508539"/>
              <a:gd name="connsiteY114" fmla="*/ 1519474 h 6858000"/>
              <a:gd name="connsiteX115" fmla="*/ 251469 w 1508539"/>
              <a:gd name="connsiteY115" fmla="*/ 1477995 h 6858000"/>
              <a:gd name="connsiteX116" fmla="*/ 237554 w 1508539"/>
              <a:gd name="connsiteY116" fmla="*/ 1373769 h 6858000"/>
              <a:gd name="connsiteX117" fmla="*/ 245861 w 1508539"/>
              <a:gd name="connsiteY117" fmla="*/ 1307086 h 6858000"/>
              <a:gd name="connsiteX118" fmla="*/ 247049 w 1508539"/>
              <a:gd name="connsiteY118" fmla="*/ 1189033 h 6858000"/>
              <a:gd name="connsiteX119" fmla="*/ 251734 w 1508539"/>
              <a:gd name="connsiteY119" fmla="*/ 1168288 h 6858000"/>
              <a:gd name="connsiteX120" fmla="*/ 244016 w 1508539"/>
              <a:gd name="connsiteY120" fmla="*/ 1142577 h 6858000"/>
              <a:gd name="connsiteX121" fmla="*/ 233322 w 1508539"/>
              <a:gd name="connsiteY121" fmla="*/ 1088484 h 6858000"/>
              <a:gd name="connsiteX122" fmla="*/ 222058 w 1508539"/>
              <a:gd name="connsiteY122" fmla="*/ 1016103 h 6858000"/>
              <a:gd name="connsiteX123" fmla="*/ 223514 w 1508539"/>
              <a:gd name="connsiteY123" fmla="*/ 932283 h 6858000"/>
              <a:gd name="connsiteX124" fmla="*/ 225750 w 1508539"/>
              <a:gd name="connsiteY124" fmla="*/ 915925 h 6858000"/>
              <a:gd name="connsiteX125" fmla="*/ 218379 w 1508539"/>
              <a:gd name="connsiteY125" fmla="*/ 896999 h 6858000"/>
              <a:gd name="connsiteX126" fmla="*/ 187787 w 1508539"/>
              <a:gd name="connsiteY126" fmla="*/ 821517 h 6858000"/>
              <a:gd name="connsiteX127" fmla="*/ 166737 w 1508539"/>
              <a:gd name="connsiteY127" fmla="*/ 751353 h 6858000"/>
              <a:gd name="connsiteX128" fmla="*/ 166295 w 1508539"/>
              <a:gd name="connsiteY128" fmla="*/ 721230 h 6858000"/>
              <a:gd name="connsiteX129" fmla="*/ 151966 w 1508539"/>
              <a:gd name="connsiteY129" fmla="*/ 681659 h 6858000"/>
              <a:gd name="connsiteX130" fmla="*/ 137385 w 1508539"/>
              <a:gd name="connsiteY130" fmla="*/ 635218 h 6858000"/>
              <a:gd name="connsiteX131" fmla="*/ 142396 w 1508539"/>
              <a:gd name="connsiteY131" fmla="*/ 613763 h 6858000"/>
              <a:gd name="connsiteX132" fmla="*/ 128338 w 1508539"/>
              <a:gd name="connsiteY132" fmla="*/ 598582 h 6858000"/>
              <a:gd name="connsiteX133" fmla="*/ 128019 w 1508539"/>
              <a:gd name="connsiteY133" fmla="*/ 576846 h 6858000"/>
              <a:gd name="connsiteX134" fmla="*/ 107645 w 1508539"/>
              <a:gd name="connsiteY134" fmla="*/ 530055 h 6858000"/>
              <a:gd name="connsiteX135" fmla="*/ 106893 w 1508539"/>
              <a:gd name="connsiteY135" fmla="*/ 465389 h 6858000"/>
              <a:gd name="connsiteX136" fmla="*/ 89816 w 1508539"/>
              <a:gd name="connsiteY136" fmla="*/ 424699 h 6858000"/>
              <a:gd name="connsiteX137" fmla="*/ 90191 w 1508539"/>
              <a:gd name="connsiteY137" fmla="*/ 404917 h 6858000"/>
              <a:gd name="connsiteX138" fmla="*/ 70148 w 1508539"/>
              <a:gd name="connsiteY138" fmla="*/ 367211 h 6858000"/>
              <a:gd name="connsiteX139" fmla="*/ 36452 w 1508539"/>
              <a:gd name="connsiteY139" fmla="*/ 268519 h 6858000"/>
              <a:gd name="connsiteX140" fmla="*/ 23935 w 1508539"/>
              <a:gd name="connsiteY140" fmla="*/ 160886 h 6858000"/>
              <a:gd name="connsiteX141" fmla="*/ 19312 w 1508539"/>
              <a:gd name="connsiteY141" fmla="*/ 47336 h 6858000"/>
              <a:gd name="connsiteX142" fmla="*/ 0 w 1508539"/>
              <a:gd name="connsiteY142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28010 w 1508539"/>
              <a:gd name="connsiteY4" fmla="*/ 6751578 h 6858000"/>
              <a:gd name="connsiteX5" fmla="*/ 146674 w 1508539"/>
              <a:gd name="connsiteY5" fmla="*/ 6696999 h 6858000"/>
              <a:gd name="connsiteX6" fmla="*/ 163411 w 1508539"/>
              <a:gd name="connsiteY6" fmla="*/ 6638036 h 6858000"/>
              <a:gd name="connsiteX7" fmla="*/ 153633 w 1508539"/>
              <a:gd name="connsiteY7" fmla="*/ 6596265 h 6858000"/>
              <a:gd name="connsiteX8" fmla="*/ 164248 w 1508539"/>
              <a:gd name="connsiteY8" fmla="*/ 6574442 h 6858000"/>
              <a:gd name="connsiteX9" fmla="*/ 164588 w 1508539"/>
              <a:gd name="connsiteY9" fmla="*/ 6568530 h 6858000"/>
              <a:gd name="connsiteX10" fmla="*/ 166997 w 1508539"/>
              <a:gd name="connsiteY10" fmla="*/ 6560674 h 6858000"/>
              <a:gd name="connsiteX11" fmla="*/ 167342 w 1508539"/>
              <a:gd name="connsiteY11" fmla="*/ 6560598 h 6858000"/>
              <a:gd name="connsiteX12" fmla="*/ 201349 w 1508539"/>
              <a:gd name="connsiteY12" fmla="*/ 6530567 h 6858000"/>
              <a:gd name="connsiteX13" fmla="*/ 215389 w 1508539"/>
              <a:gd name="connsiteY13" fmla="*/ 6478062 h 6858000"/>
              <a:gd name="connsiteX14" fmla="*/ 226078 w 1508539"/>
              <a:gd name="connsiteY14" fmla="*/ 6460325 h 6858000"/>
              <a:gd name="connsiteX15" fmla="*/ 233311 w 1508539"/>
              <a:gd name="connsiteY15" fmla="*/ 6451488 h 6858000"/>
              <a:gd name="connsiteX16" fmla="*/ 234746 w 1508539"/>
              <a:gd name="connsiteY16" fmla="*/ 6451348 h 6858000"/>
              <a:gd name="connsiteX17" fmla="*/ 239104 w 1508539"/>
              <a:gd name="connsiteY17" fmla="*/ 6414240 h 6858000"/>
              <a:gd name="connsiteX18" fmla="*/ 241880 w 1508539"/>
              <a:gd name="connsiteY18" fmla="*/ 6384857 h 6858000"/>
              <a:gd name="connsiteX19" fmla="*/ 240591 w 1508539"/>
              <a:gd name="connsiteY19" fmla="*/ 6367510 h 6858000"/>
              <a:gd name="connsiteX20" fmla="*/ 244471 w 1508539"/>
              <a:gd name="connsiteY20" fmla="*/ 6349778 h 6858000"/>
              <a:gd name="connsiteX21" fmla="*/ 246136 w 1508539"/>
              <a:gd name="connsiteY21" fmla="*/ 6348250 h 6858000"/>
              <a:gd name="connsiteX22" fmla="*/ 262170 w 1508539"/>
              <a:gd name="connsiteY22" fmla="*/ 6281972 h 6858000"/>
              <a:gd name="connsiteX23" fmla="*/ 272933 w 1508539"/>
              <a:gd name="connsiteY23" fmla="*/ 6211940 h 6858000"/>
              <a:gd name="connsiteX24" fmla="*/ 314428 w 1508539"/>
              <a:gd name="connsiteY24" fmla="*/ 6113913 h 6858000"/>
              <a:gd name="connsiteX25" fmla="*/ 318721 w 1508539"/>
              <a:gd name="connsiteY25" fmla="*/ 6028119 h 6858000"/>
              <a:gd name="connsiteX26" fmla="*/ 363126 w 1508539"/>
              <a:gd name="connsiteY26" fmla="*/ 5934687 h 6858000"/>
              <a:gd name="connsiteX27" fmla="*/ 411349 w 1508539"/>
              <a:gd name="connsiteY27" fmla="*/ 5693685 h 6858000"/>
              <a:gd name="connsiteX28" fmla="*/ 431404 w 1508539"/>
              <a:gd name="connsiteY28" fmla="*/ 5665173 h 6858000"/>
              <a:gd name="connsiteX29" fmla="*/ 465121 w 1508539"/>
              <a:gd name="connsiteY29" fmla="*/ 5563435 h 6858000"/>
              <a:gd name="connsiteX30" fmla="*/ 494626 w 1508539"/>
              <a:gd name="connsiteY30" fmla="*/ 5476393 h 6858000"/>
              <a:gd name="connsiteX31" fmla="*/ 525819 w 1508539"/>
              <a:gd name="connsiteY31" fmla="*/ 5396260 h 6858000"/>
              <a:gd name="connsiteX32" fmla="*/ 541800 w 1508539"/>
              <a:gd name="connsiteY32" fmla="*/ 5330009 h 6858000"/>
              <a:gd name="connsiteX33" fmla="*/ 575293 w 1508539"/>
              <a:gd name="connsiteY33" fmla="*/ 5273739 h 6858000"/>
              <a:gd name="connsiteX34" fmla="*/ 584892 w 1508539"/>
              <a:gd name="connsiteY34" fmla="*/ 5241779 h 6858000"/>
              <a:gd name="connsiteX35" fmla="*/ 596118 w 1508539"/>
              <a:gd name="connsiteY35" fmla="*/ 5225268 h 6858000"/>
              <a:gd name="connsiteX36" fmla="*/ 597138 w 1508539"/>
              <a:gd name="connsiteY36" fmla="*/ 5217684 h 6858000"/>
              <a:gd name="connsiteX37" fmla="*/ 604479 w 1508539"/>
              <a:gd name="connsiteY37" fmla="*/ 5193377 h 6858000"/>
              <a:gd name="connsiteX38" fmla="*/ 607782 w 1508539"/>
              <a:gd name="connsiteY38" fmla="*/ 5179288 h 6858000"/>
              <a:gd name="connsiteX39" fmla="*/ 608766 w 1508539"/>
              <a:gd name="connsiteY39" fmla="*/ 5173621 h 6858000"/>
              <a:gd name="connsiteX40" fmla="*/ 604400 w 1508539"/>
              <a:gd name="connsiteY40" fmla="*/ 5159961 h 6858000"/>
              <a:gd name="connsiteX41" fmla="*/ 611077 w 1508539"/>
              <a:gd name="connsiteY41" fmla="*/ 5144295 h 6858000"/>
              <a:gd name="connsiteX42" fmla="*/ 608010 w 1508539"/>
              <a:gd name="connsiteY42" fmla="*/ 5125185 h 6858000"/>
              <a:gd name="connsiteX43" fmla="*/ 614840 w 1508539"/>
              <a:gd name="connsiteY43" fmla="*/ 5121884 h 6858000"/>
              <a:gd name="connsiteX44" fmla="*/ 621876 w 1508539"/>
              <a:gd name="connsiteY44" fmla="*/ 5067850 h 6858000"/>
              <a:gd name="connsiteX45" fmla="*/ 624607 w 1508539"/>
              <a:gd name="connsiteY45" fmla="*/ 5060861 h 6858000"/>
              <a:gd name="connsiteX46" fmla="*/ 621311 w 1508539"/>
              <a:gd name="connsiteY46" fmla="*/ 5034192 h 6858000"/>
              <a:gd name="connsiteX47" fmla="*/ 622865 w 1508539"/>
              <a:gd name="connsiteY47" fmla="*/ 4993030 h 6858000"/>
              <a:gd name="connsiteX48" fmla="*/ 629774 w 1508539"/>
              <a:gd name="connsiteY48" fmla="*/ 4946844 h 6858000"/>
              <a:gd name="connsiteX49" fmla="*/ 625630 w 1508539"/>
              <a:gd name="connsiteY49" fmla="*/ 4932692 h 6858000"/>
              <a:gd name="connsiteX50" fmla="*/ 641033 w 1508539"/>
              <a:gd name="connsiteY50" fmla="*/ 4858827 h 6858000"/>
              <a:gd name="connsiteX51" fmla="*/ 646936 w 1508539"/>
              <a:gd name="connsiteY51" fmla="*/ 4821170 h 6858000"/>
              <a:gd name="connsiteX52" fmla="*/ 651669 w 1508539"/>
              <a:gd name="connsiteY52" fmla="*/ 4780965 h 6858000"/>
              <a:gd name="connsiteX53" fmla="*/ 652962 w 1508539"/>
              <a:gd name="connsiteY53" fmla="*/ 4750867 h 6858000"/>
              <a:gd name="connsiteX54" fmla="*/ 650769 w 1508539"/>
              <a:gd name="connsiteY54" fmla="*/ 4690749 h 6858000"/>
              <a:gd name="connsiteX55" fmla="*/ 646249 w 1508539"/>
              <a:gd name="connsiteY55" fmla="*/ 4584173 h 6858000"/>
              <a:gd name="connsiteX56" fmla="*/ 641332 w 1508539"/>
              <a:gd name="connsiteY56" fmla="*/ 4444346 h 6858000"/>
              <a:gd name="connsiteX57" fmla="*/ 637897 w 1508539"/>
              <a:gd name="connsiteY57" fmla="*/ 4375228 h 6858000"/>
              <a:gd name="connsiteX58" fmla="*/ 618550 w 1508539"/>
              <a:gd name="connsiteY58" fmla="*/ 4214165 h 6858000"/>
              <a:gd name="connsiteX59" fmla="*/ 622623 w 1508539"/>
              <a:gd name="connsiteY59" fmla="*/ 4090296 h 6858000"/>
              <a:gd name="connsiteX60" fmla="*/ 607879 w 1508539"/>
              <a:gd name="connsiteY60" fmla="*/ 4033999 h 6858000"/>
              <a:gd name="connsiteX61" fmla="*/ 609028 w 1508539"/>
              <a:gd name="connsiteY61" fmla="*/ 4031933 h 6858000"/>
              <a:gd name="connsiteX62" fmla="*/ 607604 w 1508539"/>
              <a:gd name="connsiteY62" fmla="*/ 4013953 h 6858000"/>
              <a:gd name="connsiteX63" fmla="*/ 593899 w 1508539"/>
              <a:gd name="connsiteY63" fmla="*/ 3974753 h 6858000"/>
              <a:gd name="connsiteX64" fmla="*/ 595497 w 1508539"/>
              <a:gd name="connsiteY64" fmla="*/ 3969950 h 6858000"/>
              <a:gd name="connsiteX65" fmla="*/ 588919 w 1508539"/>
              <a:gd name="connsiteY65" fmla="*/ 3933779 h 6858000"/>
              <a:gd name="connsiteX66" fmla="*/ 590250 w 1508539"/>
              <a:gd name="connsiteY66" fmla="*/ 3933093 h 6858000"/>
              <a:gd name="connsiteX67" fmla="*/ 594604 w 1508539"/>
              <a:gd name="connsiteY67" fmla="*/ 3922082 h 6858000"/>
              <a:gd name="connsiteX68" fmla="*/ 599682 w 1508539"/>
              <a:gd name="connsiteY68" fmla="*/ 3901461 h 6858000"/>
              <a:gd name="connsiteX69" fmla="*/ 622276 w 1508539"/>
              <a:gd name="connsiteY69" fmla="*/ 3813873 h 6858000"/>
              <a:gd name="connsiteX70" fmla="*/ 621701 w 1508539"/>
              <a:gd name="connsiteY70" fmla="*/ 3806161 h 6858000"/>
              <a:gd name="connsiteX71" fmla="*/ 622008 w 1508539"/>
              <a:gd name="connsiteY71" fmla="*/ 3805957 h 6858000"/>
              <a:gd name="connsiteX72" fmla="*/ 622035 w 1508539"/>
              <a:gd name="connsiteY72" fmla="*/ 3797724 h 6858000"/>
              <a:gd name="connsiteX73" fmla="*/ 620650 w 1508539"/>
              <a:gd name="connsiteY73" fmla="*/ 3792098 h 6858000"/>
              <a:gd name="connsiteX74" fmla="*/ 619534 w 1508539"/>
              <a:gd name="connsiteY74" fmla="*/ 3777135 h 6858000"/>
              <a:gd name="connsiteX75" fmla="*/ 621267 w 1508539"/>
              <a:gd name="connsiteY75" fmla="*/ 3771656 h 6858000"/>
              <a:gd name="connsiteX76" fmla="*/ 625010 w 1508539"/>
              <a:gd name="connsiteY76" fmla="*/ 3769007 h 6858000"/>
              <a:gd name="connsiteX77" fmla="*/ 624476 w 1508539"/>
              <a:gd name="connsiteY77" fmla="*/ 3767709 h 6858000"/>
              <a:gd name="connsiteX78" fmla="*/ 633172 w 1508539"/>
              <a:gd name="connsiteY78" fmla="*/ 3738082 h 6858000"/>
              <a:gd name="connsiteX79" fmla="*/ 640518 w 1508539"/>
              <a:gd name="connsiteY79" fmla="*/ 3673397 h 6858000"/>
              <a:gd name="connsiteX80" fmla="*/ 639814 w 1508539"/>
              <a:gd name="connsiteY80" fmla="*/ 3637109 h 6858000"/>
              <a:gd name="connsiteX81" fmla="*/ 643257 w 1508539"/>
              <a:gd name="connsiteY81" fmla="*/ 3536883 h 6858000"/>
              <a:gd name="connsiteX82" fmla="*/ 650795 w 1508539"/>
              <a:gd name="connsiteY82" fmla="*/ 3435652 h 6858000"/>
              <a:gd name="connsiteX83" fmla="*/ 652466 w 1508539"/>
              <a:gd name="connsiteY83" fmla="*/ 3307769 h 6858000"/>
              <a:gd name="connsiteX84" fmla="*/ 670029 w 1508539"/>
              <a:gd name="connsiteY84" fmla="*/ 3250522 h 6858000"/>
              <a:gd name="connsiteX85" fmla="*/ 670454 w 1508539"/>
              <a:gd name="connsiteY85" fmla="*/ 3229163 h 6858000"/>
              <a:gd name="connsiteX86" fmla="*/ 672277 w 1508539"/>
              <a:gd name="connsiteY86" fmla="*/ 3217217 h 6858000"/>
              <a:gd name="connsiteX87" fmla="*/ 659112 w 1508539"/>
              <a:gd name="connsiteY87" fmla="*/ 3183755 h 6858000"/>
              <a:gd name="connsiteX88" fmla="*/ 659613 w 1508539"/>
              <a:gd name="connsiteY88" fmla="*/ 3178642 h 6858000"/>
              <a:gd name="connsiteX89" fmla="*/ 647213 w 1508539"/>
              <a:gd name="connsiteY89" fmla="*/ 3158586 h 6858000"/>
              <a:gd name="connsiteX90" fmla="*/ 632398 w 1508539"/>
              <a:gd name="connsiteY90" fmla="*/ 3129034 h 6858000"/>
              <a:gd name="connsiteX91" fmla="*/ 633063 w 1508539"/>
              <a:gd name="connsiteY91" fmla="*/ 3126682 h 6858000"/>
              <a:gd name="connsiteX92" fmla="*/ 623931 w 1508539"/>
              <a:gd name="connsiteY92" fmla="*/ 3114519 h 6858000"/>
              <a:gd name="connsiteX93" fmla="*/ 610540 w 1508539"/>
              <a:gd name="connsiteY93" fmla="*/ 3106272 h 6858000"/>
              <a:gd name="connsiteX94" fmla="*/ 583270 w 1508539"/>
              <a:gd name="connsiteY94" fmla="*/ 2958185 h 6858000"/>
              <a:gd name="connsiteX95" fmla="*/ 525884 w 1508539"/>
              <a:gd name="connsiteY95" fmla="*/ 2762989 h 6858000"/>
              <a:gd name="connsiteX96" fmla="*/ 474802 w 1508539"/>
              <a:gd name="connsiteY96" fmla="*/ 2554718 h 6858000"/>
              <a:gd name="connsiteX97" fmla="*/ 454896 w 1508539"/>
              <a:gd name="connsiteY97" fmla="*/ 2485734 h 6858000"/>
              <a:gd name="connsiteX98" fmla="*/ 445619 w 1508539"/>
              <a:gd name="connsiteY98" fmla="*/ 2447068 h 6858000"/>
              <a:gd name="connsiteX99" fmla="*/ 432580 w 1508539"/>
              <a:gd name="connsiteY99" fmla="*/ 2425819 h 6858000"/>
              <a:gd name="connsiteX100" fmla="*/ 438579 w 1508539"/>
              <a:gd name="connsiteY100" fmla="*/ 2402874 h 6858000"/>
              <a:gd name="connsiteX101" fmla="*/ 441191 w 1508539"/>
              <a:gd name="connsiteY101" fmla="*/ 2381443 h 6858000"/>
              <a:gd name="connsiteX102" fmla="*/ 417520 w 1508539"/>
              <a:gd name="connsiteY102" fmla="*/ 2261920 h 6858000"/>
              <a:gd name="connsiteX103" fmla="*/ 407407 w 1508539"/>
              <a:gd name="connsiteY103" fmla="*/ 2195378 h 6858000"/>
              <a:gd name="connsiteX104" fmla="*/ 391624 w 1508539"/>
              <a:gd name="connsiteY104" fmla="*/ 2155135 h 6858000"/>
              <a:gd name="connsiteX105" fmla="*/ 389082 w 1508539"/>
              <a:gd name="connsiteY105" fmla="*/ 2118008 h 6858000"/>
              <a:gd name="connsiteX106" fmla="*/ 390075 w 1508539"/>
              <a:gd name="connsiteY106" fmla="*/ 2050531 h 6858000"/>
              <a:gd name="connsiteX107" fmla="*/ 381881 w 1508539"/>
              <a:gd name="connsiteY107" fmla="*/ 1963269 h 6858000"/>
              <a:gd name="connsiteX108" fmla="*/ 363059 w 1508539"/>
              <a:gd name="connsiteY108" fmla="*/ 1906352 h 6858000"/>
              <a:gd name="connsiteX109" fmla="*/ 339616 w 1508539"/>
              <a:gd name="connsiteY109" fmla="*/ 1861531 h 6858000"/>
              <a:gd name="connsiteX110" fmla="*/ 293415 w 1508539"/>
              <a:gd name="connsiteY110" fmla="*/ 1732919 h 6858000"/>
              <a:gd name="connsiteX111" fmla="*/ 265726 w 1508539"/>
              <a:gd name="connsiteY111" fmla="*/ 1663540 h 6858000"/>
              <a:gd name="connsiteX112" fmla="*/ 264852 w 1508539"/>
              <a:gd name="connsiteY112" fmla="*/ 1615777 h 6858000"/>
              <a:gd name="connsiteX113" fmla="*/ 245647 w 1508539"/>
              <a:gd name="connsiteY113" fmla="*/ 1563678 h 6858000"/>
              <a:gd name="connsiteX114" fmla="*/ 258727 w 1508539"/>
              <a:gd name="connsiteY114" fmla="*/ 1519474 h 6858000"/>
              <a:gd name="connsiteX115" fmla="*/ 251469 w 1508539"/>
              <a:gd name="connsiteY115" fmla="*/ 1477995 h 6858000"/>
              <a:gd name="connsiteX116" fmla="*/ 237554 w 1508539"/>
              <a:gd name="connsiteY116" fmla="*/ 1373769 h 6858000"/>
              <a:gd name="connsiteX117" fmla="*/ 245861 w 1508539"/>
              <a:gd name="connsiteY117" fmla="*/ 1307086 h 6858000"/>
              <a:gd name="connsiteX118" fmla="*/ 247049 w 1508539"/>
              <a:gd name="connsiteY118" fmla="*/ 1189033 h 6858000"/>
              <a:gd name="connsiteX119" fmla="*/ 251734 w 1508539"/>
              <a:gd name="connsiteY119" fmla="*/ 1168288 h 6858000"/>
              <a:gd name="connsiteX120" fmla="*/ 244016 w 1508539"/>
              <a:gd name="connsiteY120" fmla="*/ 1142577 h 6858000"/>
              <a:gd name="connsiteX121" fmla="*/ 233322 w 1508539"/>
              <a:gd name="connsiteY121" fmla="*/ 1088484 h 6858000"/>
              <a:gd name="connsiteX122" fmla="*/ 222058 w 1508539"/>
              <a:gd name="connsiteY122" fmla="*/ 1016103 h 6858000"/>
              <a:gd name="connsiteX123" fmla="*/ 223514 w 1508539"/>
              <a:gd name="connsiteY123" fmla="*/ 932283 h 6858000"/>
              <a:gd name="connsiteX124" fmla="*/ 225750 w 1508539"/>
              <a:gd name="connsiteY124" fmla="*/ 915925 h 6858000"/>
              <a:gd name="connsiteX125" fmla="*/ 218379 w 1508539"/>
              <a:gd name="connsiteY125" fmla="*/ 896999 h 6858000"/>
              <a:gd name="connsiteX126" fmla="*/ 187787 w 1508539"/>
              <a:gd name="connsiteY126" fmla="*/ 821517 h 6858000"/>
              <a:gd name="connsiteX127" fmla="*/ 166737 w 1508539"/>
              <a:gd name="connsiteY127" fmla="*/ 751353 h 6858000"/>
              <a:gd name="connsiteX128" fmla="*/ 166295 w 1508539"/>
              <a:gd name="connsiteY128" fmla="*/ 721230 h 6858000"/>
              <a:gd name="connsiteX129" fmla="*/ 151966 w 1508539"/>
              <a:gd name="connsiteY129" fmla="*/ 681659 h 6858000"/>
              <a:gd name="connsiteX130" fmla="*/ 137385 w 1508539"/>
              <a:gd name="connsiteY130" fmla="*/ 635218 h 6858000"/>
              <a:gd name="connsiteX131" fmla="*/ 142396 w 1508539"/>
              <a:gd name="connsiteY131" fmla="*/ 613763 h 6858000"/>
              <a:gd name="connsiteX132" fmla="*/ 128338 w 1508539"/>
              <a:gd name="connsiteY132" fmla="*/ 598582 h 6858000"/>
              <a:gd name="connsiteX133" fmla="*/ 128019 w 1508539"/>
              <a:gd name="connsiteY133" fmla="*/ 576846 h 6858000"/>
              <a:gd name="connsiteX134" fmla="*/ 107645 w 1508539"/>
              <a:gd name="connsiteY134" fmla="*/ 530055 h 6858000"/>
              <a:gd name="connsiteX135" fmla="*/ 106893 w 1508539"/>
              <a:gd name="connsiteY135" fmla="*/ 465389 h 6858000"/>
              <a:gd name="connsiteX136" fmla="*/ 89816 w 1508539"/>
              <a:gd name="connsiteY136" fmla="*/ 424699 h 6858000"/>
              <a:gd name="connsiteX137" fmla="*/ 90191 w 1508539"/>
              <a:gd name="connsiteY137" fmla="*/ 404917 h 6858000"/>
              <a:gd name="connsiteX138" fmla="*/ 70148 w 1508539"/>
              <a:gd name="connsiteY138" fmla="*/ 367211 h 6858000"/>
              <a:gd name="connsiteX139" fmla="*/ 36452 w 1508539"/>
              <a:gd name="connsiteY139" fmla="*/ 268519 h 6858000"/>
              <a:gd name="connsiteX140" fmla="*/ 23935 w 1508539"/>
              <a:gd name="connsiteY140" fmla="*/ 160886 h 6858000"/>
              <a:gd name="connsiteX141" fmla="*/ 19312 w 1508539"/>
              <a:gd name="connsiteY141" fmla="*/ 47336 h 6858000"/>
              <a:gd name="connsiteX142" fmla="*/ 0 w 1508539"/>
              <a:gd name="connsiteY142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28010 w 1508539"/>
              <a:gd name="connsiteY4" fmla="*/ 6751578 h 6858000"/>
              <a:gd name="connsiteX5" fmla="*/ 146674 w 1508539"/>
              <a:gd name="connsiteY5" fmla="*/ 6696999 h 6858000"/>
              <a:gd name="connsiteX6" fmla="*/ 163411 w 1508539"/>
              <a:gd name="connsiteY6" fmla="*/ 6638036 h 6858000"/>
              <a:gd name="connsiteX7" fmla="*/ 153633 w 1508539"/>
              <a:gd name="connsiteY7" fmla="*/ 6596265 h 6858000"/>
              <a:gd name="connsiteX8" fmla="*/ 164248 w 1508539"/>
              <a:gd name="connsiteY8" fmla="*/ 6574442 h 6858000"/>
              <a:gd name="connsiteX9" fmla="*/ 164588 w 1508539"/>
              <a:gd name="connsiteY9" fmla="*/ 6568530 h 6858000"/>
              <a:gd name="connsiteX10" fmla="*/ 166997 w 1508539"/>
              <a:gd name="connsiteY10" fmla="*/ 6560674 h 6858000"/>
              <a:gd name="connsiteX11" fmla="*/ 167342 w 1508539"/>
              <a:gd name="connsiteY11" fmla="*/ 6560598 h 6858000"/>
              <a:gd name="connsiteX12" fmla="*/ 201349 w 1508539"/>
              <a:gd name="connsiteY12" fmla="*/ 6530567 h 6858000"/>
              <a:gd name="connsiteX13" fmla="*/ 215389 w 1508539"/>
              <a:gd name="connsiteY13" fmla="*/ 6478062 h 6858000"/>
              <a:gd name="connsiteX14" fmla="*/ 226078 w 1508539"/>
              <a:gd name="connsiteY14" fmla="*/ 6460325 h 6858000"/>
              <a:gd name="connsiteX15" fmla="*/ 233311 w 1508539"/>
              <a:gd name="connsiteY15" fmla="*/ 6451488 h 6858000"/>
              <a:gd name="connsiteX16" fmla="*/ 234746 w 1508539"/>
              <a:gd name="connsiteY16" fmla="*/ 6451348 h 6858000"/>
              <a:gd name="connsiteX17" fmla="*/ 239104 w 1508539"/>
              <a:gd name="connsiteY17" fmla="*/ 6414240 h 6858000"/>
              <a:gd name="connsiteX18" fmla="*/ 241880 w 1508539"/>
              <a:gd name="connsiteY18" fmla="*/ 6384857 h 6858000"/>
              <a:gd name="connsiteX19" fmla="*/ 240591 w 1508539"/>
              <a:gd name="connsiteY19" fmla="*/ 6367510 h 6858000"/>
              <a:gd name="connsiteX20" fmla="*/ 244471 w 1508539"/>
              <a:gd name="connsiteY20" fmla="*/ 6349778 h 6858000"/>
              <a:gd name="connsiteX21" fmla="*/ 246136 w 1508539"/>
              <a:gd name="connsiteY21" fmla="*/ 6348250 h 6858000"/>
              <a:gd name="connsiteX22" fmla="*/ 262170 w 1508539"/>
              <a:gd name="connsiteY22" fmla="*/ 6281972 h 6858000"/>
              <a:gd name="connsiteX23" fmla="*/ 272933 w 1508539"/>
              <a:gd name="connsiteY23" fmla="*/ 6211940 h 6858000"/>
              <a:gd name="connsiteX24" fmla="*/ 314428 w 1508539"/>
              <a:gd name="connsiteY24" fmla="*/ 6113913 h 6858000"/>
              <a:gd name="connsiteX25" fmla="*/ 318721 w 1508539"/>
              <a:gd name="connsiteY25" fmla="*/ 6028119 h 6858000"/>
              <a:gd name="connsiteX26" fmla="*/ 363126 w 1508539"/>
              <a:gd name="connsiteY26" fmla="*/ 5934687 h 6858000"/>
              <a:gd name="connsiteX27" fmla="*/ 408411 w 1508539"/>
              <a:gd name="connsiteY27" fmla="*/ 5704905 h 6858000"/>
              <a:gd name="connsiteX28" fmla="*/ 431404 w 1508539"/>
              <a:gd name="connsiteY28" fmla="*/ 5665173 h 6858000"/>
              <a:gd name="connsiteX29" fmla="*/ 465121 w 1508539"/>
              <a:gd name="connsiteY29" fmla="*/ 5563435 h 6858000"/>
              <a:gd name="connsiteX30" fmla="*/ 494626 w 1508539"/>
              <a:gd name="connsiteY30" fmla="*/ 5476393 h 6858000"/>
              <a:gd name="connsiteX31" fmla="*/ 525819 w 1508539"/>
              <a:gd name="connsiteY31" fmla="*/ 5396260 h 6858000"/>
              <a:gd name="connsiteX32" fmla="*/ 541800 w 1508539"/>
              <a:gd name="connsiteY32" fmla="*/ 5330009 h 6858000"/>
              <a:gd name="connsiteX33" fmla="*/ 575293 w 1508539"/>
              <a:gd name="connsiteY33" fmla="*/ 5273739 h 6858000"/>
              <a:gd name="connsiteX34" fmla="*/ 584892 w 1508539"/>
              <a:gd name="connsiteY34" fmla="*/ 5241779 h 6858000"/>
              <a:gd name="connsiteX35" fmla="*/ 596118 w 1508539"/>
              <a:gd name="connsiteY35" fmla="*/ 5225268 h 6858000"/>
              <a:gd name="connsiteX36" fmla="*/ 597138 w 1508539"/>
              <a:gd name="connsiteY36" fmla="*/ 5217684 h 6858000"/>
              <a:gd name="connsiteX37" fmla="*/ 604479 w 1508539"/>
              <a:gd name="connsiteY37" fmla="*/ 5193377 h 6858000"/>
              <a:gd name="connsiteX38" fmla="*/ 607782 w 1508539"/>
              <a:gd name="connsiteY38" fmla="*/ 5179288 h 6858000"/>
              <a:gd name="connsiteX39" fmla="*/ 608766 w 1508539"/>
              <a:gd name="connsiteY39" fmla="*/ 5173621 h 6858000"/>
              <a:gd name="connsiteX40" fmla="*/ 604400 w 1508539"/>
              <a:gd name="connsiteY40" fmla="*/ 5159961 h 6858000"/>
              <a:gd name="connsiteX41" fmla="*/ 611077 w 1508539"/>
              <a:gd name="connsiteY41" fmla="*/ 5144295 h 6858000"/>
              <a:gd name="connsiteX42" fmla="*/ 608010 w 1508539"/>
              <a:gd name="connsiteY42" fmla="*/ 5125185 h 6858000"/>
              <a:gd name="connsiteX43" fmla="*/ 614840 w 1508539"/>
              <a:gd name="connsiteY43" fmla="*/ 5121884 h 6858000"/>
              <a:gd name="connsiteX44" fmla="*/ 621876 w 1508539"/>
              <a:gd name="connsiteY44" fmla="*/ 5067850 h 6858000"/>
              <a:gd name="connsiteX45" fmla="*/ 624607 w 1508539"/>
              <a:gd name="connsiteY45" fmla="*/ 5060861 h 6858000"/>
              <a:gd name="connsiteX46" fmla="*/ 621311 w 1508539"/>
              <a:gd name="connsiteY46" fmla="*/ 5034192 h 6858000"/>
              <a:gd name="connsiteX47" fmla="*/ 622865 w 1508539"/>
              <a:gd name="connsiteY47" fmla="*/ 4993030 h 6858000"/>
              <a:gd name="connsiteX48" fmla="*/ 629774 w 1508539"/>
              <a:gd name="connsiteY48" fmla="*/ 4946844 h 6858000"/>
              <a:gd name="connsiteX49" fmla="*/ 625630 w 1508539"/>
              <a:gd name="connsiteY49" fmla="*/ 4932692 h 6858000"/>
              <a:gd name="connsiteX50" fmla="*/ 641033 w 1508539"/>
              <a:gd name="connsiteY50" fmla="*/ 4858827 h 6858000"/>
              <a:gd name="connsiteX51" fmla="*/ 646936 w 1508539"/>
              <a:gd name="connsiteY51" fmla="*/ 4821170 h 6858000"/>
              <a:gd name="connsiteX52" fmla="*/ 651669 w 1508539"/>
              <a:gd name="connsiteY52" fmla="*/ 4780965 h 6858000"/>
              <a:gd name="connsiteX53" fmla="*/ 652962 w 1508539"/>
              <a:gd name="connsiteY53" fmla="*/ 4750867 h 6858000"/>
              <a:gd name="connsiteX54" fmla="*/ 650769 w 1508539"/>
              <a:gd name="connsiteY54" fmla="*/ 4690749 h 6858000"/>
              <a:gd name="connsiteX55" fmla="*/ 646249 w 1508539"/>
              <a:gd name="connsiteY55" fmla="*/ 4584173 h 6858000"/>
              <a:gd name="connsiteX56" fmla="*/ 641332 w 1508539"/>
              <a:gd name="connsiteY56" fmla="*/ 4444346 h 6858000"/>
              <a:gd name="connsiteX57" fmla="*/ 637897 w 1508539"/>
              <a:gd name="connsiteY57" fmla="*/ 4375228 h 6858000"/>
              <a:gd name="connsiteX58" fmla="*/ 618550 w 1508539"/>
              <a:gd name="connsiteY58" fmla="*/ 4214165 h 6858000"/>
              <a:gd name="connsiteX59" fmla="*/ 622623 w 1508539"/>
              <a:gd name="connsiteY59" fmla="*/ 4090296 h 6858000"/>
              <a:gd name="connsiteX60" fmla="*/ 607879 w 1508539"/>
              <a:gd name="connsiteY60" fmla="*/ 4033999 h 6858000"/>
              <a:gd name="connsiteX61" fmla="*/ 609028 w 1508539"/>
              <a:gd name="connsiteY61" fmla="*/ 4031933 h 6858000"/>
              <a:gd name="connsiteX62" fmla="*/ 607604 w 1508539"/>
              <a:gd name="connsiteY62" fmla="*/ 4013953 h 6858000"/>
              <a:gd name="connsiteX63" fmla="*/ 593899 w 1508539"/>
              <a:gd name="connsiteY63" fmla="*/ 3974753 h 6858000"/>
              <a:gd name="connsiteX64" fmla="*/ 595497 w 1508539"/>
              <a:gd name="connsiteY64" fmla="*/ 3969950 h 6858000"/>
              <a:gd name="connsiteX65" fmla="*/ 588919 w 1508539"/>
              <a:gd name="connsiteY65" fmla="*/ 3933779 h 6858000"/>
              <a:gd name="connsiteX66" fmla="*/ 590250 w 1508539"/>
              <a:gd name="connsiteY66" fmla="*/ 3933093 h 6858000"/>
              <a:gd name="connsiteX67" fmla="*/ 594604 w 1508539"/>
              <a:gd name="connsiteY67" fmla="*/ 3922082 h 6858000"/>
              <a:gd name="connsiteX68" fmla="*/ 599682 w 1508539"/>
              <a:gd name="connsiteY68" fmla="*/ 3901461 h 6858000"/>
              <a:gd name="connsiteX69" fmla="*/ 622276 w 1508539"/>
              <a:gd name="connsiteY69" fmla="*/ 3813873 h 6858000"/>
              <a:gd name="connsiteX70" fmla="*/ 621701 w 1508539"/>
              <a:gd name="connsiteY70" fmla="*/ 3806161 h 6858000"/>
              <a:gd name="connsiteX71" fmla="*/ 622008 w 1508539"/>
              <a:gd name="connsiteY71" fmla="*/ 3805957 h 6858000"/>
              <a:gd name="connsiteX72" fmla="*/ 622035 w 1508539"/>
              <a:gd name="connsiteY72" fmla="*/ 3797724 h 6858000"/>
              <a:gd name="connsiteX73" fmla="*/ 620650 w 1508539"/>
              <a:gd name="connsiteY73" fmla="*/ 3792098 h 6858000"/>
              <a:gd name="connsiteX74" fmla="*/ 619534 w 1508539"/>
              <a:gd name="connsiteY74" fmla="*/ 3777135 h 6858000"/>
              <a:gd name="connsiteX75" fmla="*/ 621267 w 1508539"/>
              <a:gd name="connsiteY75" fmla="*/ 3771656 h 6858000"/>
              <a:gd name="connsiteX76" fmla="*/ 625010 w 1508539"/>
              <a:gd name="connsiteY76" fmla="*/ 3769007 h 6858000"/>
              <a:gd name="connsiteX77" fmla="*/ 624476 w 1508539"/>
              <a:gd name="connsiteY77" fmla="*/ 3767709 h 6858000"/>
              <a:gd name="connsiteX78" fmla="*/ 633172 w 1508539"/>
              <a:gd name="connsiteY78" fmla="*/ 3738082 h 6858000"/>
              <a:gd name="connsiteX79" fmla="*/ 640518 w 1508539"/>
              <a:gd name="connsiteY79" fmla="*/ 3673397 h 6858000"/>
              <a:gd name="connsiteX80" fmla="*/ 639814 w 1508539"/>
              <a:gd name="connsiteY80" fmla="*/ 3637109 h 6858000"/>
              <a:gd name="connsiteX81" fmla="*/ 643257 w 1508539"/>
              <a:gd name="connsiteY81" fmla="*/ 3536883 h 6858000"/>
              <a:gd name="connsiteX82" fmla="*/ 650795 w 1508539"/>
              <a:gd name="connsiteY82" fmla="*/ 3435652 h 6858000"/>
              <a:gd name="connsiteX83" fmla="*/ 652466 w 1508539"/>
              <a:gd name="connsiteY83" fmla="*/ 3307769 h 6858000"/>
              <a:gd name="connsiteX84" fmla="*/ 670029 w 1508539"/>
              <a:gd name="connsiteY84" fmla="*/ 3250522 h 6858000"/>
              <a:gd name="connsiteX85" fmla="*/ 670454 w 1508539"/>
              <a:gd name="connsiteY85" fmla="*/ 3229163 h 6858000"/>
              <a:gd name="connsiteX86" fmla="*/ 672277 w 1508539"/>
              <a:gd name="connsiteY86" fmla="*/ 3217217 h 6858000"/>
              <a:gd name="connsiteX87" fmla="*/ 659112 w 1508539"/>
              <a:gd name="connsiteY87" fmla="*/ 3183755 h 6858000"/>
              <a:gd name="connsiteX88" fmla="*/ 659613 w 1508539"/>
              <a:gd name="connsiteY88" fmla="*/ 3178642 h 6858000"/>
              <a:gd name="connsiteX89" fmla="*/ 647213 w 1508539"/>
              <a:gd name="connsiteY89" fmla="*/ 3158586 h 6858000"/>
              <a:gd name="connsiteX90" fmla="*/ 632398 w 1508539"/>
              <a:gd name="connsiteY90" fmla="*/ 3129034 h 6858000"/>
              <a:gd name="connsiteX91" fmla="*/ 633063 w 1508539"/>
              <a:gd name="connsiteY91" fmla="*/ 3126682 h 6858000"/>
              <a:gd name="connsiteX92" fmla="*/ 623931 w 1508539"/>
              <a:gd name="connsiteY92" fmla="*/ 3114519 h 6858000"/>
              <a:gd name="connsiteX93" fmla="*/ 610540 w 1508539"/>
              <a:gd name="connsiteY93" fmla="*/ 3106272 h 6858000"/>
              <a:gd name="connsiteX94" fmla="*/ 583270 w 1508539"/>
              <a:gd name="connsiteY94" fmla="*/ 2958185 h 6858000"/>
              <a:gd name="connsiteX95" fmla="*/ 525884 w 1508539"/>
              <a:gd name="connsiteY95" fmla="*/ 2762989 h 6858000"/>
              <a:gd name="connsiteX96" fmla="*/ 474802 w 1508539"/>
              <a:gd name="connsiteY96" fmla="*/ 2554718 h 6858000"/>
              <a:gd name="connsiteX97" fmla="*/ 454896 w 1508539"/>
              <a:gd name="connsiteY97" fmla="*/ 2485734 h 6858000"/>
              <a:gd name="connsiteX98" fmla="*/ 445619 w 1508539"/>
              <a:gd name="connsiteY98" fmla="*/ 2447068 h 6858000"/>
              <a:gd name="connsiteX99" fmla="*/ 432580 w 1508539"/>
              <a:gd name="connsiteY99" fmla="*/ 2425819 h 6858000"/>
              <a:gd name="connsiteX100" fmla="*/ 438579 w 1508539"/>
              <a:gd name="connsiteY100" fmla="*/ 2402874 h 6858000"/>
              <a:gd name="connsiteX101" fmla="*/ 441191 w 1508539"/>
              <a:gd name="connsiteY101" fmla="*/ 2381443 h 6858000"/>
              <a:gd name="connsiteX102" fmla="*/ 417520 w 1508539"/>
              <a:gd name="connsiteY102" fmla="*/ 2261920 h 6858000"/>
              <a:gd name="connsiteX103" fmla="*/ 407407 w 1508539"/>
              <a:gd name="connsiteY103" fmla="*/ 2195378 h 6858000"/>
              <a:gd name="connsiteX104" fmla="*/ 391624 w 1508539"/>
              <a:gd name="connsiteY104" fmla="*/ 2155135 h 6858000"/>
              <a:gd name="connsiteX105" fmla="*/ 389082 w 1508539"/>
              <a:gd name="connsiteY105" fmla="*/ 2118008 h 6858000"/>
              <a:gd name="connsiteX106" fmla="*/ 390075 w 1508539"/>
              <a:gd name="connsiteY106" fmla="*/ 2050531 h 6858000"/>
              <a:gd name="connsiteX107" fmla="*/ 381881 w 1508539"/>
              <a:gd name="connsiteY107" fmla="*/ 1963269 h 6858000"/>
              <a:gd name="connsiteX108" fmla="*/ 363059 w 1508539"/>
              <a:gd name="connsiteY108" fmla="*/ 1906352 h 6858000"/>
              <a:gd name="connsiteX109" fmla="*/ 339616 w 1508539"/>
              <a:gd name="connsiteY109" fmla="*/ 1861531 h 6858000"/>
              <a:gd name="connsiteX110" fmla="*/ 293415 w 1508539"/>
              <a:gd name="connsiteY110" fmla="*/ 1732919 h 6858000"/>
              <a:gd name="connsiteX111" fmla="*/ 265726 w 1508539"/>
              <a:gd name="connsiteY111" fmla="*/ 1663540 h 6858000"/>
              <a:gd name="connsiteX112" fmla="*/ 264852 w 1508539"/>
              <a:gd name="connsiteY112" fmla="*/ 1615777 h 6858000"/>
              <a:gd name="connsiteX113" fmla="*/ 245647 w 1508539"/>
              <a:gd name="connsiteY113" fmla="*/ 1563678 h 6858000"/>
              <a:gd name="connsiteX114" fmla="*/ 258727 w 1508539"/>
              <a:gd name="connsiteY114" fmla="*/ 1519474 h 6858000"/>
              <a:gd name="connsiteX115" fmla="*/ 251469 w 1508539"/>
              <a:gd name="connsiteY115" fmla="*/ 1477995 h 6858000"/>
              <a:gd name="connsiteX116" fmla="*/ 237554 w 1508539"/>
              <a:gd name="connsiteY116" fmla="*/ 1373769 h 6858000"/>
              <a:gd name="connsiteX117" fmla="*/ 245861 w 1508539"/>
              <a:gd name="connsiteY117" fmla="*/ 1307086 h 6858000"/>
              <a:gd name="connsiteX118" fmla="*/ 247049 w 1508539"/>
              <a:gd name="connsiteY118" fmla="*/ 1189033 h 6858000"/>
              <a:gd name="connsiteX119" fmla="*/ 251734 w 1508539"/>
              <a:gd name="connsiteY119" fmla="*/ 1168288 h 6858000"/>
              <a:gd name="connsiteX120" fmla="*/ 244016 w 1508539"/>
              <a:gd name="connsiteY120" fmla="*/ 1142577 h 6858000"/>
              <a:gd name="connsiteX121" fmla="*/ 233322 w 1508539"/>
              <a:gd name="connsiteY121" fmla="*/ 1088484 h 6858000"/>
              <a:gd name="connsiteX122" fmla="*/ 222058 w 1508539"/>
              <a:gd name="connsiteY122" fmla="*/ 1016103 h 6858000"/>
              <a:gd name="connsiteX123" fmla="*/ 223514 w 1508539"/>
              <a:gd name="connsiteY123" fmla="*/ 932283 h 6858000"/>
              <a:gd name="connsiteX124" fmla="*/ 225750 w 1508539"/>
              <a:gd name="connsiteY124" fmla="*/ 915925 h 6858000"/>
              <a:gd name="connsiteX125" fmla="*/ 218379 w 1508539"/>
              <a:gd name="connsiteY125" fmla="*/ 896999 h 6858000"/>
              <a:gd name="connsiteX126" fmla="*/ 187787 w 1508539"/>
              <a:gd name="connsiteY126" fmla="*/ 821517 h 6858000"/>
              <a:gd name="connsiteX127" fmla="*/ 166737 w 1508539"/>
              <a:gd name="connsiteY127" fmla="*/ 751353 h 6858000"/>
              <a:gd name="connsiteX128" fmla="*/ 166295 w 1508539"/>
              <a:gd name="connsiteY128" fmla="*/ 721230 h 6858000"/>
              <a:gd name="connsiteX129" fmla="*/ 151966 w 1508539"/>
              <a:gd name="connsiteY129" fmla="*/ 681659 h 6858000"/>
              <a:gd name="connsiteX130" fmla="*/ 137385 w 1508539"/>
              <a:gd name="connsiteY130" fmla="*/ 635218 h 6858000"/>
              <a:gd name="connsiteX131" fmla="*/ 142396 w 1508539"/>
              <a:gd name="connsiteY131" fmla="*/ 613763 h 6858000"/>
              <a:gd name="connsiteX132" fmla="*/ 128338 w 1508539"/>
              <a:gd name="connsiteY132" fmla="*/ 598582 h 6858000"/>
              <a:gd name="connsiteX133" fmla="*/ 128019 w 1508539"/>
              <a:gd name="connsiteY133" fmla="*/ 576846 h 6858000"/>
              <a:gd name="connsiteX134" fmla="*/ 107645 w 1508539"/>
              <a:gd name="connsiteY134" fmla="*/ 530055 h 6858000"/>
              <a:gd name="connsiteX135" fmla="*/ 106893 w 1508539"/>
              <a:gd name="connsiteY135" fmla="*/ 465389 h 6858000"/>
              <a:gd name="connsiteX136" fmla="*/ 89816 w 1508539"/>
              <a:gd name="connsiteY136" fmla="*/ 424699 h 6858000"/>
              <a:gd name="connsiteX137" fmla="*/ 90191 w 1508539"/>
              <a:gd name="connsiteY137" fmla="*/ 404917 h 6858000"/>
              <a:gd name="connsiteX138" fmla="*/ 70148 w 1508539"/>
              <a:gd name="connsiteY138" fmla="*/ 367211 h 6858000"/>
              <a:gd name="connsiteX139" fmla="*/ 36452 w 1508539"/>
              <a:gd name="connsiteY139" fmla="*/ 268519 h 6858000"/>
              <a:gd name="connsiteX140" fmla="*/ 23935 w 1508539"/>
              <a:gd name="connsiteY140" fmla="*/ 160886 h 6858000"/>
              <a:gd name="connsiteX141" fmla="*/ 19312 w 1508539"/>
              <a:gd name="connsiteY141" fmla="*/ 47336 h 6858000"/>
              <a:gd name="connsiteX142" fmla="*/ 0 w 1508539"/>
              <a:gd name="connsiteY142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28010 w 1508539"/>
              <a:gd name="connsiteY4" fmla="*/ 6751578 h 6858000"/>
              <a:gd name="connsiteX5" fmla="*/ 146674 w 1508539"/>
              <a:gd name="connsiteY5" fmla="*/ 6696999 h 6858000"/>
              <a:gd name="connsiteX6" fmla="*/ 163411 w 1508539"/>
              <a:gd name="connsiteY6" fmla="*/ 6638036 h 6858000"/>
              <a:gd name="connsiteX7" fmla="*/ 153633 w 1508539"/>
              <a:gd name="connsiteY7" fmla="*/ 6596265 h 6858000"/>
              <a:gd name="connsiteX8" fmla="*/ 164248 w 1508539"/>
              <a:gd name="connsiteY8" fmla="*/ 6574442 h 6858000"/>
              <a:gd name="connsiteX9" fmla="*/ 164588 w 1508539"/>
              <a:gd name="connsiteY9" fmla="*/ 6568530 h 6858000"/>
              <a:gd name="connsiteX10" fmla="*/ 166997 w 1508539"/>
              <a:gd name="connsiteY10" fmla="*/ 6560674 h 6858000"/>
              <a:gd name="connsiteX11" fmla="*/ 167342 w 1508539"/>
              <a:gd name="connsiteY11" fmla="*/ 6560598 h 6858000"/>
              <a:gd name="connsiteX12" fmla="*/ 201349 w 1508539"/>
              <a:gd name="connsiteY12" fmla="*/ 6530567 h 6858000"/>
              <a:gd name="connsiteX13" fmla="*/ 215389 w 1508539"/>
              <a:gd name="connsiteY13" fmla="*/ 6478062 h 6858000"/>
              <a:gd name="connsiteX14" fmla="*/ 226078 w 1508539"/>
              <a:gd name="connsiteY14" fmla="*/ 6460325 h 6858000"/>
              <a:gd name="connsiteX15" fmla="*/ 233311 w 1508539"/>
              <a:gd name="connsiteY15" fmla="*/ 6451488 h 6858000"/>
              <a:gd name="connsiteX16" fmla="*/ 234746 w 1508539"/>
              <a:gd name="connsiteY16" fmla="*/ 6451348 h 6858000"/>
              <a:gd name="connsiteX17" fmla="*/ 239104 w 1508539"/>
              <a:gd name="connsiteY17" fmla="*/ 6414240 h 6858000"/>
              <a:gd name="connsiteX18" fmla="*/ 241880 w 1508539"/>
              <a:gd name="connsiteY18" fmla="*/ 6384857 h 6858000"/>
              <a:gd name="connsiteX19" fmla="*/ 240591 w 1508539"/>
              <a:gd name="connsiteY19" fmla="*/ 6367510 h 6858000"/>
              <a:gd name="connsiteX20" fmla="*/ 244471 w 1508539"/>
              <a:gd name="connsiteY20" fmla="*/ 6349778 h 6858000"/>
              <a:gd name="connsiteX21" fmla="*/ 246136 w 1508539"/>
              <a:gd name="connsiteY21" fmla="*/ 6348250 h 6858000"/>
              <a:gd name="connsiteX22" fmla="*/ 262170 w 1508539"/>
              <a:gd name="connsiteY22" fmla="*/ 6281972 h 6858000"/>
              <a:gd name="connsiteX23" fmla="*/ 290557 w 1508539"/>
              <a:gd name="connsiteY23" fmla="*/ 6153037 h 6858000"/>
              <a:gd name="connsiteX24" fmla="*/ 314428 w 1508539"/>
              <a:gd name="connsiteY24" fmla="*/ 6113913 h 6858000"/>
              <a:gd name="connsiteX25" fmla="*/ 318721 w 1508539"/>
              <a:gd name="connsiteY25" fmla="*/ 6028119 h 6858000"/>
              <a:gd name="connsiteX26" fmla="*/ 363126 w 1508539"/>
              <a:gd name="connsiteY26" fmla="*/ 5934687 h 6858000"/>
              <a:gd name="connsiteX27" fmla="*/ 408411 w 1508539"/>
              <a:gd name="connsiteY27" fmla="*/ 5704905 h 6858000"/>
              <a:gd name="connsiteX28" fmla="*/ 431404 w 1508539"/>
              <a:gd name="connsiteY28" fmla="*/ 5665173 h 6858000"/>
              <a:gd name="connsiteX29" fmla="*/ 465121 w 1508539"/>
              <a:gd name="connsiteY29" fmla="*/ 5563435 h 6858000"/>
              <a:gd name="connsiteX30" fmla="*/ 494626 w 1508539"/>
              <a:gd name="connsiteY30" fmla="*/ 5476393 h 6858000"/>
              <a:gd name="connsiteX31" fmla="*/ 525819 w 1508539"/>
              <a:gd name="connsiteY31" fmla="*/ 5396260 h 6858000"/>
              <a:gd name="connsiteX32" fmla="*/ 541800 w 1508539"/>
              <a:gd name="connsiteY32" fmla="*/ 5330009 h 6858000"/>
              <a:gd name="connsiteX33" fmla="*/ 575293 w 1508539"/>
              <a:gd name="connsiteY33" fmla="*/ 5273739 h 6858000"/>
              <a:gd name="connsiteX34" fmla="*/ 584892 w 1508539"/>
              <a:gd name="connsiteY34" fmla="*/ 5241779 h 6858000"/>
              <a:gd name="connsiteX35" fmla="*/ 596118 w 1508539"/>
              <a:gd name="connsiteY35" fmla="*/ 5225268 h 6858000"/>
              <a:gd name="connsiteX36" fmla="*/ 597138 w 1508539"/>
              <a:gd name="connsiteY36" fmla="*/ 5217684 h 6858000"/>
              <a:gd name="connsiteX37" fmla="*/ 604479 w 1508539"/>
              <a:gd name="connsiteY37" fmla="*/ 5193377 h 6858000"/>
              <a:gd name="connsiteX38" fmla="*/ 607782 w 1508539"/>
              <a:gd name="connsiteY38" fmla="*/ 5179288 h 6858000"/>
              <a:gd name="connsiteX39" fmla="*/ 608766 w 1508539"/>
              <a:gd name="connsiteY39" fmla="*/ 5173621 h 6858000"/>
              <a:gd name="connsiteX40" fmla="*/ 604400 w 1508539"/>
              <a:gd name="connsiteY40" fmla="*/ 5159961 h 6858000"/>
              <a:gd name="connsiteX41" fmla="*/ 611077 w 1508539"/>
              <a:gd name="connsiteY41" fmla="*/ 5144295 h 6858000"/>
              <a:gd name="connsiteX42" fmla="*/ 608010 w 1508539"/>
              <a:gd name="connsiteY42" fmla="*/ 5125185 h 6858000"/>
              <a:gd name="connsiteX43" fmla="*/ 614840 w 1508539"/>
              <a:gd name="connsiteY43" fmla="*/ 5121884 h 6858000"/>
              <a:gd name="connsiteX44" fmla="*/ 621876 w 1508539"/>
              <a:gd name="connsiteY44" fmla="*/ 5067850 h 6858000"/>
              <a:gd name="connsiteX45" fmla="*/ 624607 w 1508539"/>
              <a:gd name="connsiteY45" fmla="*/ 5060861 h 6858000"/>
              <a:gd name="connsiteX46" fmla="*/ 621311 w 1508539"/>
              <a:gd name="connsiteY46" fmla="*/ 5034192 h 6858000"/>
              <a:gd name="connsiteX47" fmla="*/ 622865 w 1508539"/>
              <a:gd name="connsiteY47" fmla="*/ 4993030 h 6858000"/>
              <a:gd name="connsiteX48" fmla="*/ 629774 w 1508539"/>
              <a:gd name="connsiteY48" fmla="*/ 4946844 h 6858000"/>
              <a:gd name="connsiteX49" fmla="*/ 625630 w 1508539"/>
              <a:gd name="connsiteY49" fmla="*/ 4932692 h 6858000"/>
              <a:gd name="connsiteX50" fmla="*/ 641033 w 1508539"/>
              <a:gd name="connsiteY50" fmla="*/ 4858827 h 6858000"/>
              <a:gd name="connsiteX51" fmla="*/ 646936 w 1508539"/>
              <a:gd name="connsiteY51" fmla="*/ 4821170 h 6858000"/>
              <a:gd name="connsiteX52" fmla="*/ 651669 w 1508539"/>
              <a:gd name="connsiteY52" fmla="*/ 4780965 h 6858000"/>
              <a:gd name="connsiteX53" fmla="*/ 652962 w 1508539"/>
              <a:gd name="connsiteY53" fmla="*/ 4750867 h 6858000"/>
              <a:gd name="connsiteX54" fmla="*/ 650769 w 1508539"/>
              <a:gd name="connsiteY54" fmla="*/ 4690749 h 6858000"/>
              <a:gd name="connsiteX55" fmla="*/ 646249 w 1508539"/>
              <a:gd name="connsiteY55" fmla="*/ 4584173 h 6858000"/>
              <a:gd name="connsiteX56" fmla="*/ 641332 w 1508539"/>
              <a:gd name="connsiteY56" fmla="*/ 4444346 h 6858000"/>
              <a:gd name="connsiteX57" fmla="*/ 637897 w 1508539"/>
              <a:gd name="connsiteY57" fmla="*/ 4375228 h 6858000"/>
              <a:gd name="connsiteX58" fmla="*/ 618550 w 1508539"/>
              <a:gd name="connsiteY58" fmla="*/ 4214165 h 6858000"/>
              <a:gd name="connsiteX59" fmla="*/ 622623 w 1508539"/>
              <a:gd name="connsiteY59" fmla="*/ 4090296 h 6858000"/>
              <a:gd name="connsiteX60" fmla="*/ 607879 w 1508539"/>
              <a:gd name="connsiteY60" fmla="*/ 4033999 h 6858000"/>
              <a:gd name="connsiteX61" fmla="*/ 609028 w 1508539"/>
              <a:gd name="connsiteY61" fmla="*/ 4031933 h 6858000"/>
              <a:gd name="connsiteX62" fmla="*/ 607604 w 1508539"/>
              <a:gd name="connsiteY62" fmla="*/ 4013953 h 6858000"/>
              <a:gd name="connsiteX63" fmla="*/ 593899 w 1508539"/>
              <a:gd name="connsiteY63" fmla="*/ 3974753 h 6858000"/>
              <a:gd name="connsiteX64" fmla="*/ 595497 w 1508539"/>
              <a:gd name="connsiteY64" fmla="*/ 3969950 h 6858000"/>
              <a:gd name="connsiteX65" fmla="*/ 588919 w 1508539"/>
              <a:gd name="connsiteY65" fmla="*/ 3933779 h 6858000"/>
              <a:gd name="connsiteX66" fmla="*/ 590250 w 1508539"/>
              <a:gd name="connsiteY66" fmla="*/ 3933093 h 6858000"/>
              <a:gd name="connsiteX67" fmla="*/ 594604 w 1508539"/>
              <a:gd name="connsiteY67" fmla="*/ 3922082 h 6858000"/>
              <a:gd name="connsiteX68" fmla="*/ 599682 w 1508539"/>
              <a:gd name="connsiteY68" fmla="*/ 3901461 h 6858000"/>
              <a:gd name="connsiteX69" fmla="*/ 622276 w 1508539"/>
              <a:gd name="connsiteY69" fmla="*/ 3813873 h 6858000"/>
              <a:gd name="connsiteX70" fmla="*/ 621701 w 1508539"/>
              <a:gd name="connsiteY70" fmla="*/ 3806161 h 6858000"/>
              <a:gd name="connsiteX71" fmla="*/ 622008 w 1508539"/>
              <a:gd name="connsiteY71" fmla="*/ 3805957 h 6858000"/>
              <a:gd name="connsiteX72" fmla="*/ 622035 w 1508539"/>
              <a:gd name="connsiteY72" fmla="*/ 3797724 h 6858000"/>
              <a:gd name="connsiteX73" fmla="*/ 620650 w 1508539"/>
              <a:gd name="connsiteY73" fmla="*/ 3792098 h 6858000"/>
              <a:gd name="connsiteX74" fmla="*/ 619534 w 1508539"/>
              <a:gd name="connsiteY74" fmla="*/ 3777135 h 6858000"/>
              <a:gd name="connsiteX75" fmla="*/ 621267 w 1508539"/>
              <a:gd name="connsiteY75" fmla="*/ 3771656 h 6858000"/>
              <a:gd name="connsiteX76" fmla="*/ 625010 w 1508539"/>
              <a:gd name="connsiteY76" fmla="*/ 3769007 h 6858000"/>
              <a:gd name="connsiteX77" fmla="*/ 624476 w 1508539"/>
              <a:gd name="connsiteY77" fmla="*/ 3767709 h 6858000"/>
              <a:gd name="connsiteX78" fmla="*/ 633172 w 1508539"/>
              <a:gd name="connsiteY78" fmla="*/ 3738082 h 6858000"/>
              <a:gd name="connsiteX79" fmla="*/ 640518 w 1508539"/>
              <a:gd name="connsiteY79" fmla="*/ 3673397 h 6858000"/>
              <a:gd name="connsiteX80" fmla="*/ 639814 w 1508539"/>
              <a:gd name="connsiteY80" fmla="*/ 3637109 h 6858000"/>
              <a:gd name="connsiteX81" fmla="*/ 643257 w 1508539"/>
              <a:gd name="connsiteY81" fmla="*/ 3536883 h 6858000"/>
              <a:gd name="connsiteX82" fmla="*/ 650795 w 1508539"/>
              <a:gd name="connsiteY82" fmla="*/ 3435652 h 6858000"/>
              <a:gd name="connsiteX83" fmla="*/ 652466 w 1508539"/>
              <a:gd name="connsiteY83" fmla="*/ 3307769 h 6858000"/>
              <a:gd name="connsiteX84" fmla="*/ 670029 w 1508539"/>
              <a:gd name="connsiteY84" fmla="*/ 3250522 h 6858000"/>
              <a:gd name="connsiteX85" fmla="*/ 670454 w 1508539"/>
              <a:gd name="connsiteY85" fmla="*/ 3229163 h 6858000"/>
              <a:gd name="connsiteX86" fmla="*/ 672277 w 1508539"/>
              <a:gd name="connsiteY86" fmla="*/ 3217217 h 6858000"/>
              <a:gd name="connsiteX87" fmla="*/ 659112 w 1508539"/>
              <a:gd name="connsiteY87" fmla="*/ 3183755 h 6858000"/>
              <a:gd name="connsiteX88" fmla="*/ 659613 w 1508539"/>
              <a:gd name="connsiteY88" fmla="*/ 3178642 h 6858000"/>
              <a:gd name="connsiteX89" fmla="*/ 647213 w 1508539"/>
              <a:gd name="connsiteY89" fmla="*/ 3158586 h 6858000"/>
              <a:gd name="connsiteX90" fmla="*/ 632398 w 1508539"/>
              <a:gd name="connsiteY90" fmla="*/ 3129034 h 6858000"/>
              <a:gd name="connsiteX91" fmla="*/ 633063 w 1508539"/>
              <a:gd name="connsiteY91" fmla="*/ 3126682 h 6858000"/>
              <a:gd name="connsiteX92" fmla="*/ 623931 w 1508539"/>
              <a:gd name="connsiteY92" fmla="*/ 3114519 h 6858000"/>
              <a:gd name="connsiteX93" fmla="*/ 610540 w 1508539"/>
              <a:gd name="connsiteY93" fmla="*/ 3106272 h 6858000"/>
              <a:gd name="connsiteX94" fmla="*/ 583270 w 1508539"/>
              <a:gd name="connsiteY94" fmla="*/ 2958185 h 6858000"/>
              <a:gd name="connsiteX95" fmla="*/ 525884 w 1508539"/>
              <a:gd name="connsiteY95" fmla="*/ 2762989 h 6858000"/>
              <a:gd name="connsiteX96" fmla="*/ 474802 w 1508539"/>
              <a:gd name="connsiteY96" fmla="*/ 2554718 h 6858000"/>
              <a:gd name="connsiteX97" fmla="*/ 454896 w 1508539"/>
              <a:gd name="connsiteY97" fmla="*/ 2485734 h 6858000"/>
              <a:gd name="connsiteX98" fmla="*/ 445619 w 1508539"/>
              <a:gd name="connsiteY98" fmla="*/ 2447068 h 6858000"/>
              <a:gd name="connsiteX99" fmla="*/ 432580 w 1508539"/>
              <a:gd name="connsiteY99" fmla="*/ 2425819 h 6858000"/>
              <a:gd name="connsiteX100" fmla="*/ 438579 w 1508539"/>
              <a:gd name="connsiteY100" fmla="*/ 2402874 h 6858000"/>
              <a:gd name="connsiteX101" fmla="*/ 441191 w 1508539"/>
              <a:gd name="connsiteY101" fmla="*/ 2381443 h 6858000"/>
              <a:gd name="connsiteX102" fmla="*/ 417520 w 1508539"/>
              <a:gd name="connsiteY102" fmla="*/ 2261920 h 6858000"/>
              <a:gd name="connsiteX103" fmla="*/ 407407 w 1508539"/>
              <a:gd name="connsiteY103" fmla="*/ 2195378 h 6858000"/>
              <a:gd name="connsiteX104" fmla="*/ 391624 w 1508539"/>
              <a:gd name="connsiteY104" fmla="*/ 2155135 h 6858000"/>
              <a:gd name="connsiteX105" fmla="*/ 389082 w 1508539"/>
              <a:gd name="connsiteY105" fmla="*/ 2118008 h 6858000"/>
              <a:gd name="connsiteX106" fmla="*/ 390075 w 1508539"/>
              <a:gd name="connsiteY106" fmla="*/ 2050531 h 6858000"/>
              <a:gd name="connsiteX107" fmla="*/ 381881 w 1508539"/>
              <a:gd name="connsiteY107" fmla="*/ 1963269 h 6858000"/>
              <a:gd name="connsiteX108" fmla="*/ 363059 w 1508539"/>
              <a:gd name="connsiteY108" fmla="*/ 1906352 h 6858000"/>
              <a:gd name="connsiteX109" fmla="*/ 339616 w 1508539"/>
              <a:gd name="connsiteY109" fmla="*/ 1861531 h 6858000"/>
              <a:gd name="connsiteX110" fmla="*/ 293415 w 1508539"/>
              <a:gd name="connsiteY110" fmla="*/ 1732919 h 6858000"/>
              <a:gd name="connsiteX111" fmla="*/ 265726 w 1508539"/>
              <a:gd name="connsiteY111" fmla="*/ 1663540 h 6858000"/>
              <a:gd name="connsiteX112" fmla="*/ 264852 w 1508539"/>
              <a:gd name="connsiteY112" fmla="*/ 1615777 h 6858000"/>
              <a:gd name="connsiteX113" fmla="*/ 245647 w 1508539"/>
              <a:gd name="connsiteY113" fmla="*/ 1563678 h 6858000"/>
              <a:gd name="connsiteX114" fmla="*/ 258727 w 1508539"/>
              <a:gd name="connsiteY114" fmla="*/ 1519474 h 6858000"/>
              <a:gd name="connsiteX115" fmla="*/ 251469 w 1508539"/>
              <a:gd name="connsiteY115" fmla="*/ 1477995 h 6858000"/>
              <a:gd name="connsiteX116" fmla="*/ 237554 w 1508539"/>
              <a:gd name="connsiteY116" fmla="*/ 1373769 h 6858000"/>
              <a:gd name="connsiteX117" fmla="*/ 245861 w 1508539"/>
              <a:gd name="connsiteY117" fmla="*/ 1307086 h 6858000"/>
              <a:gd name="connsiteX118" fmla="*/ 247049 w 1508539"/>
              <a:gd name="connsiteY118" fmla="*/ 1189033 h 6858000"/>
              <a:gd name="connsiteX119" fmla="*/ 251734 w 1508539"/>
              <a:gd name="connsiteY119" fmla="*/ 1168288 h 6858000"/>
              <a:gd name="connsiteX120" fmla="*/ 244016 w 1508539"/>
              <a:gd name="connsiteY120" fmla="*/ 1142577 h 6858000"/>
              <a:gd name="connsiteX121" fmla="*/ 233322 w 1508539"/>
              <a:gd name="connsiteY121" fmla="*/ 1088484 h 6858000"/>
              <a:gd name="connsiteX122" fmla="*/ 222058 w 1508539"/>
              <a:gd name="connsiteY122" fmla="*/ 1016103 h 6858000"/>
              <a:gd name="connsiteX123" fmla="*/ 223514 w 1508539"/>
              <a:gd name="connsiteY123" fmla="*/ 932283 h 6858000"/>
              <a:gd name="connsiteX124" fmla="*/ 225750 w 1508539"/>
              <a:gd name="connsiteY124" fmla="*/ 915925 h 6858000"/>
              <a:gd name="connsiteX125" fmla="*/ 218379 w 1508539"/>
              <a:gd name="connsiteY125" fmla="*/ 896999 h 6858000"/>
              <a:gd name="connsiteX126" fmla="*/ 187787 w 1508539"/>
              <a:gd name="connsiteY126" fmla="*/ 821517 h 6858000"/>
              <a:gd name="connsiteX127" fmla="*/ 166737 w 1508539"/>
              <a:gd name="connsiteY127" fmla="*/ 751353 h 6858000"/>
              <a:gd name="connsiteX128" fmla="*/ 166295 w 1508539"/>
              <a:gd name="connsiteY128" fmla="*/ 721230 h 6858000"/>
              <a:gd name="connsiteX129" fmla="*/ 151966 w 1508539"/>
              <a:gd name="connsiteY129" fmla="*/ 681659 h 6858000"/>
              <a:gd name="connsiteX130" fmla="*/ 137385 w 1508539"/>
              <a:gd name="connsiteY130" fmla="*/ 635218 h 6858000"/>
              <a:gd name="connsiteX131" fmla="*/ 142396 w 1508539"/>
              <a:gd name="connsiteY131" fmla="*/ 613763 h 6858000"/>
              <a:gd name="connsiteX132" fmla="*/ 128338 w 1508539"/>
              <a:gd name="connsiteY132" fmla="*/ 598582 h 6858000"/>
              <a:gd name="connsiteX133" fmla="*/ 128019 w 1508539"/>
              <a:gd name="connsiteY133" fmla="*/ 576846 h 6858000"/>
              <a:gd name="connsiteX134" fmla="*/ 107645 w 1508539"/>
              <a:gd name="connsiteY134" fmla="*/ 530055 h 6858000"/>
              <a:gd name="connsiteX135" fmla="*/ 106893 w 1508539"/>
              <a:gd name="connsiteY135" fmla="*/ 465389 h 6858000"/>
              <a:gd name="connsiteX136" fmla="*/ 89816 w 1508539"/>
              <a:gd name="connsiteY136" fmla="*/ 424699 h 6858000"/>
              <a:gd name="connsiteX137" fmla="*/ 90191 w 1508539"/>
              <a:gd name="connsiteY137" fmla="*/ 404917 h 6858000"/>
              <a:gd name="connsiteX138" fmla="*/ 70148 w 1508539"/>
              <a:gd name="connsiteY138" fmla="*/ 367211 h 6858000"/>
              <a:gd name="connsiteX139" fmla="*/ 36452 w 1508539"/>
              <a:gd name="connsiteY139" fmla="*/ 268519 h 6858000"/>
              <a:gd name="connsiteX140" fmla="*/ 23935 w 1508539"/>
              <a:gd name="connsiteY140" fmla="*/ 160886 h 6858000"/>
              <a:gd name="connsiteX141" fmla="*/ 19312 w 1508539"/>
              <a:gd name="connsiteY141" fmla="*/ 47336 h 6858000"/>
              <a:gd name="connsiteX142" fmla="*/ 0 w 1508539"/>
              <a:gd name="connsiteY142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28010 w 1508539"/>
              <a:gd name="connsiteY4" fmla="*/ 6751578 h 6858000"/>
              <a:gd name="connsiteX5" fmla="*/ 146674 w 1508539"/>
              <a:gd name="connsiteY5" fmla="*/ 6696999 h 6858000"/>
              <a:gd name="connsiteX6" fmla="*/ 163411 w 1508539"/>
              <a:gd name="connsiteY6" fmla="*/ 6638036 h 6858000"/>
              <a:gd name="connsiteX7" fmla="*/ 164248 w 1508539"/>
              <a:gd name="connsiteY7" fmla="*/ 6574442 h 6858000"/>
              <a:gd name="connsiteX8" fmla="*/ 164588 w 1508539"/>
              <a:gd name="connsiteY8" fmla="*/ 6568530 h 6858000"/>
              <a:gd name="connsiteX9" fmla="*/ 166997 w 1508539"/>
              <a:gd name="connsiteY9" fmla="*/ 6560674 h 6858000"/>
              <a:gd name="connsiteX10" fmla="*/ 167342 w 1508539"/>
              <a:gd name="connsiteY10" fmla="*/ 6560598 h 6858000"/>
              <a:gd name="connsiteX11" fmla="*/ 201349 w 1508539"/>
              <a:gd name="connsiteY11" fmla="*/ 6530567 h 6858000"/>
              <a:gd name="connsiteX12" fmla="*/ 215389 w 1508539"/>
              <a:gd name="connsiteY12" fmla="*/ 6478062 h 6858000"/>
              <a:gd name="connsiteX13" fmla="*/ 226078 w 1508539"/>
              <a:gd name="connsiteY13" fmla="*/ 6460325 h 6858000"/>
              <a:gd name="connsiteX14" fmla="*/ 233311 w 1508539"/>
              <a:gd name="connsiteY14" fmla="*/ 6451488 h 6858000"/>
              <a:gd name="connsiteX15" fmla="*/ 234746 w 1508539"/>
              <a:gd name="connsiteY15" fmla="*/ 6451348 h 6858000"/>
              <a:gd name="connsiteX16" fmla="*/ 239104 w 1508539"/>
              <a:gd name="connsiteY16" fmla="*/ 6414240 h 6858000"/>
              <a:gd name="connsiteX17" fmla="*/ 241880 w 1508539"/>
              <a:gd name="connsiteY17" fmla="*/ 6384857 h 6858000"/>
              <a:gd name="connsiteX18" fmla="*/ 240591 w 1508539"/>
              <a:gd name="connsiteY18" fmla="*/ 6367510 h 6858000"/>
              <a:gd name="connsiteX19" fmla="*/ 244471 w 1508539"/>
              <a:gd name="connsiteY19" fmla="*/ 6349778 h 6858000"/>
              <a:gd name="connsiteX20" fmla="*/ 246136 w 1508539"/>
              <a:gd name="connsiteY20" fmla="*/ 6348250 h 6858000"/>
              <a:gd name="connsiteX21" fmla="*/ 262170 w 1508539"/>
              <a:gd name="connsiteY21" fmla="*/ 6281972 h 6858000"/>
              <a:gd name="connsiteX22" fmla="*/ 290557 w 1508539"/>
              <a:gd name="connsiteY22" fmla="*/ 6153037 h 6858000"/>
              <a:gd name="connsiteX23" fmla="*/ 314428 w 1508539"/>
              <a:gd name="connsiteY23" fmla="*/ 6113913 h 6858000"/>
              <a:gd name="connsiteX24" fmla="*/ 318721 w 1508539"/>
              <a:gd name="connsiteY24" fmla="*/ 6028119 h 6858000"/>
              <a:gd name="connsiteX25" fmla="*/ 363126 w 1508539"/>
              <a:gd name="connsiteY25" fmla="*/ 5934687 h 6858000"/>
              <a:gd name="connsiteX26" fmla="*/ 408411 w 1508539"/>
              <a:gd name="connsiteY26" fmla="*/ 5704905 h 6858000"/>
              <a:gd name="connsiteX27" fmla="*/ 431404 w 1508539"/>
              <a:gd name="connsiteY27" fmla="*/ 5665173 h 6858000"/>
              <a:gd name="connsiteX28" fmla="*/ 465121 w 1508539"/>
              <a:gd name="connsiteY28" fmla="*/ 5563435 h 6858000"/>
              <a:gd name="connsiteX29" fmla="*/ 494626 w 1508539"/>
              <a:gd name="connsiteY29" fmla="*/ 5476393 h 6858000"/>
              <a:gd name="connsiteX30" fmla="*/ 525819 w 1508539"/>
              <a:gd name="connsiteY30" fmla="*/ 5396260 h 6858000"/>
              <a:gd name="connsiteX31" fmla="*/ 541800 w 1508539"/>
              <a:gd name="connsiteY31" fmla="*/ 5330009 h 6858000"/>
              <a:gd name="connsiteX32" fmla="*/ 575293 w 1508539"/>
              <a:gd name="connsiteY32" fmla="*/ 5273739 h 6858000"/>
              <a:gd name="connsiteX33" fmla="*/ 584892 w 1508539"/>
              <a:gd name="connsiteY33" fmla="*/ 5241779 h 6858000"/>
              <a:gd name="connsiteX34" fmla="*/ 596118 w 1508539"/>
              <a:gd name="connsiteY34" fmla="*/ 5225268 h 6858000"/>
              <a:gd name="connsiteX35" fmla="*/ 597138 w 1508539"/>
              <a:gd name="connsiteY35" fmla="*/ 5217684 h 6858000"/>
              <a:gd name="connsiteX36" fmla="*/ 604479 w 1508539"/>
              <a:gd name="connsiteY36" fmla="*/ 5193377 h 6858000"/>
              <a:gd name="connsiteX37" fmla="*/ 607782 w 1508539"/>
              <a:gd name="connsiteY37" fmla="*/ 5179288 h 6858000"/>
              <a:gd name="connsiteX38" fmla="*/ 608766 w 1508539"/>
              <a:gd name="connsiteY38" fmla="*/ 5173621 h 6858000"/>
              <a:gd name="connsiteX39" fmla="*/ 604400 w 1508539"/>
              <a:gd name="connsiteY39" fmla="*/ 5159961 h 6858000"/>
              <a:gd name="connsiteX40" fmla="*/ 611077 w 1508539"/>
              <a:gd name="connsiteY40" fmla="*/ 5144295 h 6858000"/>
              <a:gd name="connsiteX41" fmla="*/ 608010 w 1508539"/>
              <a:gd name="connsiteY41" fmla="*/ 5125185 h 6858000"/>
              <a:gd name="connsiteX42" fmla="*/ 614840 w 1508539"/>
              <a:gd name="connsiteY42" fmla="*/ 5121884 h 6858000"/>
              <a:gd name="connsiteX43" fmla="*/ 621876 w 1508539"/>
              <a:gd name="connsiteY43" fmla="*/ 5067850 h 6858000"/>
              <a:gd name="connsiteX44" fmla="*/ 624607 w 1508539"/>
              <a:gd name="connsiteY44" fmla="*/ 5060861 h 6858000"/>
              <a:gd name="connsiteX45" fmla="*/ 621311 w 1508539"/>
              <a:gd name="connsiteY45" fmla="*/ 5034192 h 6858000"/>
              <a:gd name="connsiteX46" fmla="*/ 622865 w 1508539"/>
              <a:gd name="connsiteY46" fmla="*/ 4993030 h 6858000"/>
              <a:gd name="connsiteX47" fmla="*/ 629774 w 1508539"/>
              <a:gd name="connsiteY47" fmla="*/ 4946844 h 6858000"/>
              <a:gd name="connsiteX48" fmla="*/ 625630 w 1508539"/>
              <a:gd name="connsiteY48" fmla="*/ 4932692 h 6858000"/>
              <a:gd name="connsiteX49" fmla="*/ 641033 w 1508539"/>
              <a:gd name="connsiteY49" fmla="*/ 4858827 h 6858000"/>
              <a:gd name="connsiteX50" fmla="*/ 646936 w 1508539"/>
              <a:gd name="connsiteY50" fmla="*/ 4821170 h 6858000"/>
              <a:gd name="connsiteX51" fmla="*/ 651669 w 1508539"/>
              <a:gd name="connsiteY51" fmla="*/ 4780965 h 6858000"/>
              <a:gd name="connsiteX52" fmla="*/ 652962 w 1508539"/>
              <a:gd name="connsiteY52" fmla="*/ 4750867 h 6858000"/>
              <a:gd name="connsiteX53" fmla="*/ 650769 w 1508539"/>
              <a:gd name="connsiteY53" fmla="*/ 4690749 h 6858000"/>
              <a:gd name="connsiteX54" fmla="*/ 646249 w 1508539"/>
              <a:gd name="connsiteY54" fmla="*/ 4584173 h 6858000"/>
              <a:gd name="connsiteX55" fmla="*/ 641332 w 1508539"/>
              <a:gd name="connsiteY55" fmla="*/ 4444346 h 6858000"/>
              <a:gd name="connsiteX56" fmla="*/ 637897 w 1508539"/>
              <a:gd name="connsiteY56" fmla="*/ 4375228 h 6858000"/>
              <a:gd name="connsiteX57" fmla="*/ 618550 w 1508539"/>
              <a:gd name="connsiteY57" fmla="*/ 4214165 h 6858000"/>
              <a:gd name="connsiteX58" fmla="*/ 622623 w 1508539"/>
              <a:gd name="connsiteY58" fmla="*/ 4090296 h 6858000"/>
              <a:gd name="connsiteX59" fmla="*/ 607879 w 1508539"/>
              <a:gd name="connsiteY59" fmla="*/ 4033999 h 6858000"/>
              <a:gd name="connsiteX60" fmla="*/ 609028 w 1508539"/>
              <a:gd name="connsiteY60" fmla="*/ 4031933 h 6858000"/>
              <a:gd name="connsiteX61" fmla="*/ 607604 w 1508539"/>
              <a:gd name="connsiteY61" fmla="*/ 4013953 h 6858000"/>
              <a:gd name="connsiteX62" fmla="*/ 593899 w 1508539"/>
              <a:gd name="connsiteY62" fmla="*/ 3974753 h 6858000"/>
              <a:gd name="connsiteX63" fmla="*/ 595497 w 1508539"/>
              <a:gd name="connsiteY63" fmla="*/ 3969950 h 6858000"/>
              <a:gd name="connsiteX64" fmla="*/ 588919 w 1508539"/>
              <a:gd name="connsiteY64" fmla="*/ 3933779 h 6858000"/>
              <a:gd name="connsiteX65" fmla="*/ 590250 w 1508539"/>
              <a:gd name="connsiteY65" fmla="*/ 3933093 h 6858000"/>
              <a:gd name="connsiteX66" fmla="*/ 594604 w 1508539"/>
              <a:gd name="connsiteY66" fmla="*/ 3922082 h 6858000"/>
              <a:gd name="connsiteX67" fmla="*/ 599682 w 1508539"/>
              <a:gd name="connsiteY67" fmla="*/ 3901461 h 6858000"/>
              <a:gd name="connsiteX68" fmla="*/ 622276 w 1508539"/>
              <a:gd name="connsiteY68" fmla="*/ 3813873 h 6858000"/>
              <a:gd name="connsiteX69" fmla="*/ 621701 w 1508539"/>
              <a:gd name="connsiteY69" fmla="*/ 3806161 h 6858000"/>
              <a:gd name="connsiteX70" fmla="*/ 622008 w 1508539"/>
              <a:gd name="connsiteY70" fmla="*/ 3805957 h 6858000"/>
              <a:gd name="connsiteX71" fmla="*/ 622035 w 1508539"/>
              <a:gd name="connsiteY71" fmla="*/ 3797724 h 6858000"/>
              <a:gd name="connsiteX72" fmla="*/ 620650 w 1508539"/>
              <a:gd name="connsiteY72" fmla="*/ 3792098 h 6858000"/>
              <a:gd name="connsiteX73" fmla="*/ 619534 w 1508539"/>
              <a:gd name="connsiteY73" fmla="*/ 3777135 h 6858000"/>
              <a:gd name="connsiteX74" fmla="*/ 621267 w 1508539"/>
              <a:gd name="connsiteY74" fmla="*/ 3771656 h 6858000"/>
              <a:gd name="connsiteX75" fmla="*/ 625010 w 1508539"/>
              <a:gd name="connsiteY75" fmla="*/ 3769007 h 6858000"/>
              <a:gd name="connsiteX76" fmla="*/ 624476 w 1508539"/>
              <a:gd name="connsiteY76" fmla="*/ 3767709 h 6858000"/>
              <a:gd name="connsiteX77" fmla="*/ 633172 w 1508539"/>
              <a:gd name="connsiteY77" fmla="*/ 3738082 h 6858000"/>
              <a:gd name="connsiteX78" fmla="*/ 640518 w 1508539"/>
              <a:gd name="connsiteY78" fmla="*/ 3673397 h 6858000"/>
              <a:gd name="connsiteX79" fmla="*/ 639814 w 1508539"/>
              <a:gd name="connsiteY79" fmla="*/ 3637109 h 6858000"/>
              <a:gd name="connsiteX80" fmla="*/ 643257 w 1508539"/>
              <a:gd name="connsiteY80" fmla="*/ 3536883 h 6858000"/>
              <a:gd name="connsiteX81" fmla="*/ 650795 w 1508539"/>
              <a:gd name="connsiteY81" fmla="*/ 3435652 h 6858000"/>
              <a:gd name="connsiteX82" fmla="*/ 652466 w 1508539"/>
              <a:gd name="connsiteY82" fmla="*/ 3307769 h 6858000"/>
              <a:gd name="connsiteX83" fmla="*/ 670029 w 1508539"/>
              <a:gd name="connsiteY83" fmla="*/ 3250522 h 6858000"/>
              <a:gd name="connsiteX84" fmla="*/ 670454 w 1508539"/>
              <a:gd name="connsiteY84" fmla="*/ 3229163 h 6858000"/>
              <a:gd name="connsiteX85" fmla="*/ 672277 w 1508539"/>
              <a:gd name="connsiteY85" fmla="*/ 3217217 h 6858000"/>
              <a:gd name="connsiteX86" fmla="*/ 659112 w 1508539"/>
              <a:gd name="connsiteY86" fmla="*/ 3183755 h 6858000"/>
              <a:gd name="connsiteX87" fmla="*/ 659613 w 1508539"/>
              <a:gd name="connsiteY87" fmla="*/ 3178642 h 6858000"/>
              <a:gd name="connsiteX88" fmla="*/ 647213 w 1508539"/>
              <a:gd name="connsiteY88" fmla="*/ 3158586 h 6858000"/>
              <a:gd name="connsiteX89" fmla="*/ 632398 w 1508539"/>
              <a:gd name="connsiteY89" fmla="*/ 3129034 h 6858000"/>
              <a:gd name="connsiteX90" fmla="*/ 633063 w 1508539"/>
              <a:gd name="connsiteY90" fmla="*/ 3126682 h 6858000"/>
              <a:gd name="connsiteX91" fmla="*/ 623931 w 1508539"/>
              <a:gd name="connsiteY91" fmla="*/ 3114519 h 6858000"/>
              <a:gd name="connsiteX92" fmla="*/ 610540 w 1508539"/>
              <a:gd name="connsiteY92" fmla="*/ 3106272 h 6858000"/>
              <a:gd name="connsiteX93" fmla="*/ 583270 w 1508539"/>
              <a:gd name="connsiteY93" fmla="*/ 2958185 h 6858000"/>
              <a:gd name="connsiteX94" fmla="*/ 525884 w 1508539"/>
              <a:gd name="connsiteY94" fmla="*/ 2762989 h 6858000"/>
              <a:gd name="connsiteX95" fmla="*/ 474802 w 1508539"/>
              <a:gd name="connsiteY95" fmla="*/ 2554718 h 6858000"/>
              <a:gd name="connsiteX96" fmla="*/ 454896 w 1508539"/>
              <a:gd name="connsiteY96" fmla="*/ 2485734 h 6858000"/>
              <a:gd name="connsiteX97" fmla="*/ 445619 w 1508539"/>
              <a:gd name="connsiteY97" fmla="*/ 2447068 h 6858000"/>
              <a:gd name="connsiteX98" fmla="*/ 432580 w 1508539"/>
              <a:gd name="connsiteY98" fmla="*/ 2425819 h 6858000"/>
              <a:gd name="connsiteX99" fmla="*/ 438579 w 1508539"/>
              <a:gd name="connsiteY99" fmla="*/ 2402874 h 6858000"/>
              <a:gd name="connsiteX100" fmla="*/ 441191 w 1508539"/>
              <a:gd name="connsiteY100" fmla="*/ 2381443 h 6858000"/>
              <a:gd name="connsiteX101" fmla="*/ 417520 w 1508539"/>
              <a:gd name="connsiteY101" fmla="*/ 2261920 h 6858000"/>
              <a:gd name="connsiteX102" fmla="*/ 407407 w 1508539"/>
              <a:gd name="connsiteY102" fmla="*/ 2195378 h 6858000"/>
              <a:gd name="connsiteX103" fmla="*/ 391624 w 1508539"/>
              <a:gd name="connsiteY103" fmla="*/ 2155135 h 6858000"/>
              <a:gd name="connsiteX104" fmla="*/ 389082 w 1508539"/>
              <a:gd name="connsiteY104" fmla="*/ 2118008 h 6858000"/>
              <a:gd name="connsiteX105" fmla="*/ 390075 w 1508539"/>
              <a:gd name="connsiteY105" fmla="*/ 2050531 h 6858000"/>
              <a:gd name="connsiteX106" fmla="*/ 381881 w 1508539"/>
              <a:gd name="connsiteY106" fmla="*/ 1963269 h 6858000"/>
              <a:gd name="connsiteX107" fmla="*/ 363059 w 1508539"/>
              <a:gd name="connsiteY107" fmla="*/ 1906352 h 6858000"/>
              <a:gd name="connsiteX108" fmla="*/ 339616 w 1508539"/>
              <a:gd name="connsiteY108" fmla="*/ 1861531 h 6858000"/>
              <a:gd name="connsiteX109" fmla="*/ 293415 w 1508539"/>
              <a:gd name="connsiteY109" fmla="*/ 1732919 h 6858000"/>
              <a:gd name="connsiteX110" fmla="*/ 265726 w 1508539"/>
              <a:gd name="connsiteY110" fmla="*/ 1663540 h 6858000"/>
              <a:gd name="connsiteX111" fmla="*/ 264852 w 1508539"/>
              <a:gd name="connsiteY111" fmla="*/ 1615777 h 6858000"/>
              <a:gd name="connsiteX112" fmla="*/ 245647 w 1508539"/>
              <a:gd name="connsiteY112" fmla="*/ 1563678 h 6858000"/>
              <a:gd name="connsiteX113" fmla="*/ 258727 w 1508539"/>
              <a:gd name="connsiteY113" fmla="*/ 1519474 h 6858000"/>
              <a:gd name="connsiteX114" fmla="*/ 251469 w 1508539"/>
              <a:gd name="connsiteY114" fmla="*/ 1477995 h 6858000"/>
              <a:gd name="connsiteX115" fmla="*/ 237554 w 1508539"/>
              <a:gd name="connsiteY115" fmla="*/ 1373769 h 6858000"/>
              <a:gd name="connsiteX116" fmla="*/ 245861 w 1508539"/>
              <a:gd name="connsiteY116" fmla="*/ 1307086 h 6858000"/>
              <a:gd name="connsiteX117" fmla="*/ 247049 w 1508539"/>
              <a:gd name="connsiteY117" fmla="*/ 1189033 h 6858000"/>
              <a:gd name="connsiteX118" fmla="*/ 251734 w 1508539"/>
              <a:gd name="connsiteY118" fmla="*/ 1168288 h 6858000"/>
              <a:gd name="connsiteX119" fmla="*/ 244016 w 1508539"/>
              <a:gd name="connsiteY119" fmla="*/ 1142577 h 6858000"/>
              <a:gd name="connsiteX120" fmla="*/ 233322 w 1508539"/>
              <a:gd name="connsiteY120" fmla="*/ 1088484 h 6858000"/>
              <a:gd name="connsiteX121" fmla="*/ 222058 w 1508539"/>
              <a:gd name="connsiteY121" fmla="*/ 1016103 h 6858000"/>
              <a:gd name="connsiteX122" fmla="*/ 223514 w 1508539"/>
              <a:gd name="connsiteY122" fmla="*/ 932283 h 6858000"/>
              <a:gd name="connsiteX123" fmla="*/ 225750 w 1508539"/>
              <a:gd name="connsiteY123" fmla="*/ 915925 h 6858000"/>
              <a:gd name="connsiteX124" fmla="*/ 218379 w 1508539"/>
              <a:gd name="connsiteY124" fmla="*/ 896999 h 6858000"/>
              <a:gd name="connsiteX125" fmla="*/ 187787 w 1508539"/>
              <a:gd name="connsiteY125" fmla="*/ 821517 h 6858000"/>
              <a:gd name="connsiteX126" fmla="*/ 166737 w 1508539"/>
              <a:gd name="connsiteY126" fmla="*/ 751353 h 6858000"/>
              <a:gd name="connsiteX127" fmla="*/ 166295 w 1508539"/>
              <a:gd name="connsiteY127" fmla="*/ 721230 h 6858000"/>
              <a:gd name="connsiteX128" fmla="*/ 151966 w 1508539"/>
              <a:gd name="connsiteY128" fmla="*/ 681659 h 6858000"/>
              <a:gd name="connsiteX129" fmla="*/ 137385 w 1508539"/>
              <a:gd name="connsiteY129" fmla="*/ 635218 h 6858000"/>
              <a:gd name="connsiteX130" fmla="*/ 142396 w 1508539"/>
              <a:gd name="connsiteY130" fmla="*/ 613763 h 6858000"/>
              <a:gd name="connsiteX131" fmla="*/ 128338 w 1508539"/>
              <a:gd name="connsiteY131" fmla="*/ 598582 h 6858000"/>
              <a:gd name="connsiteX132" fmla="*/ 128019 w 1508539"/>
              <a:gd name="connsiteY132" fmla="*/ 576846 h 6858000"/>
              <a:gd name="connsiteX133" fmla="*/ 107645 w 1508539"/>
              <a:gd name="connsiteY133" fmla="*/ 530055 h 6858000"/>
              <a:gd name="connsiteX134" fmla="*/ 106893 w 1508539"/>
              <a:gd name="connsiteY134" fmla="*/ 465389 h 6858000"/>
              <a:gd name="connsiteX135" fmla="*/ 89816 w 1508539"/>
              <a:gd name="connsiteY135" fmla="*/ 424699 h 6858000"/>
              <a:gd name="connsiteX136" fmla="*/ 90191 w 1508539"/>
              <a:gd name="connsiteY136" fmla="*/ 404917 h 6858000"/>
              <a:gd name="connsiteX137" fmla="*/ 70148 w 1508539"/>
              <a:gd name="connsiteY137" fmla="*/ 367211 h 6858000"/>
              <a:gd name="connsiteX138" fmla="*/ 36452 w 1508539"/>
              <a:gd name="connsiteY138" fmla="*/ 268519 h 6858000"/>
              <a:gd name="connsiteX139" fmla="*/ 23935 w 1508539"/>
              <a:gd name="connsiteY139" fmla="*/ 160886 h 6858000"/>
              <a:gd name="connsiteX140" fmla="*/ 19312 w 1508539"/>
              <a:gd name="connsiteY140" fmla="*/ 47336 h 6858000"/>
              <a:gd name="connsiteX141" fmla="*/ 0 w 1508539"/>
              <a:gd name="connsiteY141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28010 w 1508539"/>
              <a:gd name="connsiteY4" fmla="*/ 6751578 h 6858000"/>
              <a:gd name="connsiteX5" fmla="*/ 146674 w 1508539"/>
              <a:gd name="connsiteY5" fmla="*/ 6696999 h 6858000"/>
              <a:gd name="connsiteX6" fmla="*/ 163411 w 1508539"/>
              <a:gd name="connsiteY6" fmla="*/ 6638036 h 6858000"/>
              <a:gd name="connsiteX7" fmla="*/ 164248 w 1508539"/>
              <a:gd name="connsiteY7" fmla="*/ 6574442 h 6858000"/>
              <a:gd name="connsiteX8" fmla="*/ 164588 w 1508539"/>
              <a:gd name="connsiteY8" fmla="*/ 6568530 h 6858000"/>
              <a:gd name="connsiteX9" fmla="*/ 166997 w 1508539"/>
              <a:gd name="connsiteY9" fmla="*/ 6560674 h 6858000"/>
              <a:gd name="connsiteX10" fmla="*/ 201349 w 1508539"/>
              <a:gd name="connsiteY10" fmla="*/ 6530567 h 6858000"/>
              <a:gd name="connsiteX11" fmla="*/ 215389 w 1508539"/>
              <a:gd name="connsiteY11" fmla="*/ 6478062 h 6858000"/>
              <a:gd name="connsiteX12" fmla="*/ 226078 w 1508539"/>
              <a:gd name="connsiteY12" fmla="*/ 6460325 h 6858000"/>
              <a:gd name="connsiteX13" fmla="*/ 233311 w 1508539"/>
              <a:gd name="connsiteY13" fmla="*/ 6451488 h 6858000"/>
              <a:gd name="connsiteX14" fmla="*/ 234746 w 1508539"/>
              <a:gd name="connsiteY14" fmla="*/ 6451348 h 6858000"/>
              <a:gd name="connsiteX15" fmla="*/ 239104 w 1508539"/>
              <a:gd name="connsiteY15" fmla="*/ 6414240 h 6858000"/>
              <a:gd name="connsiteX16" fmla="*/ 241880 w 1508539"/>
              <a:gd name="connsiteY16" fmla="*/ 6384857 h 6858000"/>
              <a:gd name="connsiteX17" fmla="*/ 240591 w 1508539"/>
              <a:gd name="connsiteY17" fmla="*/ 6367510 h 6858000"/>
              <a:gd name="connsiteX18" fmla="*/ 244471 w 1508539"/>
              <a:gd name="connsiteY18" fmla="*/ 6349778 h 6858000"/>
              <a:gd name="connsiteX19" fmla="*/ 246136 w 1508539"/>
              <a:gd name="connsiteY19" fmla="*/ 6348250 h 6858000"/>
              <a:gd name="connsiteX20" fmla="*/ 262170 w 1508539"/>
              <a:gd name="connsiteY20" fmla="*/ 6281972 h 6858000"/>
              <a:gd name="connsiteX21" fmla="*/ 290557 w 1508539"/>
              <a:gd name="connsiteY21" fmla="*/ 6153037 h 6858000"/>
              <a:gd name="connsiteX22" fmla="*/ 314428 w 1508539"/>
              <a:gd name="connsiteY22" fmla="*/ 6113913 h 6858000"/>
              <a:gd name="connsiteX23" fmla="*/ 318721 w 1508539"/>
              <a:gd name="connsiteY23" fmla="*/ 6028119 h 6858000"/>
              <a:gd name="connsiteX24" fmla="*/ 363126 w 1508539"/>
              <a:gd name="connsiteY24" fmla="*/ 5934687 h 6858000"/>
              <a:gd name="connsiteX25" fmla="*/ 408411 w 1508539"/>
              <a:gd name="connsiteY25" fmla="*/ 5704905 h 6858000"/>
              <a:gd name="connsiteX26" fmla="*/ 431404 w 1508539"/>
              <a:gd name="connsiteY26" fmla="*/ 5665173 h 6858000"/>
              <a:gd name="connsiteX27" fmla="*/ 465121 w 1508539"/>
              <a:gd name="connsiteY27" fmla="*/ 5563435 h 6858000"/>
              <a:gd name="connsiteX28" fmla="*/ 494626 w 1508539"/>
              <a:gd name="connsiteY28" fmla="*/ 5476393 h 6858000"/>
              <a:gd name="connsiteX29" fmla="*/ 525819 w 1508539"/>
              <a:gd name="connsiteY29" fmla="*/ 5396260 h 6858000"/>
              <a:gd name="connsiteX30" fmla="*/ 541800 w 1508539"/>
              <a:gd name="connsiteY30" fmla="*/ 5330009 h 6858000"/>
              <a:gd name="connsiteX31" fmla="*/ 575293 w 1508539"/>
              <a:gd name="connsiteY31" fmla="*/ 5273739 h 6858000"/>
              <a:gd name="connsiteX32" fmla="*/ 584892 w 1508539"/>
              <a:gd name="connsiteY32" fmla="*/ 5241779 h 6858000"/>
              <a:gd name="connsiteX33" fmla="*/ 596118 w 1508539"/>
              <a:gd name="connsiteY33" fmla="*/ 5225268 h 6858000"/>
              <a:gd name="connsiteX34" fmla="*/ 597138 w 1508539"/>
              <a:gd name="connsiteY34" fmla="*/ 5217684 h 6858000"/>
              <a:gd name="connsiteX35" fmla="*/ 604479 w 1508539"/>
              <a:gd name="connsiteY35" fmla="*/ 5193377 h 6858000"/>
              <a:gd name="connsiteX36" fmla="*/ 607782 w 1508539"/>
              <a:gd name="connsiteY36" fmla="*/ 5179288 h 6858000"/>
              <a:gd name="connsiteX37" fmla="*/ 608766 w 1508539"/>
              <a:gd name="connsiteY37" fmla="*/ 5173621 h 6858000"/>
              <a:gd name="connsiteX38" fmla="*/ 604400 w 1508539"/>
              <a:gd name="connsiteY38" fmla="*/ 5159961 h 6858000"/>
              <a:gd name="connsiteX39" fmla="*/ 611077 w 1508539"/>
              <a:gd name="connsiteY39" fmla="*/ 5144295 h 6858000"/>
              <a:gd name="connsiteX40" fmla="*/ 608010 w 1508539"/>
              <a:gd name="connsiteY40" fmla="*/ 5125185 h 6858000"/>
              <a:gd name="connsiteX41" fmla="*/ 614840 w 1508539"/>
              <a:gd name="connsiteY41" fmla="*/ 5121884 h 6858000"/>
              <a:gd name="connsiteX42" fmla="*/ 621876 w 1508539"/>
              <a:gd name="connsiteY42" fmla="*/ 5067850 h 6858000"/>
              <a:gd name="connsiteX43" fmla="*/ 624607 w 1508539"/>
              <a:gd name="connsiteY43" fmla="*/ 5060861 h 6858000"/>
              <a:gd name="connsiteX44" fmla="*/ 621311 w 1508539"/>
              <a:gd name="connsiteY44" fmla="*/ 5034192 h 6858000"/>
              <a:gd name="connsiteX45" fmla="*/ 622865 w 1508539"/>
              <a:gd name="connsiteY45" fmla="*/ 4993030 h 6858000"/>
              <a:gd name="connsiteX46" fmla="*/ 629774 w 1508539"/>
              <a:gd name="connsiteY46" fmla="*/ 4946844 h 6858000"/>
              <a:gd name="connsiteX47" fmla="*/ 625630 w 1508539"/>
              <a:gd name="connsiteY47" fmla="*/ 4932692 h 6858000"/>
              <a:gd name="connsiteX48" fmla="*/ 641033 w 1508539"/>
              <a:gd name="connsiteY48" fmla="*/ 4858827 h 6858000"/>
              <a:gd name="connsiteX49" fmla="*/ 646936 w 1508539"/>
              <a:gd name="connsiteY49" fmla="*/ 4821170 h 6858000"/>
              <a:gd name="connsiteX50" fmla="*/ 651669 w 1508539"/>
              <a:gd name="connsiteY50" fmla="*/ 4780965 h 6858000"/>
              <a:gd name="connsiteX51" fmla="*/ 652962 w 1508539"/>
              <a:gd name="connsiteY51" fmla="*/ 4750867 h 6858000"/>
              <a:gd name="connsiteX52" fmla="*/ 650769 w 1508539"/>
              <a:gd name="connsiteY52" fmla="*/ 4690749 h 6858000"/>
              <a:gd name="connsiteX53" fmla="*/ 646249 w 1508539"/>
              <a:gd name="connsiteY53" fmla="*/ 4584173 h 6858000"/>
              <a:gd name="connsiteX54" fmla="*/ 641332 w 1508539"/>
              <a:gd name="connsiteY54" fmla="*/ 4444346 h 6858000"/>
              <a:gd name="connsiteX55" fmla="*/ 637897 w 1508539"/>
              <a:gd name="connsiteY55" fmla="*/ 4375228 h 6858000"/>
              <a:gd name="connsiteX56" fmla="*/ 618550 w 1508539"/>
              <a:gd name="connsiteY56" fmla="*/ 4214165 h 6858000"/>
              <a:gd name="connsiteX57" fmla="*/ 622623 w 1508539"/>
              <a:gd name="connsiteY57" fmla="*/ 4090296 h 6858000"/>
              <a:gd name="connsiteX58" fmla="*/ 607879 w 1508539"/>
              <a:gd name="connsiteY58" fmla="*/ 4033999 h 6858000"/>
              <a:gd name="connsiteX59" fmla="*/ 609028 w 1508539"/>
              <a:gd name="connsiteY59" fmla="*/ 4031933 h 6858000"/>
              <a:gd name="connsiteX60" fmla="*/ 607604 w 1508539"/>
              <a:gd name="connsiteY60" fmla="*/ 4013953 h 6858000"/>
              <a:gd name="connsiteX61" fmla="*/ 593899 w 1508539"/>
              <a:gd name="connsiteY61" fmla="*/ 3974753 h 6858000"/>
              <a:gd name="connsiteX62" fmla="*/ 595497 w 1508539"/>
              <a:gd name="connsiteY62" fmla="*/ 3969950 h 6858000"/>
              <a:gd name="connsiteX63" fmla="*/ 588919 w 1508539"/>
              <a:gd name="connsiteY63" fmla="*/ 3933779 h 6858000"/>
              <a:gd name="connsiteX64" fmla="*/ 590250 w 1508539"/>
              <a:gd name="connsiteY64" fmla="*/ 3933093 h 6858000"/>
              <a:gd name="connsiteX65" fmla="*/ 594604 w 1508539"/>
              <a:gd name="connsiteY65" fmla="*/ 3922082 h 6858000"/>
              <a:gd name="connsiteX66" fmla="*/ 599682 w 1508539"/>
              <a:gd name="connsiteY66" fmla="*/ 3901461 h 6858000"/>
              <a:gd name="connsiteX67" fmla="*/ 622276 w 1508539"/>
              <a:gd name="connsiteY67" fmla="*/ 3813873 h 6858000"/>
              <a:gd name="connsiteX68" fmla="*/ 621701 w 1508539"/>
              <a:gd name="connsiteY68" fmla="*/ 3806161 h 6858000"/>
              <a:gd name="connsiteX69" fmla="*/ 622008 w 1508539"/>
              <a:gd name="connsiteY69" fmla="*/ 3805957 h 6858000"/>
              <a:gd name="connsiteX70" fmla="*/ 622035 w 1508539"/>
              <a:gd name="connsiteY70" fmla="*/ 3797724 h 6858000"/>
              <a:gd name="connsiteX71" fmla="*/ 620650 w 1508539"/>
              <a:gd name="connsiteY71" fmla="*/ 3792098 h 6858000"/>
              <a:gd name="connsiteX72" fmla="*/ 619534 w 1508539"/>
              <a:gd name="connsiteY72" fmla="*/ 3777135 h 6858000"/>
              <a:gd name="connsiteX73" fmla="*/ 621267 w 1508539"/>
              <a:gd name="connsiteY73" fmla="*/ 3771656 h 6858000"/>
              <a:gd name="connsiteX74" fmla="*/ 625010 w 1508539"/>
              <a:gd name="connsiteY74" fmla="*/ 3769007 h 6858000"/>
              <a:gd name="connsiteX75" fmla="*/ 624476 w 1508539"/>
              <a:gd name="connsiteY75" fmla="*/ 3767709 h 6858000"/>
              <a:gd name="connsiteX76" fmla="*/ 633172 w 1508539"/>
              <a:gd name="connsiteY76" fmla="*/ 3738082 h 6858000"/>
              <a:gd name="connsiteX77" fmla="*/ 640518 w 1508539"/>
              <a:gd name="connsiteY77" fmla="*/ 3673397 h 6858000"/>
              <a:gd name="connsiteX78" fmla="*/ 639814 w 1508539"/>
              <a:gd name="connsiteY78" fmla="*/ 3637109 h 6858000"/>
              <a:gd name="connsiteX79" fmla="*/ 643257 w 1508539"/>
              <a:gd name="connsiteY79" fmla="*/ 3536883 h 6858000"/>
              <a:gd name="connsiteX80" fmla="*/ 650795 w 1508539"/>
              <a:gd name="connsiteY80" fmla="*/ 3435652 h 6858000"/>
              <a:gd name="connsiteX81" fmla="*/ 652466 w 1508539"/>
              <a:gd name="connsiteY81" fmla="*/ 3307769 h 6858000"/>
              <a:gd name="connsiteX82" fmla="*/ 670029 w 1508539"/>
              <a:gd name="connsiteY82" fmla="*/ 3250522 h 6858000"/>
              <a:gd name="connsiteX83" fmla="*/ 670454 w 1508539"/>
              <a:gd name="connsiteY83" fmla="*/ 3229163 h 6858000"/>
              <a:gd name="connsiteX84" fmla="*/ 672277 w 1508539"/>
              <a:gd name="connsiteY84" fmla="*/ 3217217 h 6858000"/>
              <a:gd name="connsiteX85" fmla="*/ 659112 w 1508539"/>
              <a:gd name="connsiteY85" fmla="*/ 3183755 h 6858000"/>
              <a:gd name="connsiteX86" fmla="*/ 659613 w 1508539"/>
              <a:gd name="connsiteY86" fmla="*/ 3178642 h 6858000"/>
              <a:gd name="connsiteX87" fmla="*/ 647213 w 1508539"/>
              <a:gd name="connsiteY87" fmla="*/ 3158586 h 6858000"/>
              <a:gd name="connsiteX88" fmla="*/ 632398 w 1508539"/>
              <a:gd name="connsiteY88" fmla="*/ 3129034 h 6858000"/>
              <a:gd name="connsiteX89" fmla="*/ 633063 w 1508539"/>
              <a:gd name="connsiteY89" fmla="*/ 3126682 h 6858000"/>
              <a:gd name="connsiteX90" fmla="*/ 623931 w 1508539"/>
              <a:gd name="connsiteY90" fmla="*/ 3114519 h 6858000"/>
              <a:gd name="connsiteX91" fmla="*/ 610540 w 1508539"/>
              <a:gd name="connsiteY91" fmla="*/ 3106272 h 6858000"/>
              <a:gd name="connsiteX92" fmla="*/ 583270 w 1508539"/>
              <a:gd name="connsiteY92" fmla="*/ 2958185 h 6858000"/>
              <a:gd name="connsiteX93" fmla="*/ 525884 w 1508539"/>
              <a:gd name="connsiteY93" fmla="*/ 2762989 h 6858000"/>
              <a:gd name="connsiteX94" fmla="*/ 474802 w 1508539"/>
              <a:gd name="connsiteY94" fmla="*/ 2554718 h 6858000"/>
              <a:gd name="connsiteX95" fmla="*/ 454896 w 1508539"/>
              <a:gd name="connsiteY95" fmla="*/ 2485734 h 6858000"/>
              <a:gd name="connsiteX96" fmla="*/ 445619 w 1508539"/>
              <a:gd name="connsiteY96" fmla="*/ 2447068 h 6858000"/>
              <a:gd name="connsiteX97" fmla="*/ 432580 w 1508539"/>
              <a:gd name="connsiteY97" fmla="*/ 2425819 h 6858000"/>
              <a:gd name="connsiteX98" fmla="*/ 438579 w 1508539"/>
              <a:gd name="connsiteY98" fmla="*/ 2402874 h 6858000"/>
              <a:gd name="connsiteX99" fmla="*/ 441191 w 1508539"/>
              <a:gd name="connsiteY99" fmla="*/ 2381443 h 6858000"/>
              <a:gd name="connsiteX100" fmla="*/ 417520 w 1508539"/>
              <a:gd name="connsiteY100" fmla="*/ 2261920 h 6858000"/>
              <a:gd name="connsiteX101" fmla="*/ 407407 w 1508539"/>
              <a:gd name="connsiteY101" fmla="*/ 2195378 h 6858000"/>
              <a:gd name="connsiteX102" fmla="*/ 391624 w 1508539"/>
              <a:gd name="connsiteY102" fmla="*/ 2155135 h 6858000"/>
              <a:gd name="connsiteX103" fmla="*/ 389082 w 1508539"/>
              <a:gd name="connsiteY103" fmla="*/ 2118008 h 6858000"/>
              <a:gd name="connsiteX104" fmla="*/ 390075 w 1508539"/>
              <a:gd name="connsiteY104" fmla="*/ 2050531 h 6858000"/>
              <a:gd name="connsiteX105" fmla="*/ 381881 w 1508539"/>
              <a:gd name="connsiteY105" fmla="*/ 1963269 h 6858000"/>
              <a:gd name="connsiteX106" fmla="*/ 363059 w 1508539"/>
              <a:gd name="connsiteY106" fmla="*/ 1906352 h 6858000"/>
              <a:gd name="connsiteX107" fmla="*/ 339616 w 1508539"/>
              <a:gd name="connsiteY107" fmla="*/ 1861531 h 6858000"/>
              <a:gd name="connsiteX108" fmla="*/ 293415 w 1508539"/>
              <a:gd name="connsiteY108" fmla="*/ 1732919 h 6858000"/>
              <a:gd name="connsiteX109" fmla="*/ 265726 w 1508539"/>
              <a:gd name="connsiteY109" fmla="*/ 1663540 h 6858000"/>
              <a:gd name="connsiteX110" fmla="*/ 264852 w 1508539"/>
              <a:gd name="connsiteY110" fmla="*/ 1615777 h 6858000"/>
              <a:gd name="connsiteX111" fmla="*/ 245647 w 1508539"/>
              <a:gd name="connsiteY111" fmla="*/ 1563678 h 6858000"/>
              <a:gd name="connsiteX112" fmla="*/ 258727 w 1508539"/>
              <a:gd name="connsiteY112" fmla="*/ 1519474 h 6858000"/>
              <a:gd name="connsiteX113" fmla="*/ 251469 w 1508539"/>
              <a:gd name="connsiteY113" fmla="*/ 1477995 h 6858000"/>
              <a:gd name="connsiteX114" fmla="*/ 237554 w 1508539"/>
              <a:gd name="connsiteY114" fmla="*/ 1373769 h 6858000"/>
              <a:gd name="connsiteX115" fmla="*/ 245861 w 1508539"/>
              <a:gd name="connsiteY115" fmla="*/ 1307086 h 6858000"/>
              <a:gd name="connsiteX116" fmla="*/ 247049 w 1508539"/>
              <a:gd name="connsiteY116" fmla="*/ 1189033 h 6858000"/>
              <a:gd name="connsiteX117" fmla="*/ 251734 w 1508539"/>
              <a:gd name="connsiteY117" fmla="*/ 1168288 h 6858000"/>
              <a:gd name="connsiteX118" fmla="*/ 244016 w 1508539"/>
              <a:gd name="connsiteY118" fmla="*/ 1142577 h 6858000"/>
              <a:gd name="connsiteX119" fmla="*/ 233322 w 1508539"/>
              <a:gd name="connsiteY119" fmla="*/ 1088484 h 6858000"/>
              <a:gd name="connsiteX120" fmla="*/ 222058 w 1508539"/>
              <a:gd name="connsiteY120" fmla="*/ 1016103 h 6858000"/>
              <a:gd name="connsiteX121" fmla="*/ 223514 w 1508539"/>
              <a:gd name="connsiteY121" fmla="*/ 932283 h 6858000"/>
              <a:gd name="connsiteX122" fmla="*/ 225750 w 1508539"/>
              <a:gd name="connsiteY122" fmla="*/ 915925 h 6858000"/>
              <a:gd name="connsiteX123" fmla="*/ 218379 w 1508539"/>
              <a:gd name="connsiteY123" fmla="*/ 896999 h 6858000"/>
              <a:gd name="connsiteX124" fmla="*/ 187787 w 1508539"/>
              <a:gd name="connsiteY124" fmla="*/ 821517 h 6858000"/>
              <a:gd name="connsiteX125" fmla="*/ 166737 w 1508539"/>
              <a:gd name="connsiteY125" fmla="*/ 751353 h 6858000"/>
              <a:gd name="connsiteX126" fmla="*/ 166295 w 1508539"/>
              <a:gd name="connsiteY126" fmla="*/ 721230 h 6858000"/>
              <a:gd name="connsiteX127" fmla="*/ 151966 w 1508539"/>
              <a:gd name="connsiteY127" fmla="*/ 681659 h 6858000"/>
              <a:gd name="connsiteX128" fmla="*/ 137385 w 1508539"/>
              <a:gd name="connsiteY128" fmla="*/ 635218 h 6858000"/>
              <a:gd name="connsiteX129" fmla="*/ 142396 w 1508539"/>
              <a:gd name="connsiteY129" fmla="*/ 613763 h 6858000"/>
              <a:gd name="connsiteX130" fmla="*/ 128338 w 1508539"/>
              <a:gd name="connsiteY130" fmla="*/ 598582 h 6858000"/>
              <a:gd name="connsiteX131" fmla="*/ 128019 w 1508539"/>
              <a:gd name="connsiteY131" fmla="*/ 576846 h 6858000"/>
              <a:gd name="connsiteX132" fmla="*/ 107645 w 1508539"/>
              <a:gd name="connsiteY132" fmla="*/ 530055 h 6858000"/>
              <a:gd name="connsiteX133" fmla="*/ 106893 w 1508539"/>
              <a:gd name="connsiteY133" fmla="*/ 465389 h 6858000"/>
              <a:gd name="connsiteX134" fmla="*/ 89816 w 1508539"/>
              <a:gd name="connsiteY134" fmla="*/ 424699 h 6858000"/>
              <a:gd name="connsiteX135" fmla="*/ 90191 w 1508539"/>
              <a:gd name="connsiteY135" fmla="*/ 404917 h 6858000"/>
              <a:gd name="connsiteX136" fmla="*/ 70148 w 1508539"/>
              <a:gd name="connsiteY136" fmla="*/ 367211 h 6858000"/>
              <a:gd name="connsiteX137" fmla="*/ 36452 w 1508539"/>
              <a:gd name="connsiteY137" fmla="*/ 268519 h 6858000"/>
              <a:gd name="connsiteX138" fmla="*/ 23935 w 1508539"/>
              <a:gd name="connsiteY138" fmla="*/ 160886 h 6858000"/>
              <a:gd name="connsiteX139" fmla="*/ 19312 w 1508539"/>
              <a:gd name="connsiteY139" fmla="*/ 47336 h 6858000"/>
              <a:gd name="connsiteX140" fmla="*/ 0 w 1508539"/>
              <a:gd name="connsiteY140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28010 w 1508539"/>
              <a:gd name="connsiteY4" fmla="*/ 6751578 h 6858000"/>
              <a:gd name="connsiteX5" fmla="*/ 146674 w 1508539"/>
              <a:gd name="connsiteY5" fmla="*/ 6696999 h 6858000"/>
              <a:gd name="connsiteX6" fmla="*/ 164248 w 1508539"/>
              <a:gd name="connsiteY6" fmla="*/ 6574442 h 6858000"/>
              <a:gd name="connsiteX7" fmla="*/ 164588 w 1508539"/>
              <a:gd name="connsiteY7" fmla="*/ 6568530 h 6858000"/>
              <a:gd name="connsiteX8" fmla="*/ 166997 w 1508539"/>
              <a:gd name="connsiteY8" fmla="*/ 6560674 h 6858000"/>
              <a:gd name="connsiteX9" fmla="*/ 201349 w 1508539"/>
              <a:gd name="connsiteY9" fmla="*/ 6530567 h 6858000"/>
              <a:gd name="connsiteX10" fmla="*/ 215389 w 1508539"/>
              <a:gd name="connsiteY10" fmla="*/ 6478062 h 6858000"/>
              <a:gd name="connsiteX11" fmla="*/ 226078 w 1508539"/>
              <a:gd name="connsiteY11" fmla="*/ 6460325 h 6858000"/>
              <a:gd name="connsiteX12" fmla="*/ 233311 w 1508539"/>
              <a:gd name="connsiteY12" fmla="*/ 6451488 h 6858000"/>
              <a:gd name="connsiteX13" fmla="*/ 234746 w 1508539"/>
              <a:gd name="connsiteY13" fmla="*/ 6451348 h 6858000"/>
              <a:gd name="connsiteX14" fmla="*/ 239104 w 1508539"/>
              <a:gd name="connsiteY14" fmla="*/ 6414240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262170 w 1508539"/>
              <a:gd name="connsiteY19" fmla="*/ 6281972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31404 w 1508539"/>
              <a:gd name="connsiteY25" fmla="*/ 5665173 h 6858000"/>
              <a:gd name="connsiteX26" fmla="*/ 465121 w 1508539"/>
              <a:gd name="connsiteY26" fmla="*/ 5563435 h 6858000"/>
              <a:gd name="connsiteX27" fmla="*/ 494626 w 1508539"/>
              <a:gd name="connsiteY27" fmla="*/ 5476393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28010 w 1508539"/>
              <a:gd name="connsiteY4" fmla="*/ 6751578 h 6858000"/>
              <a:gd name="connsiteX5" fmla="*/ 146674 w 1508539"/>
              <a:gd name="connsiteY5" fmla="*/ 6696999 h 6858000"/>
              <a:gd name="connsiteX6" fmla="*/ 170123 w 1508539"/>
              <a:gd name="connsiteY6" fmla="*/ 6608101 h 6858000"/>
              <a:gd name="connsiteX7" fmla="*/ 164588 w 1508539"/>
              <a:gd name="connsiteY7" fmla="*/ 6568530 h 6858000"/>
              <a:gd name="connsiteX8" fmla="*/ 166997 w 1508539"/>
              <a:gd name="connsiteY8" fmla="*/ 6560674 h 6858000"/>
              <a:gd name="connsiteX9" fmla="*/ 201349 w 1508539"/>
              <a:gd name="connsiteY9" fmla="*/ 6530567 h 6858000"/>
              <a:gd name="connsiteX10" fmla="*/ 215389 w 1508539"/>
              <a:gd name="connsiteY10" fmla="*/ 6478062 h 6858000"/>
              <a:gd name="connsiteX11" fmla="*/ 226078 w 1508539"/>
              <a:gd name="connsiteY11" fmla="*/ 6460325 h 6858000"/>
              <a:gd name="connsiteX12" fmla="*/ 233311 w 1508539"/>
              <a:gd name="connsiteY12" fmla="*/ 6451488 h 6858000"/>
              <a:gd name="connsiteX13" fmla="*/ 234746 w 1508539"/>
              <a:gd name="connsiteY13" fmla="*/ 6451348 h 6858000"/>
              <a:gd name="connsiteX14" fmla="*/ 239104 w 1508539"/>
              <a:gd name="connsiteY14" fmla="*/ 6414240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262170 w 1508539"/>
              <a:gd name="connsiteY19" fmla="*/ 6281972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31404 w 1508539"/>
              <a:gd name="connsiteY25" fmla="*/ 5665173 h 6858000"/>
              <a:gd name="connsiteX26" fmla="*/ 465121 w 1508539"/>
              <a:gd name="connsiteY26" fmla="*/ 5563435 h 6858000"/>
              <a:gd name="connsiteX27" fmla="*/ 494626 w 1508539"/>
              <a:gd name="connsiteY27" fmla="*/ 5476393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28010 w 1508539"/>
              <a:gd name="connsiteY4" fmla="*/ 6751578 h 6858000"/>
              <a:gd name="connsiteX5" fmla="*/ 149611 w 1508539"/>
              <a:gd name="connsiteY5" fmla="*/ 6666145 h 6858000"/>
              <a:gd name="connsiteX6" fmla="*/ 170123 w 1508539"/>
              <a:gd name="connsiteY6" fmla="*/ 6608101 h 6858000"/>
              <a:gd name="connsiteX7" fmla="*/ 164588 w 1508539"/>
              <a:gd name="connsiteY7" fmla="*/ 6568530 h 6858000"/>
              <a:gd name="connsiteX8" fmla="*/ 166997 w 1508539"/>
              <a:gd name="connsiteY8" fmla="*/ 6560674 h 6858000"/>
              <a:gd name="connsiteX9" fmla="*/ 201349 w 1508539"/>
              <a:gd name="connsiteY9" fmla="*/ 6530567 h 6858000"/>
              <a:gd name="connsiteX10" fmla="*/ 215389 w 1508539"/>
              <a:gd name="connsiteY10" fmla="*/ 6478062 h 6858000"/>
              <a:gd name="connsiteX11" fmla="*/ 226078 w 1508539"/>
              <a:gd name="connsiteY11" fmla="*/ 6460325 h 6858000"/>
              <a:gd name="connsiteX12" fmla="*/ 233311 w 1508539"/>
              <a:gd name="connsiteY12" fmla="*/ 6451488 h 6858000"/>
              <a:gd name="connsiteX13" fmla="*/ 234746 w 1508539"/>
              <a:gd name="connsiteY13" fmla="*/ 6451348 h 6858000"/>
              <a:gd name="connsiteX14" fmla="*/ 239104 w 1508539"/>
              <a:gd name="connsiteY14" fmla="*/ 6414240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262170 w 1508539"/>
              <a:gd name="connsiteY19" fmla="*/ 6281972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31404 w 1508539"/>
              <a:gd name="connsiteY25" fmla="*/ 5665173 h 6858000"/>
              <a:gd name="connsiteX26" fmla="*/ 465121 w 1508539"/>
              <a:gd name="connsiteY26" fmla="*/ 5563435 h 6858000"/>
              <a:gd name="connsiteX27" fmla="*/ 494626 w 1508539"/>
              <a:gd name="connsiteY27" fmla="*/ 5476393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33885 w 1508539"/>
              <a:gd name="connsiteY4" fmla="*/ 6729139 h 6858000"/>
              <a:gd name="connsiteX5" fmla="*/ 149611 w 1508539"/>
              <a:gd name="connsiteY5" fmla="*/ 6666145 h 6858000"/>
              <a:gd name="connsiteX6" fmla="*/ 170123 w 1508539"/>
              <a:gd name="connsiteY6" fmla="*/ 6608101 h 6858000"/>
              <a:gd name="connsiteX7" fmla="*/ 164588 w 1508539"/>
              <a:gd name="connsiteY7" fmla="*/ 6568530 h 6858000"/>
              <a:gd name="connsiteX8" fmla="*/ 166997 w 1508539"/>
              <a:gd name="connsiteY8" fmla="*/ 6560674 h 6858000"/>
              <a:gd name="connsiteX9" fmla="*/ 201349 w 1508539"/>
              <a:gd name="connsiteY9" fmla="*/ 6530567 h 6858000"/>
              <a:gd name="connsiteX10" fmla="*/ 215389 w 1508539"/>
              <a:gd name="connsiteY10" fmla="*/ 6478062 h 6858000"/>
              <a:gd name="connsiteX11" fmla="*/ 226078 w 1508539"/>
              <a:gd name="connsiteY11" fmla="*/ 6460325 h 6858000"/>
              <a:gd name="connsiteX12" fmla="*/ 233311 w 1508539"/>
              <a:gd name="connsiteY12" fmla="*/ 6451488 h 6858000"/>
              <a:gd name="connsiteX13" fmla="*/ 234746 w 1508539"/>
              <a:gd name="connsiteY13" fmla="*/ 6451348 h 6858000"/>
              <a:gd name="connsiteX14" fmla="*/ 239104 w 1508539"/>
              <a:gd name="connsiteY14" fmla="*/ 6414240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262170 w 1508539"/>
              <a:gd name="connsiteY19" fmla="*/ 6281972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31404 w 1508539"/>
              <a:gd name="connsiteY25" fmla="*/ 5665173 h 6858000"/>
              <a:gd name="connsiteX26" fmla="*/ 465121 w 1508539"/>
              <a:gd name="connsiteY26" fmla="*/ 5563435 h 6858000"/>
              <a:gd name="connsiteX27" fmla="*/ 494626 w 1508539"/>
              <a:gd name="connsiteY27" fmla="*/ 5476393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33885 w 1508539"/>
              <a:gd name="connsiteY4" fmla="*/ 6729139 h 6858000"/>
              <a:gd name="connsiteX5" fmla="*/ 149611 w 1508539"/>
              <a:gd name="connsiteY5" fmla="*/ 6666145 h 6858000"/>
              <a:gd name="connsiteX6" fmla="*/ 170123 w 1508539"/>
              <a:gd name="connsiteY6" fmla="*/ 6608101 h 6858000"/>
              <a:gd name="connsiteX7" fmla="*/ 164588 w 1508539"/>
              <a:gd name="connsiteY7" fmla="*/ 6568530 h 6858000"/>
              <a:gd name="connsiteX8" fmla="*/ 166997 w 1508539"/>
              <a:gd name="connsiteY8" fmla="*/ 6560674 h 6858000"/>
              <a:gd name="connsiteX9" fmla="*/ 201349 w 1508539"/>
              <a:gd name="connsiteY9" fmla="*/ 6530567 h 6858000"/>
              <a:gd name="connsiteX10" fmla="*/ 215389 w 1508539"/>
              <a:gd name="connsiteY10" fmla="*/ 6478062 h 6858000"/>
              <a:gd name="connsiteX11" fmla="*/ 226078 w 1508539"/>
              <a:gd name="connsiteY11" fmla="*/ 6460325 h 6858000"/>
              <a:gd name="connsiteX12" fmla="*/ 233311 w 1508539"/>
              <a:gd name="connsiteY12" fmla="*/ 6451488 h 6858000"/>
              <a:gd name="connsiteX13" fmla="*/ 234746 w 1508539"/>
              <a:gd name="connsiteY13" fmla="*/ 6451348 h 6858000"/>
              <a:gd name="connsiteX14" fmla="*/ 239104 w 1508539"/>
              <a:gd name="connsiteY14" fmla="*/ 6414240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262170 w 1508539"/>
              <a:gd name="connsiteY19" fmla="*/ 6281972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494626 w 1508539"/>
              <a:gd name="connsiteY27" fmla="*/ 5476393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139560 w 1508539"/>
              <a:gd name="connsiteY3" fmla="*/ 6857735 h 6858000"/>
              <a:gd name="connsiteX4" fmla="*/ 133885 w 1508539"/>
              <a:gd name="connsiteY4" fmla="*/ 6729139 h 6858000"/>
              <a:gd name="connsiteX5" fmla="*/ 149611 w 1508539"/>
              <a:gd name="connsiteY5" fmla="*/ 6666145 h 6858000"/>
              <a:gd name="connsiteX6" fmla="*/ 170123 w 1508539"/>
              <a:gd name="connsiteY6" fmla="*/ 6608101 h 6858000"/>
              <a:gd name="connsiteX7" fmla="*/ 164588 w 1508539"/>
              <a:gd name="connsiteY7" fmla="*/ 6568530 h 6858000"/>
              <a:gd name="connsiteX8" fmla="*/ 166997 w 1508539"/>
              <a:gd name="connsiteY8" fmla="*/ 6560674 h 6858000"/>
              <a:gd name="connsiteX9" fmla="*/ 201349 w 1508539"/>
              <a:gd name="connsiteY9" fmla="*/ 6530567 h 6858000"/>
              <a:gd name="connsiteX10" fmla="*/ 215389 w 1508539"/>
              <a:gd name="connsiteY10" fmla="*/ 6478062 h 6858000"/>
              <a:gd name="connsiteX11" fmla="*/ 226078 w 1508539"/>
              <a:gd name="connsiteY11" fmla="*/ 6460325 h 6858000"/>
              <a:gd name="connsiteX12" fmla="*/ 233311 w 1508539"/>
              <a:gd name="connsiteY12" fmla="*/ 6451488 h 6858000"/>
              <a:gd name="connsiteX13" fmla="*/ 234746 w 1508539"/>
              <a:gd name="connsiteY13" fmla="*/ 6451348 h 6858000"/>
              <a:gd name="connsiteX14" fmla="*/ 239104 w 1508539"/>
              <a:gd name="connsiteY14" fmla="*/ 6414240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262170 w 1508539"/>
              <a:gd name="connsiteY19" fmla="*/ 6281972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133885 w 1508539"/>
              <a:gd name="connsiteY4" fmla="*/ 6729139 h 6858000"/>
              <a:gd name="connsiteX5" fmla="*/ 149611 w 1508539"/>
              <a:gd name="connsiteY5" fmla="*/ 6666145 h 6858000"/>
              <a:gd name="connsiteX6" fmla="*/ 170123 w 1508539"/>
              <a:gd name="connsiteY6" fmla="*/ 6608101 h 6858000"/>
              <a:gd name="connsiteX7" fmla="*/ 164588 w 1508539"/>
              <a:gd name="connsiteY7" fmla="*/ 6568530 h 6858000"/>
              <a:gd name="connsiteX8" fmla="*/ 166997 w 1508539"/>
              <a:gd name="connsiteY8" fmla="*/ 6560674 h 6858000"/>
              <a:gd name="connsiteX9" fmla="*/ 201349 w 1508539"/>
              <a:gd name="connsiteY9" fmla="*/ 6530567 h 6858000"/>
              <a:gd name="connsiteX10" fmla="*/ 215389 w 1508539"/>
              <a:gd name="connsiteY10" fmla="*/ 6478062 h 6858000"/>
              <a:gd name="connsiteX11" fmla="*/ 226078 w 1508539"/>
              <a:gd name="connsiteY11" fmla="*/ 6460325 h 6858000"/>
              <a:gd name="connsiteX12" fmla="*/ 233311 w 1508539"/>
              <a:gd name="connsiteY12" fmla="*/ 6451488 h 6858000"/>
              <a:gd name="connsiteX13" fmla="*/ 234746 w 1508539"/>
              <a:gd name="connsiteY13" fmla="*/ 6451348 h 6858000"/>
              <a:gd name="connsiteX14" fmla="*/ 239104 w 1508539"/>
              <a:gd name="connsiteY14" fmla="*/ 6414240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262170 w 1508539"/>
              <a:gd name="connsiteY19" fmla="*/ 6281972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149611 w 1508539"/>
              <a:gd name="connsiteY5" fmla="*/ 6666145 h 6858000"/>
              <a:gd name="connsiteX6" fmla="*/ 170123 w 1508539"/>
              <a:gd name="connsiteY6" fmla="*/ 6608101 h 6858000"/>
              <a:gd name="connsiteX7" fmla="*/ 164588 w 1508539"/>
              <a:gd name="connsiteY7" fmla="*/ 6568530 h 6858000"/>
              <a:gd name="connsiteX8" fmla="*/ 166997 w 1508539"/>
              <a:gd name="connsiteY8" fmla="*/ 6560674 h 6858000"/>
              <a:gd name="connsiteX9" fmla="*/ 201349 w 1508539"/>
              <a:gd name="connsiteY9" fmla="*/ 6530567 h 6858000"/>
              <a:gd name="connsiteX10" fmla="*/ 215389 w 1508539"/>
              <a:gd name="connsiteY10" fmla="*/ 6478062 h 6858000"/>
              <a:gd name="connsiteX11" fmla="*/ 226078 w 1508539"/>
              <a:gd name="connsiteY11" fmla="*/ 6460325 h 6858000"/>
              <a:gd name="connsiteX12" fmla="*/ 233311 w 1508539"/>
              <a:gd name="connsiteY12" fmla="*/ 6451488 h 6858000"/>
              <a:gd name="connsiteX13" fmla="*/ 234746 w 1508539"/>
              <a:gd name="connsiteY13" fmla="*/ 6451348 h 6858000"/>
              <a:gd name="connsiteX14" fmla="*/ 239104 w 1508539"/>
              <a:gd name="connsiteY14" fmla="*/ 6414240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262170 w 1508539"/>
              <a:gd name="connsiteY19" fmla="*/ 6281972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170123 w 1508539"/>
              <a:gd name="connsiteY6" fmla="*/ 6608101 h 6858000"/>
              <a:gd name="connsiteX7" fmla="*/ 164588 w 1508539"/>
              <a:gd name="connsiteY7" fmla="*/ 6568530 h 6858000"/>
              <a:gd name="connsiteX8" fmla="*/ 166997 w 1508539"/>
              <a:gd name="connsiteY8" fmla="*/ 6560674 h 6858000"/>
              <a:gd name="connsiteX9" fmla="*/ 201349 w 1508539"/>
              <a:gd name="connsiteY9" fmla="*/ 6530567 h 6858000"/>
              <a:gd name="connsiteX10" fmla="*/ 215389 w 1508539"/>
              <a:gd name="connsiteY10" fmla="*/ 6478062 h 6858000"/>
              <a:gd name="connsiteX11" fmla="*/ 226078 w 1508539"/>
              <a:gd name="connsiteY11" fmla="*/ 6460325 h 6858000"/>
              <a:gd name="connsiteX12" fmla="*/ 233311 w 1508539"/>
              <a:gd name="connsiteY12" fmla="*/ 6451488 h 6858000"/>
              <a:gd name="connsiteX13" fmla="*/ 234746 w 1508539"/>
              <a:gd name="connsiteY13" fmla="*/ 6451348 h 6858000"/>
              <a:gd name="connsiteX14" fmla="*/ 239104 w 1508539"/>
              <a:gd name="connsiteY14" fmla="*/ 6414240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262170 w 1508539"/>
              <a:gd name="connsiteY19" fmla="*/ 6281972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164588 w 1508539"/>
              <a:gd name="connsiteY7" fmla="*/ 6568530 h 6858000"/>
              <a:gd name="connsiteX8" fmla="*/ 166997 w 1508539"/>
              <a:gd name="connsiteY8" fmla="*/ 6560674 h 6858000"/>
              <a:gd name="connsiteX9" fmla="*/ 201349 w 1508539"/>
              <a:gd name="connsiteY9" fmla="*/ 6530567 h 6858000"/>
              <a:gd name="connsiteX10" fmla="*/ 215389 w 1508539"/>
              <a:gd name="connsiteY10" fmla="*/ 6478062 h 6858000"/>
              <a:gd name="connsiteX11" fmla="*/ 226078 w 1508539"/>
              <a:gd name="connsiteY11" fmla="*/ 6460325 h 6858000"/>
              <a:gd name="connsiteX12" fmla="*/ 233311 w 1508539"/>
              <a:gd name="connsiteY12" fmla="*/ 6451488 h 6858000"/>
              <a:gd name="connsiteX13" fmla="*/ 234746 w 1508539"/>
              <a:gd name="connsiteY13" fmla="*/ 6451348 h 6858000"/>
              <a:gd name="connsiteX14" fmla="*/ 239104 w 1508539"/>
              <a:gd name="connsiteY14" fmla="*/ 6414240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262170 w 1508539"/>
              <a:gd name="connsiteY19" fmla="*/ 6281972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164588 w 1508539"/>
              <a:gd name="connsiteY7" fmla="*/ 6568530 h 6858000"/>
              <a:gd name="connsiteX8" fmla="*/ 340301 w 1508539"/>
              <a:gd name="connsiteY8" fmla="*/ 6572601 h 6858000"/>
              <a:gd name="connsiteX9" fmla="*/ 201349 w 1508539"/>
              <a:gd name="connsiteY9" fmla="*/ 6530567 h 6858000"/>
              <a:gd name="connsiteX10" fmla="*/ 215389 w 1508539"/>
              <a:gd name="connsiteY10" fmla="*/ 6478062 h 6858000"/>
              <a:gd name="connsiteX11" fmla="*/ 226078 w 1508539"/>
              <a:gd name="connsiteY11" fmla="*/ 6460325 h 6858000"/>
              <a:gd name="connsiteX12" fmla="*/ 233311 w 1508539"/>
              <a:gd name="connsiteY12" fmla="*/ 6451488 h 6858000"/>
              <a:gd name="connsiteX13" fmla="*/ 234746 w 1508539"/>
              <a:gd name="connsiteY13" fmla="*/ 6451348 h 6858000"/>
              <a:gd name="connsiteX14" fmla="*/ 239104 w 1508539"/>
              <a:gd name="connsiteY14" fmla="*/ 6414240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262170 w 1508539"/>
              <a:gd name="connsiteY19" fmla="*/ 6281972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40301 w 1508539"/>
              <a:gd name="connsiteY8" fmla="*/ 6572601 h 6858000"/>
              <a:gd name="connsiteX9" fmla="*/ 201349 w 1508539"/>
              <a:gd name="connsiteY9" fmla="*/ 6530567 h 6858000"/>
              <a:gd name="connsiteX10" fmla="*/ 215389 w 1508539"/>
              <a:gd name="connsiteY10" fmla="*/ 6478062 h 6858000"/>
              <a:gd name="connsiteX11" fmla="*/ 226078 w 1508539"/>
              <a:gd name="connsiteY11" fmla="*/ 6460325 h 6858000"/>
              <a:gd name="connsiteX12" fmla="*/ 233311 w 1508539"/>
              <a:gd name="connsiteY12" fmla="*/ 6451488 h 6858000"/>
              <a:gd name="connsiteX13" fmla="*/ 234746 w 1508539"/>
              <a:gd name="connsiteY13" fmla="*/ 6451348 h 6858000"/>
              <a:gd name="connsiteX14" fmla="*/ 239104 w 1508539"/>
              <a:gd name="connsiteY14" fmla="*/ 6414240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262170 w 1508539"/>
              <a:gd name="connsiteY19" fmla="*/ 6281972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201349 w 1508539"/>
              <a:gd name="connsiteY9" fmla="*/ 6530567 h 6858000"/>
              <a:gd name="connsiteX10" fmla="*/ 215389 w 1508539"/>
              <a:gd name="connsiteY10" fmla="*/ 6478062 h 6858000"/>
              <a:gd name="connsiteX11" fmla="*/ 226078 w 1508539"/>
              <a:gd name="connsiteY11" fmla="*/ 6460325 h 6858000"/>
              <a:gd name="connsiteX12" fmla="*/ 233311 w 1508539"/>
              <a:gd name="connsiteY12" fmla="*/ 6451488 h 6858000"/>
              <a:gd name="connsiteX13" fmla="*/ 234746 w 1508539"/>
              <a:gd name="connsiteY13" fmla="*/ 6451348 h 6858000"/>
              <a:gd name="connsiteX14" fmla="*/ 239104 w 1508539"/>
              <a:gd name="connsiteY14" fmla="*/ 6414240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262170 w 1508539"/>
              <a:gd name="connsiteY19" fmla="*/ 6281972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215389 w 1508539"/>
              <a:gd name="connsiteY10" fmla="*/ 6478062 h 6858000"/>
              <a:gd name="connsiteX11" fmla="*/ 226078 w 1508539"/>
              <a:gd name="connsiteY11" fmla="*/ 6460325 h 6858000"/>
              <a:gd name="connsiteX12" fmla="*/ 233311 w 1508539"/>
              <a:gd name="connsiteY12" fmla="*/ 6451488 h 6858000"/>
              <a:gd name="connsiteX13" fmla="*/ 234746 w 1508539"/>
              <a:gd name="connsiteY13" fmla="*/ 6451348 h 6858000"/>
              <a:gd name="connsiteX14" fmla="*/ 239104 w 1508539"/>
              <a:gd name="connsiteY14" fmla="*/ 6414240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262170 w 1508539"/>
              <a:gd name="connsiteY19" fmla="*/ 6281972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25289 w 1508539"/>
              <a:gd name="connsiteY10" fmla="*/ 6525770 h 6858000"/>
              <a:gd name="connsiteX11" fmla="*/ 226078 w 1508539"/>
              <a:gd name="connsiteY11" fmla="*/ 6460325 h 6858000"/>
              <a:gd name="connsiteX12" fmla="*/ 233311 w 1508539"/>
              <a:gd name="connsiteY12" fmla="*/ 6451488 h 6858000"/>
              <a:gd name="connsiteX13" fmla="*/ 234746 w 1508539"/>
              <a:gd name="connsiteY13" fmla="*/ 6451348 h 6858000"/>
              <a:gd name="connsiteX14" fmla="*/ 239104 w 1508539"/>
              <a:gd name="connsiteY14" fmla="*/ 6414240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262170 w 1508539"/>
              <a:gd name="connsiteY19" fmla="*/ 6281972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25289 w 1508539"/>
              <a:gd name="connsiteY10" fmla="*/ 6525770 h 6858000"/>
              <a:gd name="connsiteX11" fmla="*/ 226078 w 1508539"/>
              <a:gd name="connsiteY11" fmla="*/ 6460325 h 6858000"/>
              <a:gd name="connsiteX12" fmla="*/ 233311 w 1508539"/>
              <a:gd name="connsiteY12" fmla="*/ 6451488 h 6858000"/>
              <a:gd name="connsiteX13" fmla="*/ 454546 w 1508539"/>
              <a:gd name="connsiteY13" fmla="*/ 6379786 h 6858000"/>
              <a:gd name="connsiteX14" fmla="*/ 239104 w 1508539"/>
              <a:gd name="connsiteY14" fmla="*/ 6414240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262170 w 1508539"/>
              <a:gd name="connsiteY19" fmla="*/ 6281972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25289 w 1508539"/>
              <a:gd name="connsiteY10" fmla="*/ 6525770 h 6858000"/>
              <a:gd name="connsiteX11" fmla="*/ 226078 w 1508539"/>
              <a:gd name="connsiteY11" fmla="*/ 6460325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239104 w 1508539"/>
              <a:gd name="connsiteY14" fmla="*/ 6414240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262170 w 1508539"/>
              <a:gd name="connsiteY19" fmla="*/ 6281972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25289 w 1508539"/>
              <a:gd name="connsiteY10" fmla="*/ 6525770 h 6858000"/>
              <a:gd name="connsiteX11" fmla="*/ 395154 w 1508539"/>
              <a:gd name="connsiteY11" fmla="*/ 6504057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239104 w 1508539"/>
              <a:gd name="connsiteY14" fmla="*/ 6414240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262170 w 1508539"/>
              <a:gd name="connsiteY19" fmla="*/ 6281972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25289 w 1508539"/>
              <a:gd name="connsiteY10" fmla="*/ 6525770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239104 w 1508539"/>
              <a:gd name="connsiteY14" fmla="*/ 6414240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262170 w 1508539"/>
              <a:gd name="connsiteY19" fmla="*/ 6281972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25289 w 1508539"/>
              <a:gd name="connsiteY10" fmla="*/ 6525770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239104 w 1508539"/>
              <a:gd name="connsiteY14" fmla="*/ 6414240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262170 w 1508539"/>
              <a:gd name="connsiteY19" fmla="*/ 6281972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25289 w 1508539"/>
              <a:gd name="connsiteY10" fmla="*/ 6525770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16634 w 1508539"/>
              <a:gd name="connsiteY14" fmla="*/ 6346654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262170 w 1508539"/>
              <a:gd name="connsiteY19" fmla="*/ 6281972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25289 w 1508539"/>
              <a:gd name="connsiteY10" fmla="*/ 6525770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16634 w 1508539"/>
              <a:gd name="connsiteY14" fmla="*/ 6346654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246136 w 1508539"/>
              <a:gd name="connsiteY18" fmla="*/ 6348250 h 6858000"/>
              <a:gd name="connsiteX19" fmla="*/ 410113 w 1508539"/>
              <a:gd name="connsiteY19" fmla="*/ 6202459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25289 w 1508539"/>
              <a:gd name="connsiteY10" fmla="*/ 6525770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16634 w 1508539"/>
              <a:gd name="connsiteY14" fmla="*/ 6346654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25289 w 1508539"/>
              <a:gd name="connsiteY10" fmla="*/ 6525770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16634 w 1508539"/>
              <a:gd name="connsiteY14" fmla="*/ 6346654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63126 w 1508539"/>
              <a:gd name="connsiteY23" fmla="*/ 5934687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25289 w 1508539"/>
              <a:gd name="connsiteY10" fmla="*/ 6525770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16634 w 1508539"/>
              <a:gd name="connsiteY14" fmla="*/ 6346654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290557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96942 w 1508539"/>
              <a:gd name="connsiteY23" fmla="*/ 5926735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25289 w 1508539"/>
              <a:gd name="connsiteY10" fmla="*/ 6525770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16634 w 1508539"/>
              <a:gd name="connsiteY14" fmla="*/ 6346654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392003 w 1508539"/>
              <a:gd name="connsiteY20" fmla="*/ 6153037 h 6858000"/>
              <a:gd name="connsiteX21" fmla="*/ 314428 w 1508539"/>
              <a:gd name="connsiteY21" fmla="*/ 6113913 h 6858000"/>
              <a:gd name="connsiteX22" fmla="*/ 318721 w 1508539"/>
              <a:gd name="connsiteY22" fmla="*/ 6028119 h 6858000"/>
              <a:gd name="connsiteX23" fmla="*/ 396942 w 1508539"/>
              <a:gd name="connsiteY23" fmla="*/ 5926735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25289 w 1508539"/>
              <a:gd name="connsiteY10" fmla="*/ 6525770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16634 w 1508539"/>
              <a:gd name="connsiteY14" fmla="*/ 6346654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392003 w 1508539"/>
              <a:gd name="connsiteY20" fmla="*/ 6153037 h 6858000"/>
              <a:gd name="connsiteX21" fmla="*/ 394739 w 1508539"/>
              <a:gd name="connsiteY21" fmla="*/ 6090059 h 6858000"/>
              <a:gd name="connsiteX22" fmla="*/ 318721 w 1508539"/>
              <a:gd name="connsiteY22" fmla="*/ 6028119 h 6858000"/>
              <a:gd name="connsiteX23" fmla="*/ 396942 w 1508539"/>
              <a:gd name="connsiteY23" fmla="*/ 5926735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25289 w 1508539"/>
              <a:gd name="connsiteY10" fmla="*/ 6525770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16634 w 1508539"/>
              <a:gd name="connsiteY14" fmla="*/ 6346654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244471 w 1508539"/>
              <a:gd name="connsiteY17" fmla="*/ 6349778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392003 w 1508539"/>
              <a:gd name="connsiteY20" fmla="*/ 6153037 h 6858000"/>
              <a:gd name="connsiteX21" fmla="*/ 394739 w 1508539"/>
              <a:gd name="connsiteY21" fmla="*/ 6090059 h 6858000"/>
              <a:gd name="connsiteX22" fmla="*/ 386351 w 1508539"/>
              <a:gd name="connsiteY22" fmla="*/ 6028119 h 6858000"/>
              <a:gd name="connsiteX23" fmla="*/ 396942 w 1508539"/>
              <a:gd name="connsiteY23" fmla="*/ 5926735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25289 w 1508539"/>
              <a:gd name="connsiteY10" fmla="*/ 6525770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16634 w 1508539"/>
              <a:gd name="connsiteY14" fmla="*/ 6346654 h 6858000"/>
              <a:gd name="connsiteX15" fmla="*/ 241880 w 1508539"/>
              <a:gd name="connsiteY15" fmla="*/ 6384857 h 6858000"/>
              <a:gd name="connsiteX16" fmla="*/ 240591 w 1508539"/>
              <a:gd name="connsiteY16" fmla="*/ 6367510 h 6858000"/>
              <a:gd name="connsiteX17" fmla="*/ 405093 w 1508539"/>
              <a:gd name="connsiteY17" fmla="*/ 6270265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392003 w 1508539"/>
              <a:gd name="connsiteY20" fmla="*/ 6153037 h 6858000"/>
              <a:gd name="connsiteX21" fmla="*/ 394739 w 1508539"/>
              <a:gd name="connsiteY21" fmla="*/ 6090059 h 6858000"/>
              <a:gd name="connsiteX22" fmla="*/ 386351 w 1508539"/>
              <a:gd name="connsiteY22" fmla="*/ 6028119 h 6858000"/>
              <a:gd name="connsiteX23" fmla="*/ 396942 w 1508539"/>
              <a:gd name="connsiteY23" fmla="*/ 5926735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25289 w 1508539"/>
              <a:gd name="connsiteY10" fmla="*/ 6525770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16634 w 1508539"/>
              <a:gd name="connsiteY14" fmla="*/ 6346654 h 6858000"/>
              <a:gd name="connsiteX15" fmla="*/ 241880 w 1508539"/>
              <a:gd name="connsiteY15" fmla="*/ 6384857 h 6858000"/>
              <a:gd name="connsiteX16" fmla="*/ 422348 w 1508539"/>
              <a:gd name="connsiteY16" fmla="*/ 6280046 h 6858000"/>
              <a:gd name="connsiteX17" fmla="*/ 405093 w 1508539"/>
              <a:gd name="connsiteY17" fmla="*/ 6270265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392003 w 1508539"/>
              <a:gd name="connsiteY20" fmla="*/ 6153037 h 6858000"/>
              <a:gd name="connsiteX21" fmla="*/ 394739 w 1508539"/>
              <a:gd name="connsiteY21" fmla="*/ 6090059 h 6858000"/>
              <a:gd name="connsiteX22" fmla="*/ 386351 w 1508539"/>
              <a:gd name="connsiteY22" fmla="*/ 6028119 h 6858000"/>
              <a:gd name="connsiteX23" fmla="*/ 396942 w 1508539"/>
              <a:gd name="connsiteY23" fmla="*/ 5926735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25289 w 1508539"/>
              <a:gd name="connsiteY10" fmla="*/ 6525770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16634 w 1508539"/>
              <a:gd name="connsiteY14" fmla="*/ 6346654 h 6858000"/>
              <a:gd name="connsiteX15" fmla="*/ 415184 w 1508539"/>
              <a:gd name="connsiteY15" fmla="*/ 6313295 h 6858000"/>
              <a:gd name="connsiteX16" fmla="*/ 422348 w 1508539"/>
              <a:gd name="connsiteY16" fmla="*/ 6280046 h 6858000"/>
              <a:gd name="connsiteX17" fmla="*/ 405093 w 1508539"/>
              <a:gd name="connsiteY17" fmla="*/ 6270265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392003 w 1508539"/>
              <a:gd name="connsiteY20" fmla="*/ 6153037 h 6858000"/>
              <a:gd name="connsiteX21" fmla="*/ 394739 w 1508539"/>
              <a:gd name="connsiteY21" fmla="*/ 6090059 h 6858000"/>
              <a:gd name="connsiteX22" fmla="*/ 386351 w 1508539"/>
              <a:gd name="connsiteY22" fmla="*/ 6028119 h 6858000"/>
              <a:gd name="connsiteX23" fmla="*/ 396942 w 1508539"/>
              <a:gd name="connsiteY23" fmla="*/ 5926735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42197 w 1508539"/>
              <a:gd name="connsiteY10" fmla="*/ 6557575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16634 w 1508539"/>
              <a:gd name="connsiteY14" fmla="*/ 6346654 h 6858000"/>
              <a:gd name="connsiteX15" fmla="*/ 415184 w 1508539"/>
              <a:gd name="connsiteY15" fmla="*/ 6313295 h 6858000"/>
              <a:gd name="connsiteX16" fmla="*/ 422348 w 1508539"/>
              <a:gd name="connsiteY16" fmla="*/ 6280046 h 6858000"/>
              <a:gd name="connsiteX17" fmla="*/ 405093 w 1508539"/>
              <a:gd name="connsiteY17" fmla="*/ 6270265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392003 w 1508539"/>
              <a:gd name="connsiteY20" fmla="*/ 6153037 h 6858000"/>
              <a:gd name="connsiteX21" fmla="*/ 394739 w 1508539"/>
              <a:gd name="connsiteY21" fmla="*/ 6090059 h 6858000"/>
              <a:gd name="connsiteX22" fmla="*/ 386351 w 1508539"/>
              <a:gd name="connsiteY22" fmla="*/ 6028119 h 6858000"/>
              <a:gd name="connsiteX23" fmla="*/ 396942 w 1508539"/>
              <a:gd name="connsiteY23" fmla="*/ 5926735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42197 w 1508539"/>
              <a:gd name="connsiteY10" fmla="*/ 6557575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37769 w 1508539"/>
              <a:gd name="connsiteY14" fmla="*/ 6334727 h 6858000"/>
              <a:gd name="connsiteX15" fmla="*/ 415184 w 1508539"/>
              <a:gd name="connsiteY15" fmla="*/ 6313295 h 6858000"/>
              <a:gd name="connsiteX16" fmla="*/ 422348 w 1508539"/>
              <a:gd name="connsiteY16" fmla="*/ 6280046 h 6858000"/>
              <a:gd name="connsiteX17" fmla="*/ 405093 w 1508539"/>
              <a:gd name="connsiteY17" fmla="*/ 6270265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392003 w 1508539"/>
              <a:gd name="connsiteY20" fmla="*/ 6153037 h 6858000"/>
              <a:gd name="connsiteX21" fmla="*/ 394739 w 1508539"/>
              <a:gd name="connsiteY21" fmla="*/ 6090059 h 6858000"/>
              <a:gd name="connsiteX22" fmla="*/ 386351 w 1508539"/>
              <a:gd name="connsiteY22" fmla="*/ 6028119 h 6858000"/>
              <a:gd name="connsiteX23" fmla="*/ 396942 w 1508539"/>
              <a:gd name="connsiteY23" fmla="*/ 5926735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42197 w 1508539"/>
              <a:gd name="connsiteY10" fmla="*/ 6557575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37769 w 1508539"/>
              <a:gd name="connsiteY14" fmla="*/ 6334727 h 6858000"/>
              <a:gd name="connsiteX15" fmla="*/ 415184 w 1508539"/>
              <a:gd name="connsiteY15" fmla="*/ 6313295 h 6858000"/>
              <a:gd name="connsiteX16" fmla="*/ 422348 w 1508539"/>
              <a:gd name="connsiteY16" fmla="*/ 6280046 h 6858000"/>
              <a:gd name="connsiteX17" fmla="*/ 405093 w 1508539"/>
              <a:gd name="connsiteY17" fmla="*/ 6270265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392003 w 1508539"/>
              <a:gd name="connsiteY20" fmla="*/ 6153037 h 6858000"/>
              <a:gd name="connsiteX21" fmla="*/ 394739 w 1508539"/>
              <a:gd name="connsiteY21" fmla="*/ 6090059 h 6858000"/>
              <a:gd name="connsiteX22" fmla="*/ 386351 w 1508539"/>
              <a:gd name="connsiteY22" fmla="*/ 6028119 h 6858000"/>
              <a:gd name="connsiteX23" fmla="*/ 396942 w 1508539"/>
              <a:gd name="connsiteY23" fmla="*/ 5926735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42197 w 1508539"/>
              <a:gd name="connsiteY10" fmla="*/ 6557575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37769 w 1508539"/>
              <a:gd name="connsiteY14" fmla="*/ 6334727 h 6858000"/>
              <a:gd name="connsiteX15" fmla="*/ 415184 w 1508539"/>
              <a:gd name="connsiteY15" fmla="*/ 6313295 h 6858000"/>
              <a:gd name="connsiteX16" fmla="*/ 422348 w 1508539"/>
              <a:gd name="connsiteY16" fmla="*/ 6280046 h 6858000"/>
              <a:gd name="connsiteX17" fmla="*/ 405093 w 1508539"/>
              <a:gd name="connsiteY17" fmla="*/ 6270265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392003 w 1508539"/>
              <a:gd name="connsiteY20" fmla="*/ 6153037 h 6858000"/>
              <a:gd name="connsiteX21" fmla="*/ 394739 w 1508539"/>
              <a:gd name="connsiteY21" fmla="*/ 6090059 h 6858000"/>
              <a:gd name="connsiteX22" fmla="*/ 386351 w 1508539"/>
              <a:gd name="connsiteY22" fmla="*/ 6028119 h 6858000"/>
              <a:gd name="connsiteX23" fmla="*/ 396942 w 1508539"/>
              <a:gd name="connsiteY23" fmla="*/ 5926735 h 6858000"/>
              <a:gd name="connsiteX24" fmla="*/ 408411 w 1508539"/>
              <a:gd name="connsiteY24" fmla="*/ 5704905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42197 w 1508539"/>
              <a:gd name="connsiteY10" fmla="*/ 6557575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37769 w 1508539"/>
              <a:gd name="connsiteY14" fmla="*/ 6334727 h 6858000"/>
              <a:gd name="connsiteX15" fmla="*/ 415184 w 1508539"/>
              <a:gd name="connsiteY15" fmla="*/ 6313295 h 6858000"/>
              <a:gd name="connsiteX16" fmla="*/ 422348 w 1508539"/>
              <a:gd name="connsiteY16" fmla="*/ 6280046 h 6858000"/>
              <a:gd name="connsiteX17" fmla="*/ 405093 w 1508539"/>
              <a:gd name="connsiteY17" fmla="*/ 6270265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392003 w 1508539"/>
              <a:gd name="connsiteY20" fmla="*/ 6153037 h 6858000"/>
              <a:gd name="connsiteX21" fmla="*/ 394739 w 1508539"/>
              <a:gd name="connsiteY21" fmla="*/ 6090059 h 6858000"/>
              <a:gd name="connsiteX22" fmla="*/ 386351 w 1508539"/>
              <a:gd name="connsiteY22" fmla="*/ 6028119 h 6858000"/>
              <a:gd name="connsiteX23" fmla="*/ 396942 w 1508539"/>
              <a:gd name="connsiteY23" fmla="*/ 5926735 h 6858000"/>
              <a:gd name="connsiteX24" fmla="*/ 446454 w 1508539"/>
              <a:gd name="connsiteY24" fmla="*/ 5712857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42197 w 1508539"/>
              <a:gd name="connsiteY10" fmla="*/ 6557575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37769 w 1508539"/>
              <a:gd name="connsiteY14" fmla="*/ 6334727 h 6858000"/>
              <a:gd name="connsiteX15" fmla="*/ 415184 w 1508539"/>
              <a:gd name="connsiteY15" fmla="*/ 6313295 h 6858000"/>
              <a:gd name="connsiteX16" fmla="*/ 422348 w 1508539"/>
              <a:gd name="connsiteY16" fmla="*/ 6280046 h 6858000"/>
              <a:gd name="connsiteX17" fmla="*/ 405093 w 1508539"/>
              <a:gd name="connsiteY17" fmla="*/ 6270265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392003 w 1508539"/>
              <a:gd name="connsiteY20" fmla="*/ 6153037 h 6858000"/>
              <a:gd name="connsiteX21" fmla="*/ 394739 w 1508539"/>
              <a:gd name="connsiteY21" fmla="*/ 6090059 h 6858000"/>
              <a:gd name="connsiteX22" fmla="*/ 411713 w 1508539"/>
              <a:gd name="connsiteY22" fmla="*/ 6028119 h 6858000"/>
              <a:gd name="connsiteX23" fmla="*/ 396942 w 1508539"/>
              <a:gd name="connsiteY23" fmla="*/ 5926735 h 6858000"/>
              <a:gd name="connsiteX24" fmla="*/ 446454 w 1508539"/>
              <a:gd name="connsiteY24" fmla="*/ 5712857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42197 w 1508539"/>
              <a:gd name="connsiteY10" fmla="*/ 6557575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37769 w 1508539"/>
              <a:gd name="connsiteY14" fmla="*/ 6334727 h 6858000"/>
              <a:gd name="connsiteX15" fmla="*/ 415184 w 1508539"/>
              <a:gd name="connsiteY15" fmla="*/ 6313295 h 6858000"/>
              <a:gd name="connsiteX16" fmla="*/ 422348 w 1508539"/>
              <a:gd name="connsiteY16" fmla="*/ 6280046 h 6858000"/>
              <a:gd name="connsiteX17" fmla="*/ 405093 w 1508539"/>
              <a:gd name="connsiteY17" fmla="*/ 6270265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392003 w 1508539"/>
              <a:gd name="connsiteY20" fmla="*/ 6153037 h 6858000"/>
              <a:gd name="connsiteX21" fmla="*/ 394739 w 1508539"/>
              <a:gd name="connsiteY21" fmla="*/ 6090059 h 6858000"/>
              <a:gd name="connsiteX22" fmla="*/ 411713 w 1508539"/>
              <a:gd name="connsiteY22" fmla="*/ 6028119 h 6858000"/>
              <a:gd name="connsiteX23" fmla="*/ 396942 w 1508539"/>
              <a:gd name="connsiteY23" fmla="*/ 5926735 h 6858000"/>
              <a:gd name="connsiteX24" fmla="*/ 446454 w 1508539"/>
              <a:gd name="connsiteY24" fmla="*/ 5712857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42197 w 1508539"/>
              <a:gd name="connsiteY10" fmla="*/ 6557575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37769 w 1508539"/>
              <a:gd name="connsiteY14" fmla="*/ 6334727 h 6858000"/>
              <a:gd name="connsiteX15" fmla="*/ 415184 w 1508539"/>
              <a:gd name="connsiteY15" fmla="*/ 6313295 h 6858000"/>
              <a:gd name="connsiteX16" fmla="*/ 422348 w 1508539"/>
              <a:gd name="connsiteY16" fmla="*/ 6280046 h 6858000"/>
              <a:gd name="connsiteX17" fmla="*/ 405093 w 1508539"/>
              <a:gd name="connsiteY17" fmla="*/ 6270265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392003 w 1508539"/>
              <a:gd name="connsiteY20" fmla="*/ 6153037 h 6858000"/>
              <a:gd name="connsiteX21" fmla="*/ 394739 w 1508539"/>
              <a:gd name="connsiteY21" fmla="*/ 6090059 h 6858000"/>
              <a:gd name="connsiteX22" fmla="*/ 411713 w 1508539"/>
              <a:gd name="connsiteY22" fmla="*/ 6028119 h 6858000"/>
              <a:gd name="connsiteX23" fmla="*/ 396942 w 1508539"/>
              <a:gd name="connsiteY23" fmla="*/ 5926735 h 6858000"/>
              <a:gd name="connsiteX24" fmla="*/ 446454 w 1508539"/>
              <a:gd name="connsiteY24" fmla="*/ 5712857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42197 w 1508539"/>
              <a:gd name="connsiteY10" fmla="*/ 6557575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37769 w 1508539"/>
              <a:gd name="connsiteY14" fmla="*/ 6334727 h 6858000"/>
              <a:gd name="connsiteX15" fmla="*/ 415184 w 1508539"/>
              <a:gd name="connsiteY15" fmla="*/ 6313295 h 6858000"/>
              <a:gd name="connsiteX16" fmla="*/ 422348 w 1508539"/>
              <a:gd name="connsiteY16" fmla="*/ 6280046 h 6858000"/>
              <a:gd name="connsiteX17" fmla="*/ 405093 w 1508539"/>
              <a:gd name="connsiteY17" fmla="*/ 6270265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392003 w 1508539"/>
              <a:gd name="connsiteY20" fmla="*/ 6153037 h 6858000"/>
              <a:gd name="connsiteX21" fmla="*/ 394739 w 1508539"/>
              <a:gd name="connsiteY21" fmla="*/ 6090059 h 6858000"/>
              <a:gd name="connsiteX22" fmla="*/ 411713 w 1508539"/>
              <a:gd name="connsiteY22" fmla="*/ 6028119 h 6858000"/>
              <a:gd name="connsiteX23" fmla="*/ 396942 w 1508539"/>
              <a:gd name="connsiteY23" fmla="*/ 5926735 h 6858000"/>
              <a:gd name="connsiteX24" fmla="*/ 446454 w 1508539"/>
              <a:gd name="connsiteY24" fmla="*/ 5712857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42197 w 1508539"/>
              <a:gd name="connsiteY10" fmla="*/ 6557575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37769 w 1508539"/>
              <a:gd name="connsiteY14" fmla="*/ 6334727 h 6858000"/>
              <a:gd name="connsiteX15" fmla="*/ 415184 w 1508539"/>
              <a:gd name="connsiteY15" fmla="*/ 6313295 h 6858000"/>
              <a:gd name="connsiteX16" fmla="*/ 422348 w 1508539"/>
              <a:gd name="connsiteY16" fmla="*/ 6280046 h 6858000"/>
              <a:gd name="connsiteX17" fmla="*/ 405093 w 1508539"/>
              <a:gd name="connsiteY17" fmla="*/ 6270265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408911 w 1508539"/>
              <a:gd name="connsiteY20" fmla="*/ 6153037 h 6858000"/>
              <a:gd name="connsiteX21" fmla="*/ 394739 w 1508539"/>
              <a:gd name="connsiteY21" fmla="*/ 6090059 h 6858000"/>
              <a:gd name="connsiteX22" fmla="*/ 411713 w 1508539"/>
              <a:gd name="connsiteY22" fmla="*/ 6028119 h 6858000"/>
              <a:gd name="connsiteX23" fmla="*/ 396942 w 1508539"/>
              <a:gd name="connsiteY23" fmla="*/ 5926735 h 6858000"/>
              <a:gd name="connsiteX24" fmla="*/ 446454 w 1508539"/>
              <a:gd name="connsiteY24" fmla="*/ 5712857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43784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42197 w 1508539"/>
              <a:gd name="connsiteY10" fmla="*/ 6557575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37769 w 1508539"/>
              <a:gd name="connsiteY14" fmla="*/ 6334727 h 6858000"/>
              <a:gd name="connsiteX15" fmla="*/ 415184 w 1508539"/>
              <a:gd name="connsiteY15" fmla="*/ 6313295 h 6858000"/>
              <a:gd name="connsiteX16" fmla="*/ 422348 w 1508539"/>
              <a:gd name="connsiteY16" fmla="*/ 6280046 h 6858000"/>
              <a:gd name="connsiteX17" fmla="*/ 405093 w 1508539"/>
              <a:gd name="connsiteY17" fmla="*/ 6270265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408911 w 1508539"/>
              <a:gd name="connsiteY20" fmla="*/ 6153037 h 6858000"/>
              <a:gd name="connsiteX21" fmla="*/ 424326 w 1508539"/>
              <a:gd name="connsiteY21" fmla="*/ 6078132 h 6858000"/>
              <a:gd name="connsiteX22" fmla="*/ 411713 w 1508539"/>
              <a:gd name="connsiteY22" fmla="*/ 6028119 h 6858000"/>
              <a:gd name="connsiteX23" fmla="*/ 396942 w 1508539"/>
              <a:gd name="connsiteY23" fmla="*/ 5926735 h 6858000"/>
              <a:gd name="connsiteX24" fmla="*/ 446454 w 1508539"/>
              <a:gd name="connsiteY24" fmla="*/ 5712857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81826 w 1508539"/>
              <a:gd name="connsiteY4" fmla="*/ 6776847 h 6858000"/>
              <a:gd name="connsiteX5" fmla="*/ 255284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42197 w 1508539"/>
              <a:gd name="connsiteY10" fmla="*/ 6557575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37769 w 1508539"/>
              <a:gd name="connsiteY14" fmla="*/ 6334727 h 6858000"/>
              <a:gd name="connsiteX15" fmla="*/ 415184 w 1508539"/>
              <a:gd name="connsiteY15" fmla="*/ 6313295 h 6858000"/>
              <a:gd name="connsiteX16" fmla="*/ 422348 w 1508539"/>
              <a:gd name="connsiteY16" fmla="*/ 6280046 h 6858000"/>
              <a:gd name="connsiteX17" fmla="*/ 405093 w 1508539"/>
              <a:gd name="connsiteY17" fmla="*/ 6270265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408911 w 1508539"/>
              <a:gd name="connsiteY20" fmla="*/ 6153037 h 6858000"/>
              <a:gd name="connsiteX21" fmla="*/ 424326 w 1508539"/>
              <a:gd name="connsiteY21" fmla="*/ 6078132 h 6858000"/>
              <a:gd name="connsiteX22" fmla="*/ 411713 w 1508539"/>
              <a:gd name="connsiteY22" fmla="*/ 6028119 h 6858000"/>
              <a:gd name="connsiteX23" fmla="*/ 396942 w 1508539"/>
              <a:gd name="connsiteY23" fmla="*/ 5926735 h 6858000"/>
              <a:gd name="connsiteX24" fmla="*/ 446454 w 1508539"/>
              <a:gd name="connsiteY24" fmla="*/ 5712857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81826 w 1508539"/>
              <a:gd name="connsiteY4" fmla="*/ 6776847 h 6858000"/>
              <a:gd name="connsiteX5" fmla="*/ 293326 w 1508539"/>
              <a:gd name="connsiteY5" fmla="*/ 6737706 h 6858000"/>
              <a:gd name="connsiteX6" fmla="*/ 267342 w 1508539"/>
              <a:gd name="connsiteY6" fmla="*/ 6683638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42197 w 1508539"/>
              <a:gd name="connsiteY10" fmla="*/ 6557575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37769 w 1508539"/>
              <a:gd name="connsiteY14" fmla="*/ 6334727 h 6858000"/>
              <a:gd name="connsiteX15" fmla="*/ 415184 w 1508539"/>
              <a:gd name="connsiteY15" fmla="*/ 6313295 h 6858000"/>
              <a:gd name="connsiteX16" fmla="*/ 422348 w 1508539"/>
              <a:gd name="connsiteY16" fmla="*/ 6280046 h 6858000"/>
              <a:gd name="connsiteX17" fmla="*/ 405093 w 1508539"/>
              <a:gd name="connsiteY17" fmla="*/ 6270265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408911 w 1508539"/>
              <a:gd name="connsiteY20" fmla="*/ 6153037 h 6858000"/>
              <a:gd name="connsiteX21" fmla="*/ 424326 w 1508539"/>
              <a:gd name="connsiteY21" fmla="*/ 6078132 h 6858000"/>
              <a:gd name="connsiteX22" fmla="*/ 411713 w 1508539"/>
              <a:gd name="connsiteY22" fmla="*/ 6028119 h 6858000"/>
              <a:gd name="connsiteX23" fmla="*/ 396942 w 1508539"/>
              <a:gd name="connsiteY23" fmla="*/ 5926735 h 6858000"/>
              <a:gd name="connsiteX24" fmla="*/ 446454 w 1508539"/>
              <a:gd name="connsiteY24" fmla="*/ 5712857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0 w 1508539"/>
              <a:gd name="connsiteY0" fmla="*/ 0 h 6858000"/>
              <a:gd name="connsiteX1" fmla="*/ 1508539 w 1508539"/>
              <a:gd name="connsiteY1" fmla="*/ 0 h 6858000"/>
              <a:gd name="connsiteX2" fmla="*/ 1508539 w 1508539"/>
              <a:gd name="connsiteY2" fmla="*/ 6858000 h 6858000"/>
              <a:gd name="connsiteX3" fmla="*/ 245233 w 1508539"/>
              <a:gd name="connsiteY3" fmla="*/ 6857735 h 6858000"/>
              <a:gd name="connsiteX4" fmla="*/ 281826 w 1508539"/>
              <a:gd name="connsiteY4" fmla="*/ 6776847 h 6858000"/>
              <a:gd name="connsiteX5" fmla="*/ 293326 w 1508539"/>
              <a:gd name="connsiteY5" fmla="*/ 6737706 h 6858000"/>
              <a:gd name="connsiteX6" fmla="*/ 318065 w 1508539"/>
              <a:gd name="connsiteY6" fmla="*/ 6691589 h 6858000"/>
              <a:gd name="connsiteX7" fmla="*/ 295622 w 1508539"/>
              <a:gd name="connsiteY7" fmla="*/ 6659970 h 6858000"/>
              <a:gd name="connsiteX8" fmla="*/ 310713 w 1508539"/>
              <a:gd name="connsiteY8" fmla="*/ 6636211 h 6858000"/>
              <a:gd name="connsiteX9" fmla="*/ 328157 w 1508539"/>
              <a:gd name="connsiteY9" fmla="*/ 6594177 h 6858000"/>
              <a:gd name="connsiteX10" fmla="*/ 342197 w 1508539"/>
              <a:gd name="connsiteY10" fmla="*/ 6557575 h 6858000"/>
              <a:gd name="connsiteX11" fmla="*/ 395154 w 1508539"/>
              <a:gd name="connsiteY11" fmla="*/ 6492130 h 6858000"/>
              <a:gd name="connsiteX12" fmla="*/ 410841 w 1508539"/>
              <a:gd name="connsiteY12" fmla="*/ 6431610 h 6858000"/>
              <a:gd name="connsiteX13" fmla="*/ 454546 w 1508539"/>
              <a:gd name="connsiteY13" fmla="*/ 6379786 h 6858000"/>
              <a:gd name="connsiteX14" fmla="*/ 437769 w 1508539"/>
              <a:gd name="connsiteY14" fmla="*/ 6334727 h 6858000"/>
              <a:gd name="connsiteX15" fmla="*/ 415184 w 1508539"/>
              <a:gd name="connsiteY15" fmla="*/ 6313295 h 6858000"/>
              <a:gd name="connsiteX16" fmla="*/ 422348 w 1508539"/>
              <a:gd name="connsiteY16" fmla="*/ 6280046 h 6858000"/>
              <a:gd name="connsiteX17" fmla="*/ 405093 w 1508539"/>
              <a:gd name="connsiteY17" fmla="*/ 6270265 h 6858000"/>
              <a:gd name="connsiteX18" fmla="*/ 432121 w 1508539"/>
              <a:gd name="connsiteY18" fmla="*/ 6252834 h 6858000"/>
              <a:gd name="connsiteX19" fmla="*/ 410113 w 1508539"/>
              <a:gd name="connsiteY19" fmla="*/ 6202459 h 6858000"/>
              <a:gd name="connsiteX20" fmla="*/ 408911 w 1508539"/>
              <a:gd name="connsiteY20" fmla="*/ 6153037 h 6858000"/>
              <a:gd name="connsiteX21" fmla="*/ 424326 w 1508539"/>
              <a:gd name="connsiteY21" fmla="*/ 6078132 h 6858000"/>
              <a:gd name="connsiteX22" fmla="*/ 411713 w 1508539"/>
              <a:gd name="connsiteY22" fmla="*/ 6028119 h 6858000"/>
              <a:gd name="connsiteX23" fmla="*/ 396942 w 1508539"/>
              <a:gd name="connsiteY23" fmla="*/ 5926735 h 6858000"/>
              <a:gd name="connsiteX24" fmla="*/ 446454 w 1508539"/>
              <a:gd name="connsiteY24" fmla="*/ 5712857 h 6858000"/>
              <a:gd name="connsiteX25" fmla="*/ 425529 w 1508539"/>
              <a:gd name="connsiteY25" fmla="*/ 5676393 h 6858000"/>
              <a:gd name="connsiteX26" fmla="*/ 465121 w 1508539"/>
              <a:gd name="connsiteY26" fmla="*/ 5563435 h 6858000"/>
              <a:gd name="connsiteX27" fmla="*/ 512251 w 1508539"/>
              <a:gd name="connsiteY27" fmla="*/ 5437125 h 6858000"/>
              <a:gd name="connsiteX28" fmla="*/ 525819 w 1508539"/>
              <a:gd name="connsiteY28" fmla="*/ 5396260 h 6858000"/>
              <a:gd name="connsiteX29" fmla="*/ 541800 w 1508539"/>
              <a:gd name="connsiteY29" fmla="*/ 5330009 h 6858000"/>
              <a:gd name="connsiteX30" fmla="*/ 575293 w 1508539"/>
              <a:gd name="connsiteY30" fmla="*/ 5273739 h 6858000"/>
              <a:gd name="connsiteX31" fmla="*/ 584892 w 1508539"/>
              <a:gd name="connsiteY31" fmla="*/ 5241779 h 6858000"/>
              <a:gd name="connsiteX32" fmla="*/ 596118 w 1508539"/>
              <a:gd name="connsiteY32" fmla="*/ 5225268 h 6858000"/>
              <a:gd name="connsiteX33" fmla="*/ 597138 w 1508539"/>
              <a:gd name="connsiteY33" fmla="*/ 5217684 h 6858000"/>
              <a:gd name="connsiteX34" fmla="*/ 604479 w 1508539"/>
              <a:gd name="connsiteY34" fmla="*/ 5193377 h 6858000"/>
              <a:gd name="connsiteX35" fmla="*/ 607782 w 1508539"/>
              <a:gd name="connsiteY35" fmla="*/ 5179288 h 6858000"/>
              <a:gd name="connsiteX36" fmla="*/ 608766 w 1508539"/>
              <a:gd name="connsiteY36" fmla="*/ 5173621 h 6858000"/>
              <a:gd name="connsiteX37" fmla="*/ 604400 w 1508539"/>
              <a:gd name="connsiteY37" fmla="*/ 5159961 h 6858000"/>
              <a:gd name="connsiteX38" fmla="*/ 611077 w 1508539"/>
              <a:gd name="connsiteY38" fmla="*/ 5144295 h 6858000"/>
              <a:gd name="connsiteX39" fmla="*/ 608010 w 1508539"/>
              <a:gd name="connsiteY39" fmla="*/ 5125185 h 6858000"/>
              <a:gd name="connsiteX40" fmla="*/ 614840 w 1508539"/>
              <a:gd name="connsiteY40" fmla="*/ 5121884 h 6858000"/>
              <a:gd name="connsiteX41" fmla="*/ 621876 w 1508539"/>
              <a:gd name="connsiteY41" fmla="*/ 5067850 h 6858000"/>
              <a:gd name="connsiteX42" fmla="*/ 624607 w 1508539"/>
              <a:gd name="connsiteY42" fmla="*/ 5060861 h 6858000"/>
              <a:gd name="connsiteX43" fmla="*/ 621311 w 1508539"/>
              <a:gd name="connsiteY43" fmla="*/ 5034192 h 6858000"/>
              <a:gd name="connsiteX44" fmla="*/ 622865 w 1508539"/>
              <a:gd name="connsiteY44" fmla="*/ 4993030 h 6858000"/>
              <a:gd name="connsiteX45" fmla="*/ 629774 w 1508539"/>
              <a:gd name="connsiteY45" fmla="*/ 4946844 h 6858000"/>
              <a:gd name="connsiteX46" fmla="*/ 625630 w 1508539"/>
              <a:gd name="connsiteY46" fmla="*/ 4932692 h 6858000"/>
              <a:gd name="connsiteX47" fmla="*/ 641033 w 1508539"/>
              <a:gd name="connsiteY47" fmla="*/ 4858827 h 6858000"/>
              <a:gd name="connsiteX48" fmla="*/ 646936 w 1508539"/>
              <a:gd name="connsiteY48" fmla="*/ 4821170 h 6858000"/>
              <a:gd name="connsiteX49" fmla="*/ 651669 w 1508539"/>
              <a:gd name="connsiteY49" fmla="*/ 4780965 h 6858000"/>
              <a:gd name="connsiteX50" fmla="*/ 652962 w 1508539"/>
              <a:gd name="connsiteY50" fmla="*/ 4750867 h 6858000"/>
              <a:gd name="connsiteX51" fmla="*/ 650769 w 1508539"/>
              <a:gd name="connsiteY51" fmla="*/ 4690749 h 6858000"/>
              <a:gd name="connsiteX52" fmla="*/ 646249 w 1508539"/>
              <a:gd name="connsiteY52" fmla="*/ 4584173 h 6858000"/>
              <a:gd name="connsiteX53" fmla="*/ 641332 w 1508539"/>
              <a:gd name="connsiteY53" fmla="*/ 4444346 h 6858000"/>
              <a:gd name="connsiteX54" fmla="*/ 637897 w 1508539"/>
              <a:gd name="connsiteY54" fmla="*/ 4375228 h 6858000"/>
              <a:gd name="connsiteX55" fmla="*/ 618550 w 1508539"/>
              <a:gd name="connsiteY55" fmla="*/ 4214165 h 6858000"/>
              <a:gd name="connsiteX56" fmla="*/ 622623 w 1508539"/>
              <a:gd name="connsiteY56" fmla="*/ 4090296 h 6858000"/>
              <a:gd name="connsiteX57" fmla="*/ 607879 w 1508539"/>
              <a:gd name="connsiteY57" fmla="*/ 4033999 h 6858000"/>
              <a:gd name="connsiteX58" fmla="*/ 609028 w 1508539"/>
              <a:gd name="connsiteY58" fmla="*/ 4031933 h 6858000"/>
              <a:gd name="connsiteX59" fmla="*/ 607604 w 1508539"/>
              <a:gd name="connsiteY59" fmla="*/ 4013953 h 6858000"/>
              <a:gd name="connsiteX60" fmla="*/ 593899 w 1508539"/>
              <a:gd name="connsiteY60" fmla="*/ 3974753 h 6858000"/>
              <a:gd name="connsiteX61" fmla="*/ 595497 w 1508539"/>
              <a:gd name="connsiteY61" fmla="*/ 3969950 h 6858000"/>
              <a:gd name="connsiteX62" fmla="*/ 588919 w 1508539"/>
              <a:gd name="connsiteY62" fmla="*/ 3933779 h 6858000"/>
              <a:gd name="connsiteX63" fmla="*/ 590250 w 1508539"/>
              <a:gd name="connsiteY63" fmla="*/ 3933093 h 6858000"/>
              <a:gd name="connsiteX64" fmla="*/ 594604 w 1508539"/>
              <a:gd name="connsiteY64" fmla="*/ 3922082 h 6858000"/>
              <a:gd name="connsiteX65" fmla="*/ 599682 w 1508539"/>
              <a:gd name="connsiteY65" fmla="*/ 3901461 h 6858000"/>
              <a:gd name="connsiteX66" fmla="*/ 622276 w 1508539"/>
              <a:gd name="connsiteY66" fmla="*/ 3813873 h 6858000"/>
              <a:gd name="connsiteX67" fmla="*/ 621701 w 1508539"/>
              <a:gd name="connsiteY67" fmla="*/ 3806161 h 6858000"/>
              <a:gd name="connsiteX68" fmla="*/ 622008 w 1508539"/>
              <a:gd name="connsiteY68" fmla="*/ 3805957 h 6858000"/>
              <a:gd name="connsiteX69" fmla="*/ 622035 w 1508539"/>
              <a:gd name="connsiteY69" fmla="*/ 3797724 h 6858000"/>
              <a:gd name="connsiteX70" fmla="*/ 620650 w 1508539"/>
              <a:gd name="connsiteY70" fmla="*/ 3792098 h 6858000"/>
              <a:gd name="connsiteX71" fmla="*/ 619534 w 1508539"/>
              <a:gd name="connsiteY71" fmla="*/ 3777135 h 6858000"/>
              <a:gd name="connsiteX72" fmla="*/ 621267 w 1508539"/>
              <a:gd name="connsiteY72" fmla="*/ 3771656 h 6858000"/>
              <a:gd name="connsiteX73" fmla="*/ 625010 w 1508539"/>
              <a:gd name="connsiteY73" fmla="*/ 3769007 h 6858000"/>
              <a:gd name="connsiteX74" fmla="*/ 624476 w 1508539"/>
              <a:gd name="connsiteY74" fmla="*/ 3767709 h 6858000"/>
              <a:gd name="connsiteX75" fmla="*/ 633172 w 1508539"/>
              <a:gd name="connsiteY75" fmla="*/ 3738082 h 6858000"/>
              <a:gd name="connsiteX76" fmla="*/ 640518 w 1508539"/>
              <a:gd name="connsiteY76" fmla="*/ 3673397 h 6858000"/>
              <a:gd name="connsiteX77" fmla="*/ 639814 w 1508539"/>
              <a:gd name="connsiteY77" fmla="*/ 3637109 h 6858000"/>
              <a:gd name="connsiteX78" fmla="*/ 643257 w 1508539"/>
              <a:gd name="connsiteY78" fmla="*/ 3536883 h 6858000"/>
              <a:gd name="connsiteX79" fmla="*/ 650795 w 1508539"/>
              <a:gd name="connsiteY79" fmla="*/ 3435652 h 6858000"/>
              <a:gd name="connsiteX80" fmla="*/ 652466 w 1508539"/>
              <a:gd name="connsiteY80" fmla="*/ 3307769 h 6858000"/>
              <a:gd name="connsiteX81" fmla="*/ 670029 w 1508539"/>
              <a:gd name="connsiteY81" fmla="*/ 3250522 h 6858000"/>
              <a:gd name="connsiteX82" fmla="*/ 670454 w 1508539"/>
              <a:gd name="connsiteY82" fmla="*/ 3229163 h 6858000"/>
              <a:gd name="connsiteX83" fmla="*/ 672277 w 1508539"/>
              <a:gd name="connsiteY83" fmla="*/ 3217217 h 6858000"/>
              <a:gd name="connsiteX84" fmla="*/ 659112 w 1508539"/>
              <a:gd name="connsiteY84" fmla="*/ 3183755 h 6858000"/>
              <a:gd name="connsiteX85" fmla="*/ 659613 w 1508539"/>
              <a:gd name="connsiteY85" fmla="*/ 3178642 h 6858000"/>
              <a:gd name="connsiteX86" fmla="*/ 647213 w 1508539"/>
              <a:gd name="connsiteY86" fmla="*/ 3158586 h 6858000"/>
              <a:gd name="connsiteX87" fmla="*/ 632398 w 1508539"/>
              <a:gd name="connsiteY87" fmla="*/ 3129034 h 6858000"/>
              <a:gd name="connsiteX88" fmla="*/ 633063 w 1508539"/>
              <a:gd name="connsiteY88" fmla="*/ 3126682 h 6858000"/>
              <a:gd name="connsiteX89" fmla="*/ 623931 w 1508539"/>
              <a:gd name="connsiteY89" fmla="*/ 3114519 h 6858000"/>
              <a:gd name="connsiteX90" fmla="*/ 610540 w 1508539"/>
              <a:gd name="connsiteY90" fmla="*/ 3106272 h 6858000"/>
              <a:gd name="connsiteX91" fmla="*/ 583270 w 1508539"/>
              <a:gd name="connsiteY91" fmla="*/ 2958185 h 6858000"/>
              <a:gd name="connsiteX92" fmla="*/ 525884 w 1508539"/>
              <a:gd name="connsiteY92" fmla="*/ 2762989 h 6858000"/>
              <a:gd name="connsiteX93" fmla="*/ 474802 w 1508539"/>
              <a:gd name="connsiteY93" fmla="*/ 2554718 h 6858000"/>
              <a:gd name="connsiteX94" fmla="*/ 454896 w 1508539"/>
              <a:gd name="connsiteY94" fmla="*/ 2485734 h 6858000"/>
              <a:gd name="connsiteX95" fmla="*/ 445619 w 1508539"/>
              <a:gd name="connsiteY95" fmla="*/ 2447068 h 6858000"/>
              <a:gd name="connsiteX96" fmla="*/ 432580 w 1508539"/>
              <a:gd name="connsiteY96" fmla="*/ 2425819 h 6858000"/>
              <a:gd name="connsiteX97" fmla="*/ 438579 w 1508539"/>
              <a:gd name="connsiteY97" fmla="*/ 2402874 h 6858000"/>
              <a:gd name="connsiteX98" fmla="*/ 441191 w 1508539"/>
              <a:gd name="connsiteY98" fmla="*/ 2381443 h 6858000"/>
              <a:gd name="connsiteX99" fmla="*/ 417520 w 1508539"/>
              <a:gd name="connsiteY99" fmla="*/ 2261920 h 6858000"/>
              <a:gd name="connsiteX100" fmla="*/ 407407 w 1508539"/>
              <a:gd name="connsiteY100" fmla="*/ 2195378 h 6858000"/>
              <a:gd name="connsiteX101" fmla="*/ 391624 w 1508539"/>
              <a:gd name="connsiteY101" fmla="*/ 2155135 h 6858000"/>
              <a:gd name="connsiteX102" fmla="*/ 389082 w 1508539"/>
              <a:gd name="connsiteY102" fmla="*/ 2118008 h 6858000"/>
              <a:gd name="connsiteX103" fmla="*/ 390075 w 1508539"/>
              <a:gd name="connsiteY103" fmla="*/ 2050531 h 6858000"/>
              <a:gd name="connsiteX104" fmla="*/ 381881 w 1508539"/>
              <a:gd name="connsiteY104" fmla="*/ 1963269 h 6858000"/>
              <a:gd name="connsiteX105" fmla="*/ 363059 w 1508539"/>
              <a:gd name="connsiteY105" fmla="*/ 1906352 h 6858000"/>
              <a:gd name="connsiteX106" fmla="*/ 339616 w 1508539"/>
              <a:gd name="connsiteY106" fmla="*/ 1861531 h 6858000"/>
              <a:gd name="connsiteX107" fmla="*/ 293415 w 1508539"/>
              <a:gd name="connsiteY107" fmla="*/ 1732919 h 6858000"/>
              <a:gd name="connsiteX108" fmla="*/ 265726 w 1508539"/>
              <a:gd name="connsiteY108" fmla="*/ 1663540 h 6858000"/>
              <a:gd name="connsiteX109" fmla="*/ 264852 w 1508539"/>
              <a:gd name="connsiteY109" fmla="*/ 1615777 h 6858000"/>
              <a:gd name="connsiteX110" fmla="*/ 245647 w 1508539"/>
              <a:gd name="connsiteY110" fmla="*/ 1563678 h 6858000"/>
              <a:gd name="connsiteX111" fmla="*/ 258727 w 1508539"/>
              <a:gd name="connsiteY111" fmla="*/ 1519474 h 6858000"/>
              <a:gd name="connsiteX112" fmla="*/ 251469 w 1508539"/>
              <a:gd name="connsiteY112" fmla="*/ 1477995 h 6858000"/>
              <a:gd name="connsiteX113" fmla="*/ 237554 w 1508539"/>
              <a:gd name="connsiteY113" fmla="*/ 1373769 h 6858000"/>
              <a:gd name="connsiteX114" fmla="*/ 245861 w 1508539"/>
              <a:gd name="connsiteY114" fmla="*/ 1307086 h 6858000"/>
              <a:gd name="connsiteX115" fmla="*/ 247049 w 1508539"/>
              <a:gd name="connsiteY115" fmla="*/ 1189033 h 6858000"/>
              <a:gd name="connsiteX116" fmla="*/ 251734 w 1508539"/>
              <a:gd name="connsiteY116" fmla="*/ 1168288 h 6858000"/>
              <a:gd name="connsiteX117" fmla="*/ 244016 w 1508539"/>
              <a:gd name="connsiteY117" fmla="*/ 1142577 h 6858000"/>
              <a:gd name="connsiteX118" fmla="*/ 233322 w 1508539"/>
              <a:gd name="connsiteY118" fmla="*/ 1088484 h 6858000"/>
              <a:gd name="connsiteX119" fmla="*/ 222058 w 1508539"/>
              <a:gd name="connsiteY119" fmla="*/ 1016103 h 6858000"/>
              <a:gd name="connsiteX120" fmla="*/ 223514 w 1508539"/>
              <a:gd name="connsiteY120" fmla="*/ 932283 h 6858000"/>
              <a:gd name="connsiteX121" fmla="*/ 225750 w 1508539"/>
              <a:gd name="connsiteY121" fmla="*/ 915925 h 6858000"/>
              <a:gd name="connsiteX122" fmla="*/ 218379 w 1508539"/>
              <a:gd name="connsiteY122" fmla="*/ 896999 h 6858000"/>
              <a:gd name="connsiteX123" fmla="*/ 187787 w 1508539"/>
              <a:gd name="connsiteY123" fmla="*/ 821517 h 6858000"/>
              <a:gd name="connsiteX124" fmla="*/ 166737 w 1508539"/>
              <a:gd name="connsiteY124" fmla="*/ 751353 h 6858000"/>
              <a:gd name="connsiteX125" fmla="*/ 166295 w 1508539"/>
              <a:gd name="connsiteY125" fmla="*/ 721230 h 6858000"/>
              <a:gd name="connsiteX126" fmla="*/ 151966 w 1508539"/>
              <a:gd name="connsiteY126" fmla="*/ 681659 h 6858000"/>
              <a:gd name="connsiteX127" fmla="*/ 137385 w 1508539"/>
              <a:gd name="connsiteY127" fmla="*/ 635218 h 6858000"/>
              <a:gd name="connsiteX128" fmla="*/ 142396 w 1508539"/>
              <a:gd name="connsiteY128" fmla="*/ 613763 h 6858000"/>
              <a:gd name="connsiteX129" fmla="*/ 128338 w 1508539"/>
              <a:gd name="connsiteY129" fmla="*/ 598582 h 6858000"/>
              <a:gd name="connsiteX130" fmla="*/ 128019 w 1508539"/>
              <a:gd name="connsiteY130" fmla="*/ 576846 h 6858000"/>
              <a:gd name="connsiteX131" fmla="*/ 107645 w 1508539"/>
              <a:gd name="connsiteY131" fmla="*/ 530055 h 6858000"/>
              <a:gd name="connsiteX132" fmla="*/ 106893 w 1508539"/>
              <a:gd name="connsiteY132" fmla="*/ 465389 h 6858000"/>
              <a:gd name="connsiteX133" fmla="*/ 89816 w 1508539"/>
              <a:gd name="connsiteY133" fmla="*/ 424699 h 6858000"/>
              <a:gd name="connsiteX134" fmla="*/ 90191 w 1508539"/>
              <a:gd name="connsiteY134" fmla="*/ 404917 h 6858000"/>
              <a:gd name="connsiteX135" fmla="*/ 70148 w 1508539"/>
              <a:gd name="connsiteY135" fmla="*/ 367211 h 6858000"/>
              <a:gd name="connsiteX136" fmla="*/ 36452 w 1508539"/>
              <a:gd name="connsiteY136" fmla="*/ 268519 h 6858000"/>
              <a:gd name="connsiteX137" fmla="*/ 23935 w 1508539"/>
              <a:gd name="connsiteY137" fmla="*/ 160886 h 6858000"/>
              <a:gd name="connsiteX138" fmla="*/ 19312 w 1508539"/>
              <a:gd name="connsiteY138" fmla="*/ 47336 h 6858000"/>
              <a:gd name="connsiteX139" fmla="*/ 0 w 1508539"/>
              <a:gd name="connsiteY139" fmla="*/ 0 h 6858000"/>
              <a:gd name="connsiteX0" fmla="*/ 164830 w 1491612"/>
              <a:gd name="connsiteY0" fmla="*/ 0 h 6858000"/>
              <a:gd name="connsiteX1" fmla="*/ 1491612 w 1491612"/>
              <a:gd name="connsiteY1" fmla="*/ 0 h 6858000"/>
              <a:gd name="connsiteX2" fmla="*/ 1491612 w 1491612"/>
              <a:gd name="connsiteY2" fmla="*/ 6858000 h 6858000"/>
              <a:gd name="connsiteX3" fmla="*/ 228306 w 1491612"/>
              <a:gd name="connsiteY3" fmla="*/ 6857735 h 6858000"/>
              <a:gd name="connsiteX4" fmla="*/ 264899 w 1491612"/>
              <a:gd name="connsiteY4" fmla="*/ 6776847 h 6858000"/>
              <a:gd name="connsiteX5" fmla="*/ 276399 w 1491612"/>
              <a:gd name="connsiteY5" fmla="*/ 6737706 h 6858000"/>
              <a:gd name="connsiteX6" fmla="*/ 301138 w 1491612"/>
              <a:gd name="connsiteY6" fmla="*/ 6691589 h 6858000"/>
              <a:gd name="connsiteX7" fmla="*/ 278695 w 1491612"/>
              <a:gd name="connsiteY7" fmla="*/ 6659970 h 6858000"/>
              <a:gd name="connsiteX8" fmla="*/ 293786 w 1491612"/>
              <a:gd name="connsiteY8" fmla="*/ 6636211 h 6858000"/>
              <a:gd name="connsiteX9" fmla="*/ 311230 w 1491612"/>
              <a:gd name="connsiteY9" fmla="*/ 6594177 h 6858000"/>
              <a:gd name="connsiteX10" fmla="*/ 325270 w 1491612"/>
              <a:gd name="connsiteY10" fmla="*/ 6557575 h 6858000"/>
              <a:gd name="connsiteX11" fmla="*/ 378227 w 1491612"/>
              <a:gd name="connsiteY11" fmla="*/ 6492130 h 6858000"/>
              <a:gd name="connsiteX12" fmla="*/ 393914 w 1491612"/>
              <a:gd name="connsiteY12" fmla="*/ 6431610 h 6858000"/>
              <a:gd name="connsiteX13" fmla="*/ 437619 w 1491612"/>
              <a:gd name="connsiteY13" fmla="*/ 6379786 h 6858000"/>
              <a:gd name="connsiteX14" fmla="*/ 420842 w 1491612"/>
              <a:gd name="connsiteY14" fmla="*/ 6334727 h 6858000"/>
              <a:gd name="connsiteX15" fmla="*/ 398257 w 1491612"/>
              <a:gd name="connsiteY15" fmla="*/ 6313295 h 6858000"/>
              <a:gd name="connsiteX16" fmla="*/ 405421 w 1491612"/>
              <a:gd name="connsiteY16" fmla="*/ 6280046 h 6858000"/>
              <a:gd name="connsiteX17" fmla="*/ 388166 w 1491612"/>
              <a:gd name="connsiteY17" fmla="*/ 6270265 h 6858000"/>
              <a:gd name="connsiteX18" fmla="*/ 415194 w 1491612"/>
              <a:gd name="connsiteY18" fmla="*/ 6252834 h 6858000"/>
              <a:gd name="connsiteX19" fmla="*/ 393186 w 1491612"/>
              <a:gd name="connsiteY19" fmla="*/ 6202459 h 6858000"/>
              <a:gd name="connsiteX20" fmla="*/ 391984 w 1491612"/>
              <a:gd name="connsiteY20" fmla="*/ 6153037 h 6858000"/>
              <a:gd name="connsiteX21" fmla="*/ 407399 w 1491612"/>
              <a:gd name="connsiteY21" fmla="*/ 6078132 h 6858000"/>
              <a:gd name="connsiteX22" fmla="*/ 394786 w 1491612"/>
              <a:gd name="connsiteY22" fmla="*/ 6028119 h 6858000"/>
              <a:gd name="connsiteX23" fmla="*/ 380015 w 1491612"/>
              <a:gd name="connsiteY23" fmla="*/ 5926735 h 6858000"/>
              <a:gd name="connsiteX24" fmla="*/ 429527 w 1491612"/>
              <a:gd name="connsiteY24" fmla="*/ 5712857 h 6858000"/>
              <a:gd name="connsiteX25" fmla="*/ 408602 w 1491612"/>
              <a:gd name="connsiteY25" fmla="*/ 5676393 h 6858000"/>
              <a:gd name="connsiteX26" fmla="*/ 448194 w 1491612"/>
              <a:gd name="connsiteY26" fmla="*/ 5563435 h 6858000"/>
              <a:gd name="connsiteX27" fmla="*/ 495324 w 1491612"/>
              <a:gd name="connsiteY27" fmla="*/ 5437125 h 6858000"/>
              <a:gd name="connsiteX28" fmla="*/ 508892 w 1491612"/>
              <a:gd name="connsiteY28" fmla="*/ 5396260 h 6858000"/>
              <a:gd name="connsiteX29" fmla="*/ 524873 w 1491612"/>
              <a:gd name="connsiteY29" fmla="*/ 5330009 h 6858000"/>
              <a:gd name="connsiteX30" fmla="*/ 558366 w 1491612"/>
              <a:gd name="connsiteY30" fmla="*/ 5273739 h 6858000"/>
              <a:gd name="connsiteX31" fmla="*/ 567965 w 1491612"/>
              <a:gd name="connsiteY31" fmla="*/ 5241779 h 6858000"/>
              <a:gd name="connsiteX32" fmla="*/ 579191 w 1491612"/>
              <a:gd name="connsiteY32" fmla="*/ 5225268 h 6858000"/>
              <a:gd name="connsiteX33" fmla="*/ 580211 w 1491612"/>
              <a:gd name="connsiteY33" fmla="*/ 5217684 h 6858000"/>
              <a:gd name="connsiteX34" fmla="*/ 587552 w 1491612"/>
              <a:gd name="connsiteY34" fmla="*/ 5193377 h 6858000"/>
              <a:gd name="connsiteX35" fmla="*/ 590855 w 1491612"/>
              <a:gd name="connsiteY35" fmla="*/ 5179288 h 6858000"/>
              <a:gd name="connsiteX36" fmla="*/ 591839 w 1491612"/>
              <a:gd name="connsiteY36" fmla="*/ 5173621 h 6858000"/>
              <a:gd name="connsiteX37" fmla="*/ 587473 w 1491612"/>
              <a:gd name="connsiteY37" fmla="*/ 5159961 h 6858000"/>
              <a:gd name="connsiteX38" fmla="*/ 594150 w 1491612"/>
              <a:gd name="connsiteY38" fmla="*/ 5144295 h 6858000"/>
              <a:gd name="connsiteX39" fmla="*/ 591083 w 1491612"/>
              <a:gd name="connsiteY39" fmla="*/ 5125185 h 6858000"/>
              <a:gd name="connsiteX40" fmla="*/ 597913 w 1491612"/>
              <a:gd name="connsiteY40" fmla="*/ 5121884 h 6858000"/>
              <a:gd name="connsiteX41" fmla="*/ 604949 w 1491612"/>
              <a:gd name="connsiteY41" fmla="*/ 5067850 h 6858000"/>
              <a:gd name="connsiteX42" fmla="*/ 607680 w 1491612"/>
              <a:gd name="connsiteY42" fmla="*/ 5060861 h 6858000"/>
              <a:gd name="connsiteX43" fmla="*/ 604384 w 1491612"/>
              <a:gd name="connsiteY43" fmla="*/ 5034192 h 6858000"/>
              <a:gd name="connsiteX44" fmla="*/ 605938 w 1491612"/>
              <a:gd name="connsiteY44" fmla="*/ 4993030 h 6858000"/>
              <a:gd name="connsiteX45" fmla="*/ 612847 w 1491612"/>
              <a:gd name="connsiteY45" fmla="*/ 4946844 h 6858000"/>
              <a:gd name="connsiteX46" fmla="*/ 608703 w 1491612"/>
              <a:gd name="connsiteY46" fmla="*/ 4932692 h 6858000"/>
              <a:gd name="connsiteX47" fmla="*/ 624106 w 1491612"/>
              <a:gd name="connsiteY47" fmla="*/ 4858827 h 6858000"/>
              <a:gd name="connsiteX48" fmla="*/ 630009 w 1491612"/>
              <a:gd name="connsiteY48" fmla="*/ 4821170 h 6858000"/>
              <a:gd name="connsiteX49" fmla="*/ 634742 w 1491612"/>
              <a:gd name="connsiteY49" fmla="*/ 4780965 h 6858000"/>
              <a:gd name="connsiteX50" fmla="*/ 636035 w 1491612"/>
              <a:gd name="connsiteY50" fmla="*/ 4750867 h 6858000"/>
              <a:gd name="connsiteX51" fmla="*/ 633842 w 1491612"/>
              <a:gd name="connsiteY51" fmla="*/ 4690749 h 6858000"/>
              <a:gd name="connsiteX52" fmla="*/ 629322 w 1491612"/>
              <a:gd name="connsiteY52" fmla="*/ 4584173 h 6858000"/>
              <a:gd name="connsiteX53" fmla="*/ 624405 w 1491612"/>
              <a:gd name="connsiteY53" fmla="*/ 4444346 h 6858000"/>
              <a:gd name="connsiteX54" fmla="*/ 620970 w 1491612"/>
              <a:gd name="connsiteY54" fmla="*/ 4375228 h 6858000"/>
              <a:gd name="connsiteX55" fmla="*/ 601623 w 1491612"/>
              <a:gd name="connsiteY55" fmla="*/ 4214165 h 6858000"/>
              <a:gd name="connsiteX56" fmla="*/ 605696 w 1491612"/>
              <a:gd name="connsiteY56" fmla="*/ 4090296 h 6858000"/>
              <a:gd name="connsiteX57" fmla="*/ 590952 w 1491612"/>
              <a:gd name="connsiteY57" fmla="*/ 4033999 h 6858000"/>
              <a:gd name="connsiteX58" fmla="*/ 592101 w 1491612"/>
              <a:gd name="connsiteY58" fmla="*/ 4031933 h 6858000"/>
              <a:gd name="connsiteX59" fmla="*/ 590677 w 1491612"/>
              <a:gd name="connsiteY59" fmla="*/ 4013953 h 6858000"/>
              <a:gd name="connsiteX60" fmla="*/ 576972 w 1491612"/>
              <a:gd name="connsiteY60" fmla="*/ 3974753 h 6858000"/>
              <a:gd name="connsiteX61" fmla="*/ 578570 w 1491612"/>
              <a:gd name="connsiteY61" fmla="*/ 3969950 h 6858000"/>
              <a:gd name="connsiteX62" fmla="*/ 571992 w 1491612"/>
              <a:gd name="connsiteY62" fmla="*/ 3933779 h 6858000"/>
              <a:gd name="connsiteX63" fmla="*/ 573323 w 1491612"/>
              <a:gd name="connsiteY63" fmla="*/ 3933093 h 6858000"/>
              <a:gd name="connsiteX64" fmla="*/ 577677 w 1491612"/>
              <a:gd name="connsiteY64" fmla="*/ 3922082 h 6858000"/>
              <a:gd name="connsiteX65" fmla="*/ 582755 w 1491612"/>
              <a:gd name="connsiteY65" fmla="*/ 3901461 h 6858000"/>
              <a:gd name="connsiteX66" fmla="*/ 605349 w 1491612"/>
              <a:gd name="connsiteY66" fmla="*/ 3813873 h 6858000"/>
              <a:gd name="connsiteX67" fmla="*/ 604774 w 1491612"/>
              <a:gd name="connsiteY67" fmla="*/ 3806161 h 6858000"/>
              <a:gd name="connsiteX68" fmla="*/ 605081 w 1491612"/>
              <a:gd name="connsiteY68" fmla="*/ 3805957 h 6858000"/>
              <a:gd name="connsiteX69" fmla="*/ 605108 w 1491612"/>
              <a:gd name="connsiteY69" fmla="*/ 3797724 h 6858000"/>
              <a:gd name="connsiteX70" fmla="*/ 603723 w 1491612"/>
              <a:gd name="connsiteY70" fmla="*/ 3792098 h 6858000"/>
              <a:gd name="connsiteX71" fmla="*/ 602607 w 1491612"/>
              <a:gd name="connsiteY71" fmla="*/ 3777135 h 6858000"/>
              <a:gd name="connsiteX72" fmla="*/ 604340 w 1491612"/>
              <a:gd name="connsiteY72" fmla="*/ 3771656 h 6858000"/>
              <a:gd name="connsiteX73" fmla="*/ 608083 w 1491612"/>
              <a:gd name="connsiteY73" fmla="*/ 3769007 h 6858000"/>
              <a:gd name="connsiteX74" fmla="*/ 607549 w 1491612"/>
              <a:gd name="connsiteY74" fmla="*/ 3767709 h 6858000"/>
              <a:gd name="connsiteX75" fmla="*/ 616245 w 1491612"/>
              <a:gd name="connsiteY75" fmla="*/ 3738082 h 6858000"/>
              <a:gd name="connsiteX76" fmla="*/ 623591 w 1491612"/>
              <a:gd name="connsiteY76" fmla="*/ 3673397 h 6858000"/>
              <a:gd name="connsiteX77" fmla="*/ 622887 w 1491612"/>
              <a:gd name="connsiteY77" fmla="*/ 3637109 h 6858000"/>
              <a:gd name="connsiteX78" fmla="*/ 626330 w 1491612"/>
              <a:gd name="connsiteY78" fmla="*/ 3536883 h 6858000"/>
              <a:gd name="connsiteX79" fmla="*/ 633868 w 1491612"/>
              <a:gd name="connsiteY79" fmla="*/ 3435652 h 6858000"/>
              <a:gd name="connsiteX80" fmla="*/ 635539 w 1491612"/>
              <a:gd name="connsiteY80" fmla="*/ 3307769 h 6858000"/>
              <a:gd name="connsiteX81" fmla="*/ 653102 w 1491612"/>
              <a:gd name="connsiteY81" fmla="*/ 3250522 h 6858000"/>
              <a:gd name="connsiteX82" fmla="*/ 653527 w 1491612"/>
              <a:gd name="connsiteY82" fmla="*/ 3229163 h 6858000"/>
              <a:gd name="connsiteX83" fmla="*/ 655350 w 1491612"/>
              <a:gd name="connsiteY83" fmla="*/ 3217217 h 6858000"/>
              <a:gd name="connsiteX84" fmla="*/ 642185 w 1491612"/>
              <a:gd name="connsiteY84" fmla="*/ 3183755 h 6858000"/>
              <a:gd name="connsiteX85" fmla="*/ 642686 w 1491612"/>
              <a:gd name="connsiteY85" fmla="*/ 3178642 h 6858000"/>
              <a:gd name="connsiteX86" fmla="*/ 630286 w 1491612"/>
              <a:gd name="connsiteY86" fmla="*/ 3158586 h 6858000"/>
              <a:gd name="connsiteX87" fmla="*/ 615471 w 1491612"/>
              <a:gd name="connsiteY87" fmla="*/ 3129034 h 6858000"/>
              <a:gd name="connsiteX88" fmla="*/ 616136 w 1491612"/>
              <a:gd name="connsiteY88" fmla="*/ 3126682 h 6858000"/>
              <a:gd name="connsiteX89" fmla="*/ 607004 w 1491612"/>
              <a:gd name="connsiteY89" fmla="*/ 3114519 h 6858000"/>
              <a:gd name="connsiteX90" fmla="*/ 593613 w 1491612"/>
              <a:gd name="connsiteY90" fmla="*/ 3106272 h 6858000"/>
              <a:gd name="connsiteX91" fmla="*/ 566343 w 1491612"/>
              <a:gd name="connsiteY91" fmla="*/ 2958185 h 6858000"/>
              <a:gd name="connsiteX92" fmla="*/ 508957 w 1491612"/>
              <a:gd name="connsiteY92" fmla="*/ 2762989 h 6858000"/>
              <a:gd name="connsiteX93" fmla="*/ 457875 w 1491612"/>
              <a:gd name="connsiteY93" fmla="*/ 2554718 h 6858000"/>
              <a:gd name="connsiteX94" fmla="*/ 437969 w 1491612"/>
              <a:gd name="connsiteY94" fmla="*/ 2485734 h 6858000"/>
              <a:gd name="connsiteX95" fmla="*/ 428692 w 1491612"/>
              <a:gd name="connsiteY95" fmla="*/ 2447068 h 6858000"/>
              <a:gd name="connsiteX96" fmla="*/ 415653 w 1491612"/>
              <a:gd name="connsiteY96" fmla="*/ 2425819 h 6858000"/>
              <a:gd name="connsiteX97" fmla="*/ 421652 w 1491612"/>
              <a:gd name="connsiteY97" fmla="*/ 2402874 h 6858000"/>
              <a:gd name="connsiteX98" fmla="*/ 424264 w 1491612"/>
              <a:gd name="connsiteY98" fmla="*/ 2381443 h 6858000"/>
              <a:gd name="connsiteX99" fmla="*/ 400593 w 1491612"/>
              <a:gd name="connsiteY99" fmla="*/ 2261920 h 6858000"/>
              <a:gd name="connsiteX100" fmla="*/ 390480 w 1491612"/>
              <a:gd name="connsiteY100" fmla="*/ 2195378 h 6858000"/>
              <a:gd name="connsiteX101" fmla="*/ 374697 w 1491612"/>
              <a:gd name="connsiteY101" fmla="*/ 2155135 h 6858000"/>
              <a:gd name="connsiteX102" fmla="*/ 372155 w 1491612"/>
              <a:gd name="connsiteY102" fmla="*/ 2118008 h 6858000"/>
              <a:gd name="connsiteX103" fmla="*/ 373148 w 1491612"/>
              <a:gd name="connsiteY103" fmla="*/ 2050531 h 6858000"/>
              <a:gd name="connsiteX104" fmla="*/ 364954 w 1491612"/>
              <a:gd name="connsiteY104" fmla="*/ 1963269 h 6858000"/>
              <a:gd name="connsiteX105" fmla="*/ 346132 w 1491612"/>
              <a:gd name="connsiteY105" fmla="*/ 1906352 h 6858000"/>
              <a:gd name="connsiteX106" fmla="*/ 322689 w 1491612"/>
              <a:gd name="connsiteY106" fmla="*/ 1861531 h 6858000"/>
              <a:gd name="connsiteX107" fmla="*/ 276488 w 1491612"/>
              <a:gd name="connsiteY107" fmla="*/ 1732919 h 6858000"/>
              <a:gd name="connsiteX108" fmla="*/ 248799 w 1491612"/>
              <a:gd name="connsiteY108" fmla="*/ 1663540 h 6858000"/>
              <a:gd name="connsiteX109" fmla="*/ 247925 w 1491612"/>
              <a:gd name="connsiteY109" fmla="*/ 1615777 h 6858000"/>
              <a:gd name="connsiteX110" fmla="*/ 228720 w 1491612"/>
              <a:gd name="connsiteY110" fmla="*/ 1563678 h 6858000"/>
              <a:gd name="connsiteX111" fmla="*/ 241800 w 1491612"/>
              <a:gd name="connsiteY111" fmla="*/ 1519474 h 6858000"/>
              <a:gd name="connsiteX112" fmla="*/ 234542 w 1491612"/>
              <a:gd name="connsiteY112" fmla="*/ 1477995 h 6858000"/>
              <a:gd name="connsiteX113" fmla="*/ 220627 w 1491612"/>
              <a:gd name="connsiteY113" fmla="*/ 1373769 h 6858000"/>
              <a:gd name="connsiteX114" fmla="*/ 228934 w 1491612"/>
              <a:gd name="connsiteY114" fmla="*/ 1307086 h 6858000"/>
              <a:gd name="connsiteX115" fmla="*/ 230122 w 1491612"/>
              <a:gd name="connsiteY115" fmla="*/ 1189033 h 6858000"/>
              <a:gd name="connsiteX116" fmla="*/ 234807 w 1491612"/>
              <a:gd name="connsiteY116" fmla="*/ 1168288 h 6858000"/>
              <a:gd name="connsiteX117" fmla="*/ 227089 w 1491612"/>
              <a:gd name="connsiteY117" fmla="*/ 1142577 h 6858000"/>
              <a:gd name="connsiteX118" fmla="*/ 216395 w 1491612"/>
              <a:gd name="connsiteY118" fmla="*/ 1088484 h 6858000"/>
              <a:gd name="connsiteX119" fmla="*/ 205131 w 1491612"/>
              <a:gd name="connsiteY119" fmla="*/ 1016103 h 6858000"/>
              <a:gd name="connsiteX120" fmla="*/ 206587 w 1491612"/>
              <a:gd name="connsiteY120" fmla="*/ 932283 h 6858000"/>
              <a:gd name="connsiteX121" fmla="*/ 208823 w 1491612"/>
              <a:gd name="connsiteY121" fmla="*/ 915925 h 6858000"/>
              <a:gd name="connsiteX122" fmla="*/ 201452 w 1491612"/>
              <a:gd name="connsiteY122" fmla="*/ 896999 h 6858000"/>
              <a:gd name="connsiteX123" fmla="*/ 170860 w 1491612"/>
              <a:gd name="connsiteY123" fmla="*/ 821517 h 6858000"/>
              <a:gd name="connsiteX124" fmla="*/ 149810 w 1491612"/>
              <a:gd name="connsiteY124" fmla="*/ 751353 h 6858000"/>
              <a:gd name="connsiteX125" fmla="*/ 149368 w 1491612"/>
              <a:gd name="connsiteY125" fmla="*/ 721230 h 6858000"/>
              <a:gd name="connsiteX126" fmla="*/ 135039 w 1491612"/>
              <a:gd name="connsiteY126" fmla="*/ 681659 h 6858000"/>
              <a:gd name="connsiteX127" fmla="*/ 120458 w 1491612"/>
              <a:gd name="connsiteY127" fmla="*/ 635218 h 6858000"/>
              <a:gd name="connsiteX128" fmla="*/ 125469 w 1491612"/>
              <a:gd name="connsiteY128" fmla="*/ 613763 h 6858000"/>
              <a:gd name="connsiteX129" fmla="*/ 111411 w 1491612"/>
              <a:gd name="connsiteY129" fmla="*/ 598582 h 6858000"/>
              <a:gd name="connsiteX130" fmla="*/ 111092 w 1491612"/>
              <a:gd name="connsiteY130" fmla="*/ 576846 h 6858000"/>
              <a:gd name="connsiteX131" fmla="*/ 90718 w 1491612"/>
              <a:gd name="connsiteY131" fmla="*/ 530055 h 6858000"/>
              <a:gd name="connsiteX132" fmla="*/ 89966 w 1491612"/>
              <a:gd name="connsiteY132" fmla="*/ 465389 h 6858000"/>
              <a:gd name="connsiteX133" fmla="*/ 72889 w 1491612"/>
              <a:gd name="connsiteY133" fmla="*/ 424699 h 6858000"/>
              <a:gd name="connsiteX134" fmla="*/ 73264 w 1491612"/>
              <a:gd name="connsiteY134" fmla="*/ 404917 h 6858000"/>
              <a:gd name="connsiteX135" fmla="*/ 53221 w 1491612"/>
              <a:gd name="connsiteY135" fmla="*/ 367211 h 6858000"/>
              <a:gd name="connsiteX136" fmla="*/ 19525 w 1491612"/>
              <a:gd name="connsiteY136" fmla="*/ 268519 h 6858000"/>
              <a:gd name="connsiteX137" fmla="*/ 7008 w 1491612"/>
              <a:gd name="connsiteY137" fmla="*/ 160886 h 6858000"/>
              <a:gd name="connsiteX138" fmla="*/ 2385 w 1491612"/>
              <a:gd name="connsiteY138" fmla="*/ 47336 h 6858000"/>
              <a:gd name="connsiteX139" fmla="*/ 164830 w 1491612"/>
              <a:gd name="connsiteY139" fmla="*/ 0 h 6858000"/>
              <a:gd name="connsiteX0" fmla="*/ 158408 w 1485190"/>
              <a:gd name="connsiteY0" fmla="*/ 0 h 6858000"/>
              <a:gd name="connsiteX1" fmla="*/ 1485190 w 1485190"/>
              <a:gd name="connsiteY1" fmla="*/ 0 h 6858000"/>
              <a:gd name="connsiteX2" fmla="*/ 1485190 w 1485190"/>
              <a:gd name="connsiteY2" fmla="*/ 6858000 h 6858000"/>
              <a:gd name="connsiteX3" fmla="*/ 221884 w 1485190"/>
              <a:gd name="connsiteY3" fmla="*/ 6857735 h 6858000"/>
              <a:gd name="connsiteX4" fmla="*/ 258477 w 1485190"/>
              <a:gd name="connsiteY4" fmla="*/ 6776847 h 6858000"/>
              <a:gd name="connsiteX5" fmla="*/ 269977 w 1485190"/>
              <a:gd name="connsiteY5" fmla="*/ 6737706 h 6858000"/>
              <a:gd name="connsiteX6" fmla="*/ 294716 w 1485190"/>
              <a:gd name="connsiteY6" fmla="*/ 6691589 h 6858000"/>
              <a:gd name="connsiteX7" fmla="*/ 272273 w 1485190"/>
              <a:gd name="connsiteY7" fmla="*/ 6659970 h 6858000"/>
              <a:gd name="connsiteX8" fmla="*/ 287364 w 1485190"/>
              <a:gd name="connsiteY8" fmla="*/ 6636211 h 6858000"/>
              <a:gd name="connsiteX9" fmla="*/ 304808 w 1485190"/>
              <a:gd name="connsiteY9" fmla="*/ 6594177 h 6858000"/>
              <a:gd name="connsiteX10" fmla="*/ 318848 w 1485190"/>
              <a:gd name="connsiteY10" fmla="*/ 6557575 h 6858000"/>
              <a:gd name="connsiteX11" fmla="*/ 371805 w 1485190"/>
              <a:gd name="connsiteY11" fmla="*/ 6492130 h 6858000"/>
              <a:gd name="connsiteX12" fmla="*/ 387492 w 1485190"/>
              <a:gd name="connsiteY12" fmla="*/ 6431610 h 6858000"/>
              <a:gd name="connsiteX13" fmla="*/ 431197 w 1485190"/>
              <a:gd name="connsiteY13" fmla="*/ 6379786 h 6858000"/>
              <a:gd name="connsiteX14" fmla="*/ 414420 w 1485190"/>
              <a:gd name="connsiteY14" fmla="*/ 6334727 h 6858000"/>
              <a:gd name="connsiteX15" fmla="*/ 391835 w 1485190"/>
              <a:gd name="connsiteY15" fmla="*/ 6313295 h 6858000"/>
              <a:gd name="connsiteX16" fmla="*/ 398999 w 1485190"/>
              <a:gd name="connsiteY16" fmla="*/ 6280046 h 6858000"/>
              <a:gd name="connsiteX17" fmla="*/ 381744 w 1485190"/>
              <a:gd name="connsiteY17" fmla="*/ 6270265 h 6858000"/>
              <a:gd name="connsiteX18" fmla="*/ 408772 w 1485190"/>
              <a:gd name="connsiteY18" fmla="*/ 6252834 h 6858000"/>
              <a:gd name="connsiteX19" fmla="*/ 386764 w 1485190"/>
              <a:gd name="connsiteY19" fmla="*/ 6202459 h 6858000"/>
              <a:gd name="connsiteX20" fmla="*/ 385562 w 1485190"/>
              <a:gd name="connsiteY20" fmla="*/ 6153037 h 6858000"/>
              <a:gd name="connsiteX21" fmla="*/ 400977 w 1485190"/>
              <a:gd name="connsiteY21" fmla="*/ 6078132 h 6858000"/>
              <a:gd name="connsiteX22" fmla="*/ 388364 w 1485190"/>
              <a:gd name="connsiteY22" fmla="*/ 6028119 h 6858000"/>
              <a:gd name="connsiteX23" fmla="*/ 373593 w 1485190"/>
              <a:gd name="connsiteY23" fmla="*/ 5926735 h 6858000"/>
              <a:gd name="connsiteX24" fmla="*/ 423105 w 1485190"/>
              <a:gd name="connsiteY24" fmla="*/ 5712857 h 6858000"/>
              <a:gd name="connsiteX25" fmla="*/ 402180 w 1485190"/>
              <a:gd name="connsiteY25" fmla="*/ 5676393 h 6858000"/>
              <a:gd name="connsiteX26" fmla="*/ 441772 w 1485190"/>
              <a:gd name="connsiteY26" fmla="*/ 5563435 h 6858000"/>
              <a:gd name="connsiteX27" fmla="*/ 488902 w 1485190"/>
              <a:gd name="connsiteY27" fmla="*/ 5437125 h 6858000"/>
              <a:gd name="connsiteX28" fmla="*/ 502470 w 1485190"/>
              <a:gd name="connsiteY28" fmla="*/ 5396260 h 6858000"/>
              <a:gd name="connsiteX29" fmla="*/ 518451 w 1485190"/>
              <a:gd name="connsiteY29" fmla="*/ 5330009 h 6858000"/>
              <a:gd name="connsiteX30" fmla="*/ 551944 w 1485190"/>
              <a:gd name="connsiteY30" fmla="*/ 5273739 h 6858000"/>
              <a:gd name="connsiteX31" fmla="*/ 561543 w 1485190"/>
              <a:gd name="connsiteY31" fmla="*/ 5241779 h 6858000"/>
              <a:gd name="connsiteX32" fmla="*/ 572769 w 1485190"/>
              <a:gd name="connsiteY32" fmla="*/ 5225268 h 6858000"/>
              <a:gd name="connsiteX33" fmla="*/ 573789 w 1485190"/>
              <a:gd name="connsiteY33" fmla="*/ 5217684 h 6858000"/>
              <a:gd name="connsiteX34" fmla="*/ 581130 w 1485190"/>
              <a:gd name="connsiteY34" fmla="*/ 5193377 h 6858000"/>
              <a:gd name="connsiteX35" fmla="*/ 584433 w 1485190"/>
              <a:gd name="connsiteY35" fmla="*/ 5179288 h 6858000"/>
              <a:gd name="connsiteX36" fmla="*/ 585417 w 1485190"/>
              <a:gd name="connsiteY36" fmla="*/ 5173621 h 6858000"/>
              <a:gd name="connsiteX37" fmla="*/ 581051 w 1485190"/>
              <a:gd name="connsiteY37" fmla="*/ 5159961 h 6858000"/>
              <a:gd name="connsiteX38" fmla="*/ 587728 w 1485190"/>
              <a:gd name="connsiteY38" fmla="*/ 5144295 h 6858000"/>
              <a:gd name="connsiteX39" fmla="*/ 584661 w 1485190"/>
              <a:gd name="connsiteY39" fmla="*/ 5125185 h 6858000"/>
              <a:gd name="connsiteX40" fmla="*/ 591491 w 1485190"/>
              <a:gd name="connsiteY40" fmla="*/ 5121884 h 6858000"/>
              <a:gd name="connsiteX41" fmla="*/ 598527 w 1485190"/>
              <a:gd name="connsiteY41" fmla="*/ 5067850 h 6858000"/>
              <a:gd name="connsiteX42" fmla="*/ 601258 w 1485190"/>
              <a:gd name="connsiteY42" fmla="*/ 5060861 h 6858000"/>
              <a:gd name="connsiteX43" fmla="*/ 597962 w 1485190"/>
              <a:gd name="connsiteY43" fmla="*/ 5034192 h 6858000"/>
              <a:gd name="connsiteX44" fmla="*/ 599516 w 1485190"/>
              <a:gd name="connsiteY44" fmla="*/ 4993030 h 6858000"/>
              <a:gd name="connsiteX45" fmla="*/ 606425 w 1485190"/>
              <a:gd name="connsiteY45" fmla="*/ 4946844 h 6858000"/>
              <a:gd name="connsiteX46" fmla="*/ 602281 w 1485190"/>
              <a:gd name="connsiteY46" fmla="*/ 4932692 h 6858000"/>
              <a:gd name="connsiteX47" fmla="*/ 617684 w 1485190"/>
              <a:gd name="connsiteY47" fmla="*/ 4858827 h 6858000"/>
              <a:gd name="connsiteX48" fmla="*/ 623587 w 1485190"/>
              <a:gd name="connsiteY48" fmla="*/ 4821170 h 6858000"/>
              <a:gd name="connsiteX49" fmla="*/ 628320 w 1485190"/>
              <a:gd name="connsiteY49" fmla="*/ 4780965 h 6858000"/>
              <a:gd name="connsiteX50" fmla="*/ 629613 w 1485190"/>
              <a:gd name="connsiteY50" fmla="*/ 4750867 h 6858000"/>
              <a:gd name="connsiteX51" fmla="*/ 627420 w 1485190"/>
              <a:gd name="connsiteY51" fmla="*/ 4690749 h 6858000"/>
              <a:gd name="connsiteX52" fmla="*/ 622900 w 1485190"/>
              <a:gd name="connsiteY52" fmla="*/ 4584173 h 6858000"/>
              <a:gd name="connsiteX53" fmla="*/ 617983 w 1485190"/>
              <a:gd name="connsiteY53" fmla="*/ 4444346 h 6858000"/>
              <a:gd name="connsiteX54" fmla="*/ 614548 w 1485190"/>
              <a:gd name="connsiteY54" fmla="*/ 4375228 h 6858000"/>
              <a:gd name="connsiteX55" fmla="*/ 595201 w 1485190"/>
              <a:gd name="connsiteY55" fmla="*/ 4214165 h 6858000"/>
              <a:gd name="connsiteX56" fmla="*/ 599274 w 1485190"/>
              <a:gd name="connsiteY56" fmla="*/ 4090296 h 6858000"/>
              <a:gd name="connsiteX57" fmla="*/ 584530 w 1485190"/>
              <a:gd name="connsiteY57" fmla="*/ 4033999 h 6858000"/>
              <a:gd name="connsiteX58" fmla="*/ 585679 w 1485190"/>
              <a:gd name="connsiteY58" fmla="*/ 4031933 h 6858000"/>
              <a:gd name="connsiteX59" fmla="*/ 584255 w 1485190"/>
              <a:gd name="connsiteY59" fmla="*/ 4013953 h 6858000"/>
              <a:gd name="connsiteX60" fmla="*/ 570550 w 1485190"/>
              <a:gd name="connsiteY60" fmla="*/ 3974753 h 6858000"/>
              <a:gd name="connsiteX61" fmla="*/ 572148 w 1485190"/>
              <a:gd name="connsiteY61" fmla="*/ 3969950 h 6858000"/>
              <a:gd name="connsiteX62" fmla="*/ 565570 w 1485190"/>
              <a:gd name="connsiteY62" fmla="*/ 3933779 h 6858000"/>
              <a:gd name="connsiteX63" fmla="*/ 566901 w 1485190"/>
              <a:gd name="connsiteY63" fmla="*/ 3933093 h 6858000"/>
              <a:gd name="connsiteX64" fmla="*/ 571255 w 1485190"/>
              <a:gd name="connsiteY64" fmla="*/ 3922082 h 6858000"/>
              <a:gd name="connsiteX65" fmla="*/ 576333 w 1485190"/>
              <a:gd name="connsiteY65" fmla="*/ 3901461 h 6858000"/>
              <a:gd name="connsiteX66" fmla="*/ 598927 w 1485190"/>
              <a:gd name="connsiteY66" fmla="*/ 3813873 h 6858000"/>
              <a:gd name="connsiteX67" fmla="*/ 598352 w 1485190"/>
              <a:gd name="connsiteY67" fmla="*/ 3806161 h 6858000"/>
              <a:gd name="connsiteX68" fmla="*/ 598659 w 1485190"/>
              <a:gd name="connsiteY68" fmla="*/ 3805957 h 6858000"/>
              <a:gd name="connsiteX69" fmla="*/ 598686 w 1485190"/>
              <a:gd name="connsiteY69" fmla="*/ 3797724 h 6858000"/>
              <a:gd name="connsiteX70" fmla="*/ 597301 w 1485190"/>
              <a:gd name="connsiteY70" fmla="*/ 3792098 h 6858000"/>
              <a:gd name="connsiteX71" fmla="*/ 596185 w 1485190"/>
              <a:gd name="connsiteY71" fmla="*/ 3777135 h 6858000"/>
              <a:gd name="connsiteX72" fmla="*/ 597918 w 1485190"/>
              <a:gd name="connsiteY72" fmla="*/ 3771656 h 6858000"/>
              <a:gd name="connsiteX73" fmla="*/ 601661 w 1485190"/>
              <a:gd name="connsiteY73" fmla="*/ 3769007 h 6858000"/>
              <a:gd name="connsiteX74" fmla="*/ 601127 w 1485190"/>
              <a:gd name="connsiteY74" fmla="*/ 3767709 h 6858000"/>
              <a:gd name="connsiteX75" fmla="*/ 609823 w 1485190"/>
              <a:gd name="connsiteY75" fmla="*/ 3738082 h 6858000"/>
              <a:gd name="connsiteX76" fmla="*/ 617169 w 1485190"/>
              <a:gd name="connsiteY76" fmla="*/ 3673397 h 6858000"/>
              <a:gd name="connsiteX77" fmla="*/ 616465 w 1485190"/>
              <a:gd name="connsiteY77" fmla="*/ 3637109 h 6858000"/>
              <a:gd name="connsiteX78" fmla="*/ 619908 w 1485190"/>
              <a:gd name="connsiteY78" fmla="*/ 3536883 h 6858000"/>
              <a:gd name="connsiteX79" fmla="*/ 627446 w 1485190"/>
              <a:gd name="connsiteY79" fmla="*/ 3435652 h 6858000"/>
              <a:gd name="connsiteX80" fmla="*/ 629117 w 1485190"/>
              <a:gd name="connsiteY80" fmla="*/ 3307769 h 6858000"/>
              <a:gd name="connsiteX81" fmla="*/ 646680 w 1485190"/>
              <a:gd name="connsiteY81" fmla="*/ 3250522 h 6858000"/>
              <a:gd name="connsiteX82" fmla="*/ 647105 w 1485190"/>
              <a:gd name="connsiteY82" fmla="*/ 3229163 h 6858000"/>
              <a:gd name="connsiteX83" fmla="*/ 648928 w 1485190"/>
              <a:gd name="connsiteY83" fmla="*/ 3217217 h 6858000"/>
              <a:gd name="connsiteX84" fmla="*/ 635763 w 1485190"/>
              <a:gd name="connsiteY84" fmla="*/ 3183755 h 6858000"/>
              <a:gd name="connsiteX85" fmla="*/ 636264 w 1485190"/>
              <a:gd name="connsiteY85" fmla="*/ 3178642 h 6858000"/>
              <a:gd name="connsiteX86" fmla="*/ 623864 w 1485190"/>
              <a:gd name="connsiteY86" fmla="*/ 3158586 h 6858000"/>
              <a:gd name="connsiteX87" fmla="*/ 609049 w 1485190"/>
              <a:gd name="connsiteY87" fmla="*/ 3129034 h 6858000"/>
              <a:gd name="connsiteX88" fmla="*/ 609714 w 1485190"/>
              <a:gd name="connsiteY88" fmla="*/ 3126682 h 6858000"/>
              <a:gd name="connsiteX89" fmla="*/ 600582 w 1485190"/>
              <a:gd name="connsiteY89" fmla="*/ 3114519 h 6858000"/>
              <a:gd name="connsiteX90" fmla="*/ 587191 w 1485190"/>
              <a:gd name="connsiteY90" fmla="*/ 3106272 h 6858000"/>
              <a:gd name="connsiteX91" fmla="*/ 559921 w 1485190"/>
              <a:gd name="connsiteY91" fmla="*/ 2958185 h 6858000"/>
              <a:gd name="connsiteX92" fmla="*/ 502535 w 1485190"/>
              <a:gd name="connsiteY92" fmla="*/ 2762989 h 6858000"/>
              <a:gd name="connsiteX93" fmla="*/ 451453 w 1485190"/>
              <a:gd name="connsiteY93" fmla="*/ 2554718 h 6858000"/>
              <a:gd name="connsiteX94" fmla="*/ 431547 w 1485190"/>
              <a:gd name="connsiteY94" fmla="*/ 2485734 h 6858000"/>
              <a:gd name="connsiteX95" fmla="*/ 422270 w 1485190"/>
              <a:gd name="connsiteY95" fmla="*/ 2447068 h 6858000"/>
              <a:gd name="connsiteX96" fmla="*/ 409231 w 1485190"/>
              <a:gd name="connsiteY96" fmla="*/ 2425819 h 6858000"/>
              <a:gd name="connsiteX97" fmla="*/ 415230 w 1485190"/>
              <a:gd name="connsiteY97" fmla="*/ 2402874 h 6858000"/>
              <a:gd name="connsiteX98" fmla="*/ 417842 w 1485190"/>
              <a:gd name="connsiteY98" fmla="*/ 2381443 h 6858000"/>
              <a:gd name="connsiteX99" fmla="*/ 394171 w 1485190"/>
              <a:gd name="connsiteY99" fmla="*/ 2261920 h 6858000"/>
              <a:gd name="connsiteX100" fmla="*/ 384058 w 1485190"/>
              <a:gd name="connsiteY100" fmla="*/ 2195378 h 6858000"/>
              <a:gd name="connsiteX101" fmla="*/ 368275 w 1485190"/>
              <a:gd name="connsiteY101" fmla="*/ 2155135 h 6858000"/>
              <a:gd name="connsiteX102" fmla="*/ 365733 w 1485190"/>
              <a:gd name="connsiteY102" fmla="*/ 2118008 h 6858000"/>
              <a:gd name="connsiteX103" fmla="*/ 366726 w 1485190"/>
              <a:gd name="connsiteY103" fmla="*/ 2050531 h 6858000"/>
              <a:gd name="connsiteX104" fmla="*/ 358532 w 1485190"/>
              <a:gd name="connsiteY104" fmla="*/ 1963269 h 6858000"/>
              <a:gd name="connsiteX105" fmla="*/ 339710 w 1485190"/>
              <a:gd name="connsiteY105" fmla="*/ 1906352 h 6858000"/>
              <a:gd name="connsiteX106" fmla="*/ 316267 w 1485190"/>
              <a:gd name="connsiteY106" fmla="*/ 1861531 h 6858000"/>
              <a:gd name="connsiteX107" fmla="*/ 270066 w 1485190"/>
              <a:gd name="connsiteY107" fmla="*/ 1732919 h 6858000"/>
              <a:gd name="connsiteX108" fmla="*/ 242377 w 1485190"/>
              <a:gd name="connsiteY108" fmla="*/ 1663540 h 6858000"/>
              <a:gd name="connsiteX109" fmla="*/ 241503 w 1485190"/>
              <a:gd name="connsiteY109" fmla="*/ 1615777 h 6858000"/>
              <a:gd name="connsiteX110" fmla="*/ 222298 w 1485190"/>
              <a:gd name="connsiteY110" fmla="*/ 1563678 h 6858000"/>
              <a:gd name="connsiteX111" fmla="*/ 235378 w 1485190"/>
              <a:gd name="connsiteY111" fmla="*/ 1519474 h 6858000"/>
              <a:gd name="connsiteX112" fmla="*/ 228120 w 1485190"/>
              <a:gd name="connsiteY112" fmla="*/ 1477995 h 6858000"/>
              <a:gd name="connsiteX113" fmla="*/ 214205 w 1485190"/>
              <a:gd name="connsiteY113" fmla="*/ 1373769 h 6858000"/>
              <a:gd name="connsiteX114" fmla="*/ 222512 w 1485190"/>
              <a:gd name="connsiteY114" fmla="*/ 1307086 h 6858000"/>
              <a:gd name="connsiteX115" fmla="*/ 223700 w 1485190"/>
              <a:gd name="connsiteY115" fmla="*/ 1189033 h 6858000"/>
              <a:gd name="connsiteX116" fmla="*/ 228385 w 1485190"/>
              <a:gd name="connsiteY116" fmla="*/ 1168288 h 6858000"/>
              <a:gd name="connsiteX117" fmla="*/ 220667 w 1485190"/>
              <a:gd name="connsiteY117" fmla="*/ 1142577 h 6858000"/>
              <a:gd name="connsiteX118" fmla="*/ 209973 w 1485190"/>
              <a:gd name="connsiteY118" fmla="*/ 1088484 h 6858000"/>
              <a:gd name="connsiteX119" fmla="*/ 198709 w 1485190"/>
              <a:gd name="connsiteY119" fmla="*/ 1016103 h 6858000"/>
              <a:gd name="connsiteX120" fmla="*/ 200165 w 1485190"/>
              <a:gd name="connsiteY120" fmla="*/ 932283 h 6858000"/>
              <a:gd name="connsiteX121" fmla="*/ 202401 w 1485190"/>
              <a:gd name="connsiteY121" fmla="*/ 915925 h 6858000"/>
              <a:gd name="connsiteX122" fmla="*/ 195030 w 1485190"/>
              <a:gd name="connsiteY122" fmla="*/ 896999 h 6858000"/>
              <a:gd name="connsiteX123" fmla="*/ 164438 w 1485190"/>
              <a:gd name="connsiteY123" fmla="*/ 821517 h 6858000"/>
              <a:gd name="connsiteX124" fmla="*/ 143388 w 1485190"/>
              <a:gd name="connsiteY124" fmla="*/ 751353 h 6858000"/>
              <a:gd name="connsiteX125" fmla="*/ 142946 w 1485190"/>
              <a:gd name="connsiteY125" fmla="*/ 721230 h 6858000"/>
              <a:gd name="connsiteX126" fmla="*/ 128617 w 1485190"/>
              <a:gd name="connsiteY126" fmla="*/ 681659 h 6858000"/>
              <a:gd name="connsiteX127" fmla="*/ 114036 w 1485190"/>
              <a:gd name="connsiteY127" fmla="*/ 635218 h 6858000"/>
              <a:gd name="connsiteX128" fmla="*/ 119047 w 1485190"/>
              <a:gd name="connsiteY128" fmla="*/ 613763 h 6858000"/>
              <a:gd name="connsiteX129" fmla="*/ 104989 w 1485190"/>
              <a:gd name="connsiteY129" fmla="*/ 598582 h 6858000"/>
              <a:gd name="connsiteX130" fmla="*/ 104670 w 1485190"/>
              <a:gd name="connsiteY130" fmla="*/ 576846 h 6858000"/>
              <a:gd name="connsiteX131" fmla="*/ 84296 w 1485190"/>
              <a:gd name="connsiteY131" fmla="*/ 530055 h 6858000"/>
              <a:gd name="connsiteX132" fmla="*/ 83544 w 1485190"/>
              <a:gd name="connsiteY132" fmla="*/ 465389 h 6858000"/>
              <a:gd name="connsiteX133" fmla="*/ 66467 w 1485190"/>
              <a:gd name="connsiteY133" fmla="*/ 424699 h 6858000"/>
              <a:gd name="connsiteX134" fmla="*/ 66842 w 1485190"/>
              <a:gd name="connsiteY134" fmla="*/ 404917 h 6858000"/>
              <a:gd name="connsiteX135" fmla="*/ 46799 w 1485190"/>
              <a:gd name="connsiteY135" fmla="*/ 367211 h 6858000"/>
              <a:gd name="connsiteX136" fmla="*/ 13103 w 1485190"/>
              <a:gd name="connsiteY136" fmla="*/ 268519 h 6858000"/>
              <a:gd name="connsiteX137" fmla="*/ 586 w 1485190"/>
              <a:gd name="connsiteY137" fmla="*/ 160886 h 6858000"/>
              <a:gd name="connsiteX138" fmla="*/ 198854 w 1485190"/>
              <a:gd name="connsiteY138" fmla="*/ 55288 h 6858000"/>
              <a:gd name="connsiteX139" fmla="*/ 158408 w 1485190"/>
              <a:gd name="connsiteY139" fmla="*/ 0 h 6858000"/>
              <a:gd name="connsiteX0" fmla="*/ 145305 w 1472087"/>
              <a:gd name="connsiteY0" fmla="*/ 0 h 6858000"/>
              <a:gd name="connsiteX1" fmla="*/ 1472087 w 1472087"/>
              <a:gd name="connsiteY1" fmla="*/ 0 h 6858000"/>
              <a:gd name="connsiteX2" fmla="*/ 1472087 w 1472087"/>
              <a:gd name="connsiteY2" fmla="*/ 6858000 h 6858000"/>
              <a:gd name="connsiteX3" fmla="*/ 208781 w 1472087"/>
              <a:gd name="connsiteY3" fmla="*/ 6857735 h 6858000"/>
              <a:gd name="connsiteX4" fmla="*/ 245374 w 1472087"/>
              <a:gd name="connsiteY4" fmla="*/ 6776847 h 6858000"/>
              <a:gd name="connsiteX5" fmla="*/ 256874 w 1472087"/>
              <a:gd name="connsiteY5" fmla="*/ 6737706 h 6858000"/>
              <a:gd name="connsiteX6" fmla="*/ 281613 w 1472087"/>
              <a:gd name="connsiteY6" fmla="*/ 6691589 h 6858000"/>
              <a:gd name="connsiteX7" fmla="*/ 259170 w 1472087"/>
              <a:gd name="connsiteY7" fmla="*/ 6659970 h 6858000"/>
              <a:gd name="connsiteX8" fmla="*/ 274261 w 1472087"/>
              <a:gd name="connsiteY8" fmla="*/ 6636211 h 6858000"/>
              <a:gd name="connsiteX9" fmla="*/ 291705 w 1472087"/>
              <a:gd name="connsiteY9" fmla="*/ 6594177 h 6858000"/>
              <a:gd name="connsiteX10" fmla="*/ 305745 w 1472087"/>
              <a:gd name="connsiteY10" fmla="*/ 6557575 h 6858000"/>
              <a:gd name="connsiteX11" fmla="*/ 358702 w 1472087"/>
              <a:gd name="connsiteY11" fmla="*/ 6492130 h 6858000"/>
              <a:gd name="connsiteX12" fmla="*/ 374389 w 1472087"/>
              <a:gd name="connsiteY12" fmla="*/ 6431610 h 6858000"/>
              <a:gd name="connsiteX13" fmla="*/ 418094 w 1472087"/>
              <a:gd name="connsiteY13" fmla="*/ 6379786 h 6858000"/>
              <a:gd name="connsiteX14" fmla="*/ 401317 w 1472087"/>
              <a:gd name="connsiteY14" fmla="*/ 6334727 h 6858000"/>
              <a:gd name="connsiteX15" fmla="*/ 378732 w 1472087"/>
              <a:gd name="connsiteY15" fmla="*/ 6313295 h 6858000"/>
              <a:gd name="connsiteX16" fmla="*/ 385896 w 1472087"/>
              <a:gd name="connsiteY16" fmla="*/ 6280046 h 6858000"/>
              <a:gd name="connsiteX17" fmla="*/ 368641 w 1472087"/>
              <a:gd name="connsiteY17" fmla="*/ 6270265 h 6858000"/>
              <a:gd name="connsiteX18" fmla="*/ 395669 w 1472087"/>
              <a:gd name="connsiteY18" fmla="*/ 6252834 h 6858000"/>
              <a:gd name="connsiteX19" fmla="*/ 373661 w 1472087"/>
              <a:gd name="connsiteY19" fmla="*/ 6202459 h 6858000"/>
              <a:gd name="connsiteX20" fmla="*/ 372459 w 1472087"/>
              <a:gd name="connsiteY20" fmla="*/ 6153037 h 6858000"/>
              <a:gd name="connsiteX21" fmla="*/ 387874 w 1472087"/>
              <a:gd name="connsiteY21" fmla="*/ 6078132 h 6858000"/>
              <a:gd name="connsiteX22" fmla="*/ 375261 w 1472087"/>
              <a:gd name="connsiteY22" fmla="*/ 6028119 h 6858000"/>
              <a:gd name="connsiteX23" fmla="*/ 360490 w 1472087"/>
              <a:gd name="connsiteY23" fmla="*/ 5926735 h 6858000"/>
              <a:gd name="connsiteX24" fmla="*/ 410002 w 1472087"/>
              <a:gd name="connsiteY24" fmla="*/ 5712857 h 6858000"/>
              <a:gd name="connsiteX25" fmla="*/ 389077 w 1472087"/>
              <a:gd name="connsiteY25" fmla="*/ 5676393 h 6858000"/>
              <a:gd name="connsiteX26" fmla="*/ 428669 w 1472087"/>
              <a:gd name="connsiteY26" fmla="*/ 5563435 h 6858000"/>
              <a:gd name="connsiteX27" fmla="*/ 475799 w 1472087"/>
              <a:gd name="connsiteY27" fmla="*/ 5437125 h 6858000"/>
              <a:gd name="connsiteX28" fmla="*/ 489367 w 1472087"/>
              <a:gd name="connsiteY28" fmla="*/ 5396260 h 6858000"/>
              <a:gd name="connsiteX29" fmla="*/ 505348 w 1472087"/>
              <a:gd name="connsiteY29" fmla="*/ 5330009 h 6858000"/>
              <a:gd name="connsiteX30" fmla="*/ 538841 w 1472087"/>
              <a:gd name="connsiteY30" fmla="*/ 5273739 h 6858000"/>
              <a:gd name="connsiteX31" fmla="*/ 548440 w 1472087"/>
              <a:gd name="connsiteY31" fmla="*/ 5241779 h 6858000"/>
              <a:gd name="connsiteX32" fmla="*/ 559666 w 1472087"/>
              <a:gd name="connsiteY32" fmla="*/ 5225268 h 6858000"/>
              <a:gd name="connsiteX33" fmla="*/ 560686 w 1472087"/>
              <a:gd name="connsiteY33" fmla="*/ 5217684 h 6858000"/>
              <a:gd name="connsiteX34" fmla="*/ 568027 w 1472087"/>
              <a:gd name="connsiteY34" fmla="*/ 5193377 h 6858000"/>
              <a:gd name="connsiteX35" fmla="*/ 571330 w 1472087"/>
              <a:gd name="connsiteY35" fmla="*/ 5179288 h 6858000"/>
              <a:gd name="connsiteX36" fmla="*/ 572314 w 1472087"/>
              <a:gd name="connsiteY36" fmla="*/ 5173621 h 6858000"/>
              <a:gd name="connsiteX37" fmla="*/ 567948 w 1472087"/>
              <a:gd name="connsiteY37" fmla="*/ 5159961 h 6858000"/>
              <a:gd name="connsiteX38" fmla="*/ 574625 w 1472087"/>
              <a:gd name="connsiteY38" fmla="*/ 5144295 h 6858000"/>
              <a:gd name="connsiteX39" fmla="*/ 571558 w 1472087"/>
              <a:gd name="connsiteY39" fmla="*/ 5125185 h 6858000"/>
              <a:gd name="connsiteX40" fmla="*/ 578388 w 1472087"/>
              <a:gd name="connsiteY40" fmla="*/ 5121884 h 6858000"/>
              <a:gd name="connsiteX41" fmla="*/ 585424 w 1472087"/>
              <a:gd name="connsiteY41" fmla="*/ 5067850 h 6858000"/>
              <a:gd name="connsiteX42" fmla="*/ 588155 w 1472087"/>
              <a:gd name="connsiteY42" fmla="*/ 5060861 h 6858000"/>
              <a:gd name="connsiteX43" fmla="*/ 584859 w 1472087"/>
              <a:gd name="connsiteY43" fmla="*/ 5034192 h 6858000"/>
              <a:gd name="connsiteX44" fmla="*/ 586413 w 1472087"/>
              <a:gd name="connsiteY44" fmla="*/ 4993030 h 6858000"/>
              <a:gd name="connsiteX45" fmla="*/ 593322 w 1472087"/>
              <a:gd name="connsiteY45" fmla="*/ 4946844 h 6858000"/>
              <a:gd name="connsiteX46" fmla="*/ 589178 w 1472087"/>
              <a:gd name="connsiteY46" fmla="*/ 4932692 h 6858000"/>
              <a:gd name="connsiteX47" fmla="*/ 604581 w 1472087"/>
              <a:gd name="connsiteY47" fmla="*/ 4858827 h 6858000"/>
              <a:gd name="connsiteX48" fmla="*/ 610484 w 1472087"/>
              <a:gd name="connsiteY48" fmla="*/ 4821170 h 6858000"/>
              <a:gd name="connsiteX49" fmla="*/ 615217 w 1472087"/>
              <a:gd name="connsiteY49" fmla="*/ 4780965 h 6858000"/>
              <a:gd name="connsiteX50" fmla="*/ 616510 w 1472087"/>
              <a:gd name="connsiteY50" fmla="*/ 4750867 h 6858000"/>
              <a:gd name="connsiteX51" fmla="*/ 614317 w 1472087"/>
              <a:gd name="connsiteY51" fmla="*/ 4690749 h 6858000"/>
              <a:gd name="connsiteX52" fmla="*/ 609797 w 1472087"/>
              <a:gd name="connsiteY52" fmla="*/ 4584173 h 6858000"/>
              <a:gd name="connsiteX53" fmla="*/ 604880 w 1472087"/>
              <a:gd name="connsiteY53" fmla="*/ 4444346 h 6858000"/>
              <a:gd name="connsiteX54" fmla="*/ 601445 w 1472087"/>
              <a:gd name="connsiteY54" fmla="*/ 4375228 h 6858000"/>
              <a:gd name="connsiteX55" fmla="*/ 582098 w 1472087"/>
              <a:gd name="connsiteY55" fmla="*/ 4214165 h 6858000"/>
              <a:gd name="connsiteX56" fmla="*/ 586171 w 1472087"/>
              <a:gd name="connsiteY56" fmla="*/ 4090296 h 6858000"/>
              <a:gd name="connsiteX57" fmla="*/ 571427 w 1472087"/>
              <a:gd name="connsiteY57" fmla="*/ 4033999 h 6858000"/>
              <a:gd name="connsiteX58" fmla="*/ 572576 w 1472087"/>
              <a:gd name="connsiteY58" fmla="*/ 4031933 h 6858000"/>
              <a:gd name="connsiteX59" fmla="*/ 571152 w 1472087"/>
              <a:gd name="connsiteY59" fmla="*/ 4013953 h 6858000"/>
              <a:gd name="connsiteX60" fmla="*/ 557447 w 1472087"/>
              <a:gd name="connsiteY60" fmla="*/ 3974753 h 6858000"/>
              <a:gd name="connsiteX61" fmla="*/ 559045 w 1472087"/>
              <a:gd name="connsiteY61" fmla="*/ 3969950 h 6858000"/>
              <a:gd name="connsiteX62" fmla="*/ 552467 w 1472087"/>
              <a:gd name="connsiteY62" fmla="*/ 3933779 h 6858000"/>
              <a:gd name="connsiteX63" fmla="*/ 553798 w 1472087"/>
              <a:gd name="connsiteY63" fmla="*/ 3933093 h 6858000"/>
              <a:gd name="connsiteX64" fmla="*/ 558152 w 1472087"/>
              <a:gd name="connsiteY64" fmla="*/ 3922082 h 6858000"/>
              <a:gd name="connsiteX65" fmla="*/ 563230 w 1472087"/>
              <a:gd name="connsiteY65" fmla="*/ 3901461 h 6858000"/>
              <a:gd name="connsiteX66" fmla="*/ 585824 w 1472087"/>
              <a:gd name="connsiteY66" fmla="*/ 3813873 h 6858000"/>
              <a:gd name="connsiteX67" fmla="*/ 585249 w 1472087"/>
              <a:gd name="connsiteY67" fmla="*/ 3806161 h 6858000"/>
              <a:gd name="connsiteX68" fmla="*/ 585556 w 1472087"/>
              <a:gd name="connsiteY68" fmla="*/ 3805957 h 6858000"/>
              <a:gd name="connsiteX69" fmla="*/ 585583 w 1472087"/>
              <a:gd name="connsiteY69" fmla="*/ 3797724 h 6858000"/>
              <a:gd name="connsiteX70" fmla="*/ 584198 w 1472087"/>
              <a:gd name="connsiteY70" fmla="*/ 3792098 h 6858000"/>
              <a:gd name="connsiteX71" fmla="*/ 583082 w 1472087"/>
              <a:gd name="connsiteY71" fmla="*/ 3777135 h 6858000"/>
              <a:gd name="connsiteX72" fmla="*/ 584815 w 1472087"/>
              <a:gd name="connsiteY72" fmla="*/ 3771656 h 6858000"/>
              <a:gd name="connsiteX73" fmla="*/ 588558 w 1472087"/>
              <a:gd name="connsiteY73" fmla="*/ 3769007 h 6858000"/>
              <a:gd name="connsiteX74" fmla="*/ 588024 w 1472087"/>
              <a:gd name="connsiteY74" fmla="*/ 3767709 h 6858000"/>
              <a:gd name="connsiteX75" fmla="*/ 596720 w 1472087"/>
              <a:gd name="connsiteY75" fmla="*/ 3738082 h 6858000"/>
              <a:gd name="connsiteX76" fmla="*/ 604066 w 1472087"/>
              <a:gd name="connsiteY76" fmla="*/ 3673397 h 6858000"/>
              <a:gd name="connsiteX77" fmla="*/ 603362 w 1472087"/>
              <a:gd name="connsiteY77" fmla="*/ 3637109 h 6858000"/>
              <a:gd name="connsiteX78" fmla="*/ 606805 w 1472087"/>
              <a:gd name="connsiteY78" fmla="*/ 3536883 h 6858000"/>
              <a:gd name="connsiteX79" fmla="*/ 614343 w 1472087"/>
              <a:gd name="connsiteY79" fmla="*/ 3435652 h 6858000"/>
              <a:gd name="connsiteX80" fmla="*/ 616014 w 1472087"/>
              <a:gd name="connsiteY80" fmla="*/ 3307769 h 6858000"/>
              <a:gd name="connsiteX81" fmla="*/ 633577 w 1472087"/>
              <a:gd name="connsiteY81" fmla="*/ 3250522 h 6858000"/>
              <a:gd name="connsiteX82" fmla="*/ 634002 w 1472087"/>
              <a:gd name="connsiteY82" fmla="*/ 3229163 h 6858000"/>
              <a:gd name="connsiteX83" fmla="*/ 635825 w 1472087"/>
              <a:gd name="connsiteY83" fmla="*/ 3217217 h 6858000"/>
              <a:gd name="connsiteX84" fmla="*/ 622660 w 1472087"/>
              <a:gd name="connsiteY84" fmla="*/ 3183755 h 6858000"/>
              <a:gd name="connsiteX85" fmla="*/ 623161 w 1472087"/>
              <a:gd name="connsiteY85" fmla="*/ 3178642 h 6858000"/>
              <a:gd name="connsiteX86" fmla="*/ 610761 w 1472087"/>
              <a:gd name="connsiteY86" fmla="*/ 3158586 h 6858000"/>
              <a:gd name="connsiteX87" fmla="*/ 595946 w 1472087"/>
              <a:gd name="connsiteY87" fmla="*/ 3129034 h 6858000"/>
              <a:gd name="connsiteX88" fmla="*/ 596611 w 1472087"/>
              <a:gd name="connsiteY88" fmla="*/ 3126682 h 6858000"/>
              <a:gd name="connsiteX89" fmla="*/ 587479 w 1472087"/>
              <a:gd name="connsiteY89" fmla="*/ 3114519 h 6858000"/>
              <a:gd name="connsiteX90" fmla="*/ 574088 w 1472087"/>
              <a:gd name="connsiteY90" fmla="*/ 3106272 h 6858000"/>
              <a:gd name="connsiteX91" fmla="*/ 546818 w 1472087"/>
              <a:gd name="connsiteY91" fmla="*/ 2958185 h 6858000"/>
              <a:gd name="connsiteX92" fmla="*/ 489432 w 1472087"/>
              <a:gd name="connsiteY92" fmla="*/ 2762989 h 6858000"/>
              <a:gd name="connsiteX93" fmla="*/ 438350 w 1472087"/>
              <a:gd name="connsiteY93" fmla="*/ 2554718 h 6858000"/>
              <a:gd name="connsiteX94" fmla="*/ 418444 w 1472087"/>
              <a:gd name="connsiteY94" fmla="*/ 2485734 h 6858000"/>
              <a:gd name="connsiteX95" fmla="*/ 409167 w 1472087"/>
              <a:gd name="connsiteY95" fmla="*/ 2447068 h 6858000"/>
              <a:gd name="connsiteX96" fmla="*/ 396128 w 1472087"/>
              <a:gd name="connsiteY96" fmla="*/ 2425819 h 6858000"/>
              <a:gd name="connsiteX97" fmla="*/ 402127 w 1472087"/>
              <a:gd name="connsiteY97" fmla="*/ 2402874 h 6858000"/>
              <a:gd name="connsiteX98" fmla="*/ 404739 w 1472087"/>
              <a:gd name="connsiteY98" fmla="*/ 2381443 h 6858000"/>
              <a:gd name="connsiteX99" fmla="*/ 381068 w 1472087"/>
              <a:gd name="connsiteY99" fmla="*/ 2261920 h 6858000"/>
              <a:gd name="connsiteX100" fmla="*/ 370955 w 1472087"/>
              <a:gd name="connsiteY100" fmla="*/ 2195378 h 6858000"/>
              <a:gd name="connsiteX101" fmla="*/ 355172 w 1472087"/>
              <a:gd name="connsiteY101" fmla="*/ 2155135 h 6858000"/>
              <a:gd name="connsiteX102" fmla="*/ 352630 w 1472087"/>
              <a:gd name="connsiteY102" fmla="*/ 2118008 h 6858000"/>
              <a:gd name="connsiteX103" fmla="*/ 353623 w 1472087"/>
              <a:gd name="connsiteY103" fmla="*/ 2050531 h 6858000"/>
              <a:gd name="connsiteX104" fmla="*/ 345429 w 1472087"/>
              <a:gd name="connsiteY104" fmla="*/ 1963269 h 6858000"/>
              <a:gd name="connsiteX105" fmla="*/ 326607 w 1472087"/>
              <a:gd name="connsiteY105" fmla="*/ 1906352 h 6858000"/>
              <a:gd name="connsiteX106" fmla="*/ 303164 w 1472087"/>
              <a:gd name="connsiteY106" fmla="*/ 1861531 h 6858000"/>
              <a:gd name="connsiteX107" fmla="*/ 256963 w 1472087"/>
              <a:gd name="connsiteY107" fmla="*/ 1732919 h 6858000"/>
              <a:gd name="connsiteX108" fmla="*/ 229274 w 1472087"/>
              <a:gd name="connsiteY108" fmla="*/ 1663540 h 6858000"/>
              <a:gd name="connsiteX109" fmla="*/ 228400 w 1472087"/>
              <a:gd name="connsiteY109" fmla="*/ 1615777 h 6858000"/>
              <a:gd name="connsiteX110" fmla="*/ 209195 w 1472087"/>
              <a:gd name="connsiteY110" fmla="*/ 1563678 h 6858000"/>
              <a:gd name="connsiteX111" fmla="*/ 222275 w 1472087"/>
              <a:gd name="connsiteY111" fmla="*/ 1519474 h 6858000"/>
              <a:gd name="connsiteX112" fmla="*/ 215017 w 1472087"/>
              <a:gd name="connsiteY112" fmla="*/ 1477995 h 6858000"/>
              <a:gd name="connsiteX113" fmla="*/ 201102 w 1472087"/>
              <a:gd name="connsiteY113" fmla="*/ 1373769 h 6858000"/>
              <a:gd name="connsiteX114" fmla="*/ 209409 w 1472087"/>
              <a:gd name="connsiteY114" fmla="*/ 1307086 h 6858000"/>
              <a:gd name="connsiteX115" fmla="*/ 210597 w 1472087"/>
              <a:gd name="connsiteY115" fmla="*/ 1189033 h 6858000"/>
              <a:gd name="connsiteX116" fmla="*/ 215282 w 1472087"/>
              <a:gd name="connsiteY116" fmla="*/ 1168288 h 6858000"/>
              <a:gd name="connsiteX117" fmla="*/ 207564 w 1472087"/>
              <a:gd name="connsiteY117" fmla="*/ 1142577 h 6858000"/>
              <a:gd name="connsiteX118" fmla="*/ 196870 w 1472087"/>
              <a:gd name="connsiteY118" fmla="*/ 1088484 h 6858000"/>
              <a:gd name="connsiteX119" fmla="*/ 185606 w 1472087"/>
              <a:gd name="connsiteY119" fmla="*/ 1016103 h 6858000"/>
              <a:gd name="connsiteX120" fmla="*/ 187062 w 1472087"/>
              <a:gd name="connsiteY120" fmla="*/ 932283 h 6858000"/>
              <a:gd name="connsiteX121" fmla="*/ 189298 w 1472087"/>
              <a:gd name="connsiteY121" fmla="*/ 915925 h 6858000"/>
              <a:gd name="connsiteX122" fmla="*/ 181927 w 1472087"/>
              <a:gd name="connsiteY122" fmla="*/ 896999 h 6858000"/>
              <a:gd name="connsiteX123" fmla="*/ 151335 w 1472087"/>
              <a:gd name="connsiteY123" fmla="*/ 821517 h 6858000"/>
              <a:gd name="connsiteX124" fmla="*/ 130285 w 1472087"/>
              <a:gd name="connsiteY124" fmla="*/ 751353 h 6858000"/>
              <a:gd name="connsiteX125" fmla="*/ 129843 w 1472087"/>
              <a:gd name="connsiteY125" fmla="*/ 721230 h 6858000"/>
              <a:gd name="connsiteX126" fmla="*/ 115514 w 1472087"/>
              <a:gd name="connsiteY126" fmla="*/ 681659 h 6858000"/>
              <a:gd name="connsiteX127" fmla="*/ 100933 w 1472087"/>
              <a:gd name="connsiteY127" fmla="*/ 635218 h 6858000"/>
              <a:gd name="connsiteX128" fmla="*/ 105944 w 1472087"/>
              <a:gd name="connsiteY128" fmla="*/ 613763 h 6858000"/>
              <a:gd name="connsiteX129" fmla="*/ 91886 w 1472087"/>
              <a:gd name="connsiteY129" fmla="*/ 598582 h 6858000"/>
              <a:gd name="connsiteX130" fmla="*/ 91567 w 1472087"/>
              <a:gd name="connsiteY130" fmla="*/ 576846 h 6858000"/>
              <a:gd name="connsiteX131" fmla="*/ 71193 w 1472087"/>
              <a:gd name="connsiteY131" fmla="*/ 530055 h 6858000"/>
              <a:gd name="connsiteX132" fmla="*/ 70441 w 1472087"/>
              <a:gd name="connsiteY132" fmla="*/ 465389 h 6858000"/>
              <a:gd name="connsiteX133" fmla="*/ 53364 w 1472087"/>
              <a:gd name="connsiteY133" fmla="*/ 424699 h 6858000"/>
              <a:gd name="connsiteX134" fmla="*/ 53739 w 1472087"/>
              <a:gd name="connsiteY134" fmla="*/ 404917 h 6858000"/>
              <a:gd name="connsiteX135" fmla="*/ 33696 w 1472087"/>
              <a:gd name="connsiteY135" fmla="*/ 367211 h 6858000"/>
              <a:gd name="connsiteX136" fmla="*/ 0 w 1472087"/>
              <a:gd name="connsiteY136" fmla="*/ 268519 h 6858000"/>
              <a:gd name="connsiteX137" fmla="*/ 173467 w 1472087"/>
              <a:gd name="connsiteY137" fmla="*/ 144983 h 6858000"/>
              <a:gd name="connsiteX138" fmla="*/ 185751 w 1472087"/>
              <a:gd name="connsiteY138" fmla="*/ 55288 h 6858000"/>
              <a:gd name="connsiteX139" fmla="*/ 145305 w 1472087"/>
              <a:gd name="connsiteY139" fmla="*/ 0 h 6858000"/>
              <a:gd name="connsiteX0" fmla="*/ 112107 w 1438889"/>
              <a:gd name="connsiteY0" fmla="*/ 0 h 6858000"/>
              <a:gd name="connsiteX1" fmla="*/ 1438889 w 1438889"/>
              <a:gd name="connsiteY1" fmla="*/ 0 h 6858000"/>
              <a:gd name="connsiteX2" fmla="*/ 1438889 w 1438889"/>
              <a:gd name="connsiteY2" fmla="*/ 6858000 h 6858000"/>
              <a:gd name="connsiteX3" fmla="*/ 175583 w 1438889"/>
              <a:gd name="connsiteY3" fmla="*/ 6857735 h 6858000"/>
              <a:gd name="connsiteX4" fmla="*/ 212176 w 1438889"/>
              <a:gd name="connsiteY4" fmla="*/ 6776847 h 6858000"/>
              <a:gd name="connsiteX5" fmla="*/ 223676 w 1438889"/>
              <a:gd name="connsiteY5" fmla="*/ 6737706 h 6858000"/>
              <a:gd name="connsiteX6" fmla="*/ 248415 w 1438889"/>
              <a:gd name="connsiteY6" fmla="*/ 6691589 h 6858000"/>
              <a:gd name="connsiteX7" fmla="*/ 225972 w 1438889"/>
              <a:gd name="connsiteY7" fmla="*/ 6659970 h 6858000"/>
              <a:gd name="connsiteX8" fmla="*/ 241063 w 1438889"/>
              <a:gd name="connsiteY8" fmla="*/ 6636211 h 6858000"/>
              <a:gd name="connsiteX9" fmla="*/ 258507 w 1438889"/>
              <a:gd name="connsiteY9" fmla="*/ 6594177 h 6858000"/>
              <a:gd name="connsiteX10" fmla="*/ 272547 w 1438889"/>
              <a:gd name="connsiteY10" fmla="*/ 6557575 h 6858000"/>
              <a:gd name="connsiteX11" fmla="*/ 325504 w 1438889"/>
              <a:gd name="connsiteY11" fmla="*/ 6492130 h 6858000"/>
              <a:gd name="connsiteX12" fmla="*/ 341191 w 1438889"/>
              <a:gd name="connsiteY12" fmla="*/ 6431610 h 6858000"/>
              <a:gd name="connsiteX13" fmla="*/ 384896 w 1438889"/>
              <a:gd name="connsiteY13" fmla="*/ 6379786 h 6858000"/>
              <a:gd name="connsiteX14" fmla="*/ 368119 w 1438889"/>
              <a:gd name="connsiteY14" fmla="*/ 6334727 h 6858000"/>
              <a:gd name="connsiteX15" fmla="*/ 345534 w 1438889"/>
              <a:gd name="connsiteY15" fmla="*/ 6313295 h 6858000"/>
              <a:gd name="connsiteX16" fmla="*/ 352698 w 1438889"/>
              <a:gd name="connsiteY16" fmla="*/ 6280046 h 6858000"/>
              <a:gd name="connsiteX17" fmla="*/ 335443 w 1438889"/>
              <a:gd name="connsiteY17" fmla="*/ 6270265 h 6858000"/>
              <a:gd name="connsiteX18" fmla="*/ 362471 w 1438889"/>
              <a:gd name="connsiteY18" fmla="*/ 6252834 h 6858000"/>
              <a:gd name="connsiteX19" fmla="*/ 340463 w 1438889"/>
              <a:gd name="connsiteY19" fmla="*/ 6202459 h 6858000"/>
              <a:gd name="connsiteX20" fmla="*/ 339261 w 1438889"/>
              <a:gd name="connsiteY20" fmla="*/ 6153037 h 6858000"/>
              <a:gd name="connsiteX21" fmla="*/ 354676 w 1438889"/>
              <a:gd name="connsiteY21" fmla="*/ 6078132 h 6858000"/>
              <a:gd name="connsiteX22" fmla="*/ 342063 w 1438889"/>
              <a:gd name="connsiteY22" fmla="*/ 6028119 h 6858000"/>
              <a:gd name="connsiteX23" fmla="*/ 327292 w 1438889"/>
              <a:gd name="connsiteY23" fmla="*/ 5926735 h 6858000"/>
              <a:gd name="connsiteX24" fmla="*/ 376804 w 1438889"/>
              <a:gd name="connsiteY24" fmla="*/ 5712857 h 6858000"/>
              <a:gd name="connsiteX25" fmla="*/ 355879 w 1438889"/>
              <a:gd name="connsiteY25" fmla="*/ 5676393 h 6858000"/>
              <a:gd name="connsiteX26" fmla="*/ 395471 w 1438889"/>
              <a:gd name="connsiteY26" fmla="*/ 5563435 h 6858000"/>
              <a:gd name="connsiteX27" fmla="*/ 442601 w 1438889"/>
              <a:gd name="connsiteY27" fmla="*/ 5437125 h 6858000"/>
              <a:gd name="connsiteX28" fmla="*/ 456169 w 1438889"/>
              <a:gd name="connsiteY28" fmla="*/ 5396260 h 6858000"/>
              <a:gd name="connsiteX29" fmla="*/ 472150 w 1438889"/>
              <a:gd name="connsiteY29" fmla="*/ 5330009 h 6858000"/>
              <a:gd name="connsiteX30" fmla="*/ 505643 w 1438889"/>
              <a:gd name="connsiteY30" fmla="*/ 5273739 h 6858000"/>
              <a:gd name="connsiteX31" fmla="*/ 515242 w 1438889"/>
              <a:gd name="connsiteY31" fmla="*/ 5241779 h 6858000"/>
              <a:gd name="connsiteX32" fmla="*/ 526468 w 1438889"/>
              <a:gd name="connsiteY32" fmla="*/ 5225268 h 6858000"/>
              <a:gd name="connsiteX33" fmla="*/ 527488 w 1438889"/>
              <a:gd name="connsiteY33" fmla="*/ 5217684 h 6858000"/>
              <a:gd name="connsiteX34" fmla="*/ 534829 w 1438889"/>
              <a:gd name="connsiteY34" fmla="*/ 5193377 h 6858000"/>
              <a:gd name="connsiteX35" fmla="*/ 538132 w 1438889"/>
              <a:gd name="connsiteY35" fmla="*/ 5179288 h 6858000"/>
              <a:gd name="connsiteX36" fmla="*/ 539116 w 1438889"/>
              <a:gd name="connsiteY36" fmla="*/ 5173621 h 6858000"/>
              <a:gd name="connsiteX37" fmla="*/ 534750 w 1438889"/>
              <a:gd name="connsiteY37" fmla="*/ 5159961 h 6858000"/>
              <a:gd name="connsiteX38" fmla="*/ 541427 w 1438889"/>
              <a:gd name="connsiteY38" fmla="*/ 5144295 h 6858000"/>
              <a:gd name="connsiteX39" fmla="*/ 538360 w 1438889"/>
              <a:gd name="connsiteY39" fmla="*/ 5125185 h 6858000"/>
              <a:gd name="connsiteX40" fmla="*/ 545190 w 1438889"/>
              <a:gd name="connsiteY40" fmla="*/ 5121884 h 6858000"/>
              <a:gd name="connsiteX41" fmla="*/ 552226 w 1438889"/>
              <a:gd name="connsiteY41" fmla="*/ 5067850 h 6858000"/>
              <a:gd name="connsiteX42" fmla="*/ 554957 w 1438889"/>
              <a:gd name="connsiteY42" fmla="*/ 5060861 h 6858000"/>
              <a:gd name="connsiteX43" fmla="*/ 551661 w 1438889"/>
              <a:gd name="connsiteY43" fmla="*/ 5034192 h 6858000"/>
              <a:gd name="connsiteX44" fmla="*/ 553215 w 1438889"/>
              <a:gd name="connsiteY44" fmla="*/ 4993030 h 6858000"/>
              <a:gd name="connsiteX45" fmla="*/ 560124 w 1438889"/>
              <a:gd name="connsiteY45" fmla="*/ 4946844 h 6858000"/>
              <a:gd name="connsiteX46" fmla="*/ 555980 w 1438889"/>
              <a:gd name="connsiteY46" fmla="*/ 4932692 h 6858000"/>
              <a:gd name="connsiteX47" fmla="*/ 571383 w 1438889"/>
              <a:gd name="connsiteY47" fmla="*/ 4858827 h 6858000"/>
              <a:gd name="connsiteX48" fmla="*/ 577286 w 1438889"/>
              <a:gd name="connsiteY48" fmla="*/ 4821170 h 6858000"/>
              <a:gd name="connsiteX49" fmla="*/ 582019 w 1438889"/>
              <a:gd name="connsiteY49" fmla="*/ 4780965 h 6858000"/>
              <a:gd name="connsiteX50" fmla="*/ 583312 w 1438889"/>
              <a:gd name="connsiteY50" fmla="*/ 4750867 h 6858000"/>
              <a:gd name="connsiteX51" fmla="*/ 581119 w 1438889"/>
              <a:gd name="connsiteY51" fmla="*/ 4690749 h 6858000"/>
              <a:gd name="connsiteX52" fmla="*/ 576599 w 1438889"/>
              <a:gd name="connsiteY52" fmla="*/ 4584173 h 6858000"/>
              <a:gd name="connsiteX53" fmla="*/ 571682 w 1438889"/>
              <a:gd name="connsiteY53" fmla="*/ 4444346 h 6858000"/>
              <a:gd name="connsiteX54" fmla="*/ 568247 w 1438889"/>
              <a:gd name="connsiteY54" fmla="*/ 4375228 h 6858000"/>
              <a:gd name="connsiteX55" fmla="*/ 548900 w 1438889"/>
              <a:gd name="connsiteY55" fmla="*/ 4214165 h 6858000"/>
              <a:gd name="connsiteX56" fmla="*/ 552973 w 1438889"/>
              <a:gd name="connsiteY56" fmla="*/ 4090296 h 6858000"/>
              <a:gd name="connsiteX57" fmla="*/ 538229 w 1438889"/>
              <a:gd name="connsiteY57" fmla="*/ 4033999 h 6858000"/>
              <a:gd name="connsiteX58" fmla="*/ 539378 w 1438889"/>
              <a:gd name="connsiteY58" fmla="*/ 4031933 h 6858000"/>
              <a:gd name="connsiteX59" fmla="*/ 537954 w 1438889"/>
              <a:gd name="connsiteY59" fmla="*/ 4013953 h 6858000"/>
              <a:gd name="connsiteX60" fmla="*/ 524249 w 1438889"/>
              <a:gd name="connsiteY60" fmla="*/ 3974753 h 6858000"/>
              <a:gd name="connsiteX61" fmla="*/ 525847 w 1438889"/>
              <a:gd name="connsiteY61" fmla="*/ 3969950 h 6858000"/>
              <a:gd name="connsiteX62" fmla="*/ 519269 w 1438889"/>
              <a:gd name="connsiteY62" fmla="*/ 3933779 h 6858000"/>
              <a:gd name="connsiteX63" fmla="*/ 520600 w 1438889"/>
              <a:gd name="connsiteY63" fmla="*/ 3933093 h 6858000"/>
              <a:gd name="connsiteX64" fmla="*/ 524954 w 1438889"/>
              <a:gd name="connsiteY64" fmla="*/ 3922082 h 6858000"/>
              <a:gd name="connsiteX65" fmla="*/ 530032 w 1438889"/>
              <a:gd name="connsiteY65" fmla="*/ 3901461 h 6858000"/>
              <a:gd name="connsiteX66" fmla="*/ 552626 w 1438889"/>
              <a:gd name="connsiteY66" fmla="*/ 3813873 h 6858000"/>
              <a:gd name="connsiteX67" fmla="*/ 552051 w 1438889"/>
              <a:gd name="connsiteY67" fmla="*/ 3806161 h 6858000"/>
              <a:gd name="connsiteX68" fmla="*/ 552358 w 1438889"/>
              <a:gd name="connsiteY68" fmla="*/ 3805957 h 6858000"/>
              <a:gd name="connsiteX69" fmla="*/ 552385 w 1438889"/>
              <a:gd name="connsiteY69" fmla="*/ 3797724 h 6858000"/>
              <a:gd name="connsiteX70" fmla="*/ 551000 w 1438889"/>
              <a:gd name="connsiteY70" fmla="*/ 3792098 h 6858000"/>
              <a:gd name="connsiteX71" fmla="*/ 549884 w 1438889"/>
              <a:gd name="connsiteY71" fmla="*/ 3777135 h 6858000"/>
              <a:gd name="connsiteX72" fmla="*/ 551617 w 1438889"/>
              <a:gd name="connsiteY72" fmla="*/ 3771656 h 6858000"/>
              <a:gd name="connsiteX73" fmla="*/ 555360 w 1438889"/>
              <a:gd name="connsiteY73" fmla="*/ 3769007 h 6858000"/>
              <a:gd name="connsiteX74" fmla="*/ 554826 w 1438889"/>
              <a:gd name="connsiteY74" fmla="*/ 3767709 h 6858000"/>
              <a:gd name="connsiteX75" fmla="*/ 563522 w 1438889"/>
              <a:gd name="connsiteY75" fmla="*/ 3738082 h 6858000"/>
              <a:gd name="connsiteX76" fmla="*/ 570868 w 1438889"/>
              <a:gd name="connsiteY76" fmla="*/ 3673397 h 6858000"/>
              <a:gd name="connsiteX77" fmla="*/ 570164 w 1438889"/>
              <a:gd name="connsiteY77" fmla="*/ 3637109 h 6858000"/>
              <a:gd name="connsiteX78" fmla="*/ 573607 w 1438889"/>
              <a:gd name="connsiteY78" fmla="*/ 3536883 h 6858000"/>
              <a:gd name="connsiteX79" fmla="*/ 581145 w 1438889"/>
              <a:gd name="connsiteY79" fmla="*/ 3435652 h 6858000"/>
              <a:gd name="connsiteX80" fmla="*/ 582816 w 1438889"/>
              <a:gd name="connsiteY80" fmla="*/ 3307769 h 6858000"/>
              <a:gd name="connsiteX81" fmla="*/ 600379 w 1438889"/>
              <a:gd name="connsiteY81" fmla="*/ 3250522 h 6858000"/>
              <a:gd name="connsiteX82" fmla="*/ 600804 w 1438889"/>
              <a:gd name="connsiteY82" fmla="*/ 3229163 h 6858000"/>
              <a:gd name="connsiteX83" fmla="*/ 602627 w 1438889"/>
              <a:gd name="connsiteY83" fmla="*/ 3217217 h 6858000"/>
              <a:gd name="connsiteX84" fmla="*/ 589462 w 1438889"/>
              <a:gd name="connsiteY84" fmla="*/ 3183755 h 6858000"/>
              <a:gd name="connsiteX85" fmla="*/ 589963 w 1438889"/>
              <a:gd name="connsiteY85" fmla="*/ 3178642 h 6858000"/>
              <a:gd name="connsiteX86" fmla="*/ 577563 w 1438889"/>
              <a:gd name="connsiteY86" fmla="*/ 3158586 h 6858000"/>
              <a:gd name="connsiteX87" fmla="*/ 562748 w 1438889"/>
              <a:gd name="connsiteY87" fmla="*/ 3129034 h 6858000"/>
              <a:gd name="connsiteX88" fmla="*/ 563413 w 1438889"/>
              <a:gd name="connsiteY88" fmla="*/ 3126682 h 6858000"/>
              <a:gd name="connsiteX89" fmla="*/ 554281 w 1438889"/>
              <a:gd name="connsiteY89" fmla="*/ 3114519 h 6858000"/>
              <a:gd name="connsiteX90" fmla="*/ 540890 w 1438889"/>
              <a:gd name="connsiteY90" fmla="*/ 3106272 h 6858000"/>
              <a:gd name="connsiteX91" fmla="*/ 513620 w 1438889"/>
              <a:gd name="connsiteY91" fmla="*/ 2958185 h 6858000"/>
              <a:gd name="connsiteX92" fmla="*/ 456234 w 1438889"/>
              <a:gd name="connsiteY92" fmla="*/ 2762989 h 6858000"/>
              <a:gd name="connsiteX93" fmla="*/ 405152 w 1438889"/>
              <a:gd name="connsiteY93" fmla="*/ 2554718 h 6858000"/>
              <a:gd name="connsiteX94" fmla="*/ 385246 w 1438889"/>
              <a:gd name="connsiteY94" fmla="*/ 2485734 h 6858000"/>
              <a:gd name="connsiteX95" fmla="*/ 375969 w 1438889"/>
              <a:gd name="connsiteY95" fmla="*/ 2447068 h 6858000"/>
              <a:gd name="connsiteX96" fmla="*/ 362930 w 1438889"/>
              <a:gd name="connsiteY96" fmla="*/ 2425819 h 6858000"/>
              <a:gd name="connsiteX97" fmla="*/ 368929 w 1438889"/>
              <a:gd name="connsiteY97" fmla="*/ 2402874 h 6858000"/>
              <a:gd name="connsiteX98" fmla="*/ 371541 w 1438889"/>
              <a:gd name="connsiteY98" fmla="*/ 2381443 h 6858000"/>
              <a:gd name="connsiteX99" fmla="*/ 347870 w 1438889"/>
              <a:gd name="connsiteY99" fmla="*/ 2261920 h 6858000"/>
              <a:gd name="connsiteX100" fmla="*/ 337757 w 1438889"/>
              <a:gd name="connsiteY100" fmla="*/ 2195378 h 6858000"/>
              <a:gd name="connsiteX101" fmla="*/ 321974 w 1438889"/>
              <a:gd name="connsiteY101" fmla="*/ 2155135 h 6858000"/>
              <a:gd name="connsiteX102" fmla="*/ 319432 w 1438889"/>
              <a:gd name="connsiteY102" fmla="*/ 2118008 h 6858000"/>
              <a:gd name="connsiteX103" fmla="*/ 320425 w 1438889"/>
              <a:gd name="connsiteY103" fmla="*/ 2050531 h 6858000"/>
              <a:gd name="connsiteX104" fmla="*/ 312231 w 1438889"/>
              <a:gd name="connsiteY104" fmla="*/ 1963269 h 6858000"/>
              <a:gd name="connsiteX105" fmla="*/ 293409 w 1438889"/>
              <a:gd name="connsiteY105" fmla="*/ 1906352 h 6858000"/>
              <a:gd name="connsiteX106" fmla="*/ 269966 w 1438889"/>
              <a:gd name="connsiteY106" fmla="*/ 1861531 h 6858000"/>
              <a:gd name="connsiteX107" fmla="*/ 223765 w 1438889"/>
              <a:gd name="connsiteY107" fmla="*/ 1732919 h 6858000"/>
              <a:gd name="connsiteX108" fmla="*/ 196076 w 1438889"/>
              <a:gd name="connsiteY108" fmla="*/ 1663540 h 6858000"/>
              <a:gd name="connsiteX109" fmla="*/ 195202 w 1438889"/>
              <a:gd name="connsiteY109" fmla="*/ 1615777 h 6858000"/>
              <a:gd name="connsiteX110" fmla="*/ 175997 w 1438889"/>
              <a:gd name="connsiteY110" fmla="*/ 1563678 h 6858000"/>
              <a:gd name="connsiteX111" fmla="*/ 189077 w 1438889"/>
              <a:gd name="connsiteY111" fmla="*/ 1519474 h 6858000"/>
              <a:gd name="connsiteX112" fmla="*/ 181819 w 1438889"/>
              <a:gd name="connsiteY112" fmla="*/ 1477995 h 6858000"/>
              <a:gd name="connsiteX113" fmla="*/ 167904 w 1438889"/>
              <a:gd name="connsiteY113" fmla="*/ 1373769 h 6858000"/>
              <a:gd name="connsiteX114" fmla="*/ 176211 w 1438889"/>
              <a:gd name="connsiteY114" fmla="*/ 1307086 h 6858000"/>
              <a:gd name="connsiteX115" fmla="*/ 177399 w 1438889"/>
              <a:gd name="connsiteY115" fmla="*/ 1189033 h 6858000"/>
              <a:gd name="connsiteX116" fmla="*/ 182084 w 1438889"/>
              <a:gd name="connsiteY116" fmla="*/ 1168288 h 6858000"/>
              <a:gd name="connsiteX117" fmla="*/ 174366 w 1438889"/>
              <a:gd name="connsiteY117" fmla="*/ 1142577 h 6858000"/>
              <a:gd name="connsiteX118" fmla="*/ 163672 w 1438889"/>
              <a:gd name="connsiteY118" fmla="*/ 1088484 h 6858000"/>
              <a:gd name="connsiteX119" fmla="*/ 152408 w 1438889"/>
              <a:gd name="connsiteY119" fmla="*/ 1016103 h 6858000"/>
              <a:gd name="connsiteX120" fmla="*/ 153864 w 1438889"/>
              <a:gd name="connsiteY120" fmla="*/ 932283 h 6858000"/>
              <a:gd name="connsiteX121" fmla="*/ 156100 w 1438889"/>
              <a:gd name="connsiteY121" fmla="*/ 915925 h 6858000"/>
              <a:gd name="connsiteX122" fmla="*/ 148729 w 1438889"/>
              <a:gd name="connsiteY122" fmla="*/ 896999 h 6858000"/>
              <a:gd name="connsiteX123" fmla="*/ 118137 w 1438889"/>
              <a:gd name="connsiteY123" fmla="*/ 821517 h 6858000"/>
              <a:gd name="connsiteX124" fmla="*/ 97087 w 1438889"/>
              <a:gd name="connsiteY124" fmla="*/ 751353 h 6858000"/>
              <a:gd name="connsiteX125" fmla="*/ 96645 w 1438889"/>
              <a:gd name="connsiteY125" fmla="*/ 721230 h 6858000"/>
              <a:gd name="connsiteX126" fmla="*/ 82316 w 1438889"/>
              <a:gd name="connsiteY126" fmla="*/ 681659 h 6858000"/>
              <a:gd name="connsiteX127" fmla="*/ 67735 w 1438889"/>
              <a:gd name="connsiteY127" fmla="*/ 635218 h 6858000"/>
              <a:gd name="connsiteX128" fmla="*/ 72746 w 1438889"/>
              <a:gd name="connsiteY128" fmla="*/ 613763 h 6858000"/>
              <a:gd name="connsiteX129" fmla="*/ 58688 w 1438889"/>
              <a:gd name="connsiteY129" fmla="*/ 598582 h 6858000"/>
              <a:gd name="connsiteX130" fmla="*/ 58369 w 1438889"/>
              <a:gd name="connsiteY130" fmla="*/ 576846 h 6858000"/>
              <a:gd name="connsiteX131" fmla="*/ 37995 w 1438889"/>
              <a:gd name="connsiteY131" fmla="*/ 530055 h 6858000"/>
              <a:gd name="connsiteX132" fmla="*/ 37243 w 1438889"/>
              <a:gd name="connsiteY132" fmla="*/ 465389 h 6858000"/>
              <a:gd name="connsiteX133" fmla="*/ 20166 w 1438889"/>
              <a:gd name="connsiteY133" fmla="*/ 424699 h 6858000"/>
              <a:gd name="connsiteX134" fmla="*/ 20541 w 1438889"/>
              <a:gd name="connsiteY134" fmla="*/ 404917 h 6858000"/>
              <a:gd name="connsiteX135" fmla="*/ 498 w 1438889"/>
              <a:gd name="connsiteY135" fmla="*/ 367211 h 6858000"/>
              <a:gd name="connsiteX136" fmla="*/ 148559 w 1438889"/>
              <a:gd name="connsiteY136" fmla="*/ 212860 h 6858000"/>
              <a:gd name="connsiteX137" fmla="*/ 140269 w 1438889"/>
              <a:gd name="connsiteY137" fmla="*/ 144983 h 6858000"/>
              <a:gd name="connsiteX138" fmla="*/ 152553 w 1438889"/>
              <a:gd name="connsiteY138" fmla="*/ 55288 h 6858000"/>
              <a:gd name="connsiteX139" fmla="*/ 112107 w 1438889"/>
              <a:gd name="connsiteY139" fmla="*/ 0 h 6858000"/>
              <a:gd name="connsiteX0" fmla="*/ 92101 w 1418883"/>
              <a:gd name="connsiteY0" fmla="*/ 0 h 6858000"/>
              <a:gd name="connsiteX1" fmla="*/ 1418883 w 1418883"/>
              <a:gd name="connsiteY1" fmla="*/ 0 h 6858000"/>
              <a:gd name="connsiteX2" fmla="*/ 1418883 w 1418883"/>
              <a:gd name="connsiteY2" fmla="*/ 6858000 h 6858000"/>
              <a:gd name="connsiteX3" fmla="*/ 155577 w 1418883"/>
              <a:gd name="connsiteY3" fmla="*/ 6857735 h 6858000"/>
              <a:gd name="connsiteX4" fmla="*/ 192170 w 1418883"/>
              <a:gd name="connsiteY4" fmla="*/ 6776847 h 6858000"/>
              <a:gd name="connsiteX5" fmla="*/ 203670 w 1418883"/>
              <a:gd name="connsiteY5" fmla="*/ 6737706 h 6858000"/>
              <a:gd name="connsiteX6" fmla="*/ 228409 w 1418883"/>
              <a:gd name="connsiteY6" fmla="*/ 6691589 h 6858000"/>
              <a:gd name="connsiteX7" fmla="*/ 205966 w 1418883"/>
              <a:gd name="connsiteY7" fmla="*/ 6659970 h 6858000"/>
              <a:gd name="connsiteX8" fmla="*/ 221057 w 1418883"/>
              <a:gd name="connsiteY8" fmla="*/ 6636211 h 6858000"/>
              <a:gd name="connsiteX9" fmla="*/ 238501 w 1418883"/>
              <a:gd name="connsiteY9" fmla="*/ 6594177 h 6858000"/>
              <a:gd name="connsiteX10" fmla="*/ 252541 w 1418883"/>
              <a:gd name="connsiteY10" fmla="*/ 6557575 h 6858000"/>
              <a:gd name="connsiteX11" fmla="*/ 305498 w 1418883"/>
              <a:gd name="connsiteY11" fmla="*/ 6492130 h 6858000"/>
              <a:gd name="connsiteX12" fmla="*/ 321185 w 1418883"/>
              <a:gd name="connsiteY12" fmla="*/ 6431610 h 6858000"/>
              <a:gd name="connsiteX13" fmla="*/ 364890 w 1418883"/>
              <a:gd name="connsiteY13" fmla="*/ 6379786 h 6858000"/>
              <a:gd name="connsiteX14" fmla="*/ 348113 w 1418883"/>
              <a:gd name="connsiteY14" fmla="*/ 6334727 h 6858000"/>
              <a:gd name="connsiteX15" fmla="*/ 325528 w 1418883"/>
              <a:gd name="connsiteY15" fmla="*/ 6313295 h 6858000"/>
              <a:gd name="connsiteX16" fmla="*/ 332692 w 1418883"/>
              <a:gd name="connsiteY16" fmla="*/ 6280046 h 6858000"/>
              <a:gd name="connsiteX17" fmla="*/ 315437 w 1418883"/>
              <a:gd name="connsiteY17" fmla="*/ 6270265 h 6858000"/>
              <a:gd name="connsiteX18" fmla="*/ 342465 w 1418883"/>
              <a:gd name="connsiteY18" fmla="*/ 6252834 h 6858000"/>
              <a:gd name="connsiteX19" fmla="*/ 320457 w 1418883"/>
              <a:gd name="connsiteY19" fmla="*/ 6202459 h 6858000"/>
              <a:gd name="connsiteX20" fmla="*/ 319255 w 1418883"/>
              <a:gd name="connsiteY20" fmla="*/ 6153037 h 6858000"/>
              <a:gd name="connsiteX21" fmla="*/ 334670 w 1418883"/>
              <a:gd name="connsiteY21" fmla="*/ 6078132 h 6858000"/>
              <a:gd name="connsiteX22" fmla="*/ 322057 w 1418883"/>
              <a:gd name="connsiteY22" fmla="*/ 6028119 h 6858000"/>
              <a:gd name="connsiteX23" fmla="*/ 307286 w 1418883"/>
              <a:gd name="connsiteY23" fmla="*/ 5926735 h 6858000"/>
              <a:gd name="connsiteX24" fmla="*/ 356798 w 1418883"/>
              <a:gd name="connsiteY24" fmla="*/ 5712857 h 6858000"/>
              <a:gd name="connsiteX25" fmla="*/ 335873 w 1418883"/>
              <a:gd name="connsiteY25" fmla="*/ 5676393 h 6858000"/>
              <a:gd name="connsiteX26" fmla="*/ 375465 w 1418883"/>
              <a:gd name="connsiteY26" fmla="*/ 5563435 h 6858000"/>
              <a:gd name="connsiteX27" fmla="*/ 422595 w 1418883"/>
              <a:gd name="connsiteY27" fmla="*/ 5437125 h 6858000"/>
              <a:gd name="connsiteX28" fmla="*/ 436163 w 1418883"/>
              <a:gd name="connsiteY28" fmla="*/ 5396260 h 6858000"/>
              <a:gd name="connsiteX29" fmla="*/ 452144 w 1418883"/>
              <a:gd name="connsiteY29" fmla="*/ 5330009 h 6858000"/>
              <a:gd name="connsiteX30" fmla="*/ 485637 w 1418883"/>
              <a:gd name="connsiteY30" fmla="*/ 5273739 h 6858000"/>
              <a:gd name="connsiteX31" fmla="*/ 495236 w 1418883"/>
              <a:gd name="connsiteY31" fmla="*/ 5241779 h 6858000"/>
              <a:gd name="connsiteX32" fmla="*/ 506462 w 1418883"/>
              <a:gd name="connsiteY32" fmla="*/ 5225268 h 6858000"/>
              <a:gd name="connsiteX33" fmla="*/ 507482 w 1418883"/>
              <a:gd name="connsiteY33" fmla="*/ 5217684 h 6858000"/>
              <a:gd name="connsiteX34" fmla="*/ 514823 w 1418883"/>
              <a:gd name="connsiteY34" fmla="*/ 5193377 h 6858000"/>
              <a:gd name="connsiteX35" fmla="*/ 518126 w 1418883"/>
              <a:gd name="connsiteY35" fmla="*/ 5179288 h 6858000"/>
              <a:gd name="connsiteX36" fmla="*/ 519110 w 1418883"/>
              <a:gd name="connsiteY36" fmla="*/ 5173621 h 6858000"/>
              <a:gd name="connsiteX37" fmla="*/ 514744 w 1418883"/>
              <a:gd name="connsiteY37" fmla="*/ 5159961 h 6858000"/>
              <a:gd name="connsiteX38" fmla="*/ 521421 w 1418883"/>
              <a:gd name="connsiteY38" fmla="*/ 5144295 h 6858000"/>
              <a:gd name="connsiteX39" fmla="*/ 518354 w 1418883"/>
              <a:gd name="connsiteY39" fmla="*/ 5125185 h 6858000"/>
              <a:gd name="connsiteX40" fmla="*/ 525184 w 1418883"/>
              <a:gd name="connsiteY40" fmla="*/ 5121884 h 6858000"/>
              <a:gd name="connsiteX41" fmla="*/ 532220 w 1418883"/>
              <a:gd name="connsiteY41" fmla="*/ 5067850 h 6858000"/>
              <a:gd name="connsiteX42" fmla="*/ 534951 w 1418883"/>
              <a:gd name="connsiteY42" fmla="*/ 5060861 h 6858000"/>
              <a:gd name="connsiteX43" fmla="*/ 531655 w 1418883"/>
              <a:gd name="connsiteY43" fmla="*/ 5034192 h 6858000"/>
              <a:gd name="connsiteX44" fmla="*/ 533209 w 1418883"/>
              <a:gd name="connsiteY44" fmla="*/ 4993030 h 6858000"/>
              <a:gd name="connsiteX45" fmla="*/ 540118 w 1418883"/>
              <a:gd name="connsiteY45" fmla="*/ 4946844 h 6858000"/>
              <a:gd name="connsiteX46" fmla="*/ 535974 w 1418883"/>
              <a:gd name="connsiteY46" fmla="*/ 4932692 h 6858000"/>
              <a:gd name="connsiteX47" fmla="*/ 551377 w 1418883"/>
              <a:gd name="connsiteY47" fmla="*/ 4858827 h 6858000"/>
              <a:gd name="connsiteX48" fmla="*/ 557280 w 1418883"/>
              <a:gd name="connsiteY48" fmla="*/ 4821170 h 6858000"/>
              <a:gd name="connsiteX49" fmla="*/ 562013 w 1418883"/>
              <a:gd name="connsiteY49" fmla="*/ 4780965 h 6858000"/>
              <a:gd name="connsiteX50" fmla="*/ 563306 w 1418883"/>
              <a:gd name="connsiteY50" fmla="*/ 4750867 h 6858000"/>
              <a:gd name="connsiteX51" fmla="*/ 561113 w 1418883"/>
              <a:gd name="connsiteY51" fmla="*/ 4690749 h 6858000"/>
              <a:gd name="connsiteX52" fmla="*/ 556593 w 1418883"/>
              <a:gd name="connsiteY52" fmla="*/ 4584173 h 6858000"/>
              <a:gd name="connsiteX53" fmla="*/ 551676 w 1418883"/>
              <a:gd name="connsiteY53" fmla="*/ 4444346 h 6858000"/>
              <a:gd name="connsiteX54" fmla="*/ 548241 w 1418883"/>
              <a:gd name="connsiteY54" fmla="*/ 4375228 h 6858000"/>
              <a:gd name="connsiteX55" fmla="*/ 528894 w 1418883"/>
              <a:gd name="connsiteY55" fmla="*/ 4214165 h 6858000"/>
              <a:gd name="connsiteX56" fmla="*/ 532967 w 1418883"/>
              <a:gd name="connsiteY56" fmla="*/ 4090296 h 6858000"/>
              <a:gd name="connsiteX57" fmla="*/ 518223 w 1418883"/>
              <a:gd name="connsiteY57" fmla="*/ 4033999 h 6858000"/>
              <a:gd name="connsiteX58" fmla="*/ 519372 w 1418883"/>
              <a:gd name="connsiteY58" fmla="*/ 4031933 h 6858000"/>
              <a:gd name="connsiteX59" fmla="*/ 517948 w 1418883"/>
              <a:gd name="connsiteY59" fmla="*/ 4013953 h 6858000"/>
              <a:gd name="connsiteX60" fmla="*/ 504243 w 1418883"/>
              <a:gd name="connsiteY60" fmla="*/ 3974753 h 6858000"/>
              <a:gd name="connsiteX61" fmla="*/ 505841 w 1418883"/>
              <a:gd name="connsiteY61" fmla="*/ 3969950 h 6858000"/>
              <a:gd name="connsiteX62" fmla="*/ 499263 w 1418883"/>
              <a:gd name="connsiteY62" fmla="*/ 3933779 h 6858000"/>
              <a:gd name="connsiteX63" fmla="*/ 500594 w 1418883"/>
              <a:gd name="connsiteY63" fmla="*/ 3933093 h 6858000"/>
              <a:gd name="connsiteX64" fmla="*/ 504948 w 1418883"/>
              <a:gd name="connsiteY64" fmla="*/ 3922082 h 6858000"/>
              <a:gd name="connsiteX65" fmla="*/ 510026 w 1418883"/>
              <a:gd name="connsiteY65" fmla="*/ 3901461 h 6858000"/>
              <a:gd name="connsiteX66" fmla="*/ 532620 w 1418883"/>
              <a:gd name="connsiteY66" fmla="*/ 3813873 h 6858000"/>
              <a:gd name="connsiteX67" fmla="*/ 532045 w 1418883"/>
              <a:gd name="connsiteY67" fmla="*/ 3806161 h 6858000"/>
              <a:gd name="connsiteX68" fmla="*/ 532352 w 1418883"/>
              <a:gd name="connsiteY68" fmla="*/ 3805957 h 6858000"/>
              <a:gd name="connsiteX69" fmla="*/ 532379 w 1418883"/>
              <a:gd name="connsiteY69" fmla="*/ 3797724 h 6858000"/>
              <a:gd name="connsiteX70" fmla="*/ 530994 w 1418883"/>
              <a:gd name="connsiteY70" fmla="*/ 3792098 h 6858000"/>
              <a:gd name="connsiteX71" fmla="*/ 529878 w 1418883"/>
              <a:gd name="connsiteY71" fmla="*/ 3777135 h 6858000"/>
              <a:gd name="connsiteX72" fmla="*/ 531611 w 1418883"/>
              <a:gd name="connsiteY72" fmla="*/ 3771656 h 6858000"/>
              <a:gd name="connsiteX73" fmla="*/ 535354 w 1418883"/>
              <a:gd name="connsiteY73" fmla="*/ 3769007 h 6858000"/>
              <a:gd name="connsiteX74" fmla="*/ 534820 w 1418883"/>
              <a:gd name="connsiteY74" fmla="*/ 3767709 h 6858000"/>
              <a:gd name="connsiteX75" fmla="*/ 543516 w 1418883"/>
              <a:gd name="connsiteY75" fmla="*/ 3738082 h 6858000"/>
              <a:gd name="connsiteX76" fmla="*/ 550862 w 1418883"/>
              <a:gd name="connsiteY76" fmla="*/ 3673397 h 6858000"/>
              <a:gd name="connsiteX77" fmla="*/ 550158 w 1418883"/>
              <a:gd name="connsiteY77" fmla="*/ 3637109 h 6858000"/>
              <a:gd name="connsiteX78" fmla="*/ 553601 w 1418883"/>
              <a:gd name="connsiteY78" fmla="*/ 3536883 h 6858000"/>
              <a:gd name="connsiteX79" fmla="*/ 561139 w 1418883"/>
              <a:gd name="connsiteY79" fmla="*/ 3435652 h 6858000"/>
              <a:gd name="connsiteX80" fmla="*/ 562810 w 1418883"/>
              <a:gd name="connsiteY80" fmla="*/ 3307769 h 6858000"/>
              <a:gd name="connsiteX81" fmla="*/ 580373 w 1418883"/>
              <a:gd name="connsiteY81" fmla="*/ 3250522 h 6858000"/>
              <a:gd name="connsiteX82" fmla="*/ 580798 w 1418883"/>
              <a:gd name="connsiteY82" fmla="*/ 3229163 h 6858000"/>
              <a:gd name="connsiteX83" fmla="*/ 582621 w 1418883"/>
              <a:gd name="connsiteY83" fmla="*/ 3217217 h 6858000"/>
              <a:gd name="connsiteX84" fmla="*/ 569456 w 1418883"/>
              <a:gd name="connsiteY84" fmla="*/ 3183755 h 6858000"/>
              <a:gd name="connsiteX85" fmla="*/ 569957 w 1418883"/>
              <a:gd name="connsiteY85" fmla="*/ 3178642 h 6858000"/>
              <a:gd name="connsiteX86" fmla="*/ 557557 w 1418883"/>
              <a:gd name="connsiteY86" fmla="*/ 3158586 h 6858000"/>
              <a:gd name="connsiteX87" fmla="*/ 542742 w 1418883"/>
              <a:gd name="connsiteY87" fmla="*/ 3129034 h 6858000"/>
              <a:gd name="connsiteX88" fmla="*/ 543407 w 1418883"/>
              <a:gd name="connsiteY88" fmla="*/ 3126682 h 6858000"/>
              <a:gd name="connsiteX89" fmla="*/ 534275 w 1418883"/>
              <a:gd name="connsiteY89" fmla="*/ 3114519 h 6858000"/>
              <a:gd name="connsiteX90" fmla="*/ 520884 w 1418883"/>
              <a:gd name="connsiteY90" fmla="*/ 3106272 h 6858000"/>
              <a:gd name="connsiteX91" fmla="*/ 493614 w 1418883"/>
              <a:gd name="connsiteY91" fmla="*/ 2958185 h 6858000"/>
              <a:gd name="connsiteX92" fmla="*/ 436228 w 1418883"/>
              <a:gd name="connsiteY92" fmla="*/ 2762989 h 6858000"/>
              <a:gd name="connsiteX93" fmla="*/ 385146 w 1418883"/>
              <a:gd name="connsiteY93" fmla="*/ 2554718 h 6858000"/>
              <a:gd name="connsiteX94" fmla="*/ 365240 w 1418883"/>
              <a:gd name="connsiteY94" fmla="*/ 2485734 h 6858000"/>
              <a:gd name="connsiteX95" fmla="*/ 355963 w 1418883"/>
              <a:gd name="connsiteY95" fmla="*/ 2447068 h 6858000"/>
              <a:gd name="connsiteX96" fmla="*/ 342924 w 1418883"/>
              <a:gd name="connsiteY96" fmla="*/ 2425819 h 6858000"/>
              <a:gd name="connsiteX97" fmla="*/ 348923 w 1418883"/>
              <a:gd name="connsiteY97" fmla="*/ 2402874 h 6858000"/>
              <a:gd name="connsiteX98" fmla="*/ 351535 w 1418883"/>
              <a:gd name="connsiteY98" fmla="*/ 2381443 h 6858000"/>
              <a:gd name="connsiteX99" fmla="*/ 327864 w 1418883"/>
              <a:gd name="connsiteY99" fmla="*/ 2261920 h 6858000"/>
              <a:gd name="connsiteX100" fmla="*/ 317751 w 1418883"/>
              <a:gd name="connsiteY100" fmla="*/ 2195378 h 6858000"/>
              <a:gd name="connsiteX101" fmla="*/ 301968 w 1418883"/>
              <a:gd name="connsiteY101" fmla="*/ 2155135 h 6858000"/>
              <a:gd name="connsiteX102" fmla="*/ 299426 w 1418883"/>
              <a:gd name="connsiteY102" fmla="*/ 2118008 h 6858000"/>
              <a:gd name="connsiteX103" fmla="*/ 300419 w 1418883"/>
              <a:gd name="connsiteY103" fmla="*/ 2050531 h 6858000"/>
              <a:gd name="connsiteX104" fmla="*/ 292225 w 1418883"/>
              <a:gd name="connsiteY104" fmla="*/ 1963269 h 6858000"/>
              <a:gd name="connsiteX105" fmla="*/ 273403 w 1418883"/>
              <a:gd name="connsiteY105" fmla="*/ 1906352 h 6858000"/>
              <a:gd name="connsiteX106" fmla="*/ 249960 w 1418883"/>
              <a:gd name="connsiteY106" fmla="*/ 1861531 h 6858000"/>
              <a:gd name="connsiteX107" fmla="*/ 203759 w 1418883"/>
              <a:gd name="connsiteY107" fmla="*/ 1732919 h 6858000"/>
              <a:gd name="connsiteX108" fmla="*/ 176070 w 1418883"/>
              <a:gd name="connsiteY108" fmla="*/ 1663540 h 6858000"/>
              <a:gd name="connsiteX109" fmla="*/ 175196 w 1418883"/>
              <a:gd name="connsiteY109" fmla="*/ 1615777 h 6858000"/>
              <a:gd name="connsiteX110" fmla="*/ 155991 w 1418883"/>
              <a:gd name="connsiteY110" fmla="*/ 1563678 h 6858000"/>
              <a:gd name="connsiteX111" fmla="*/ 169071 w 1418883"/>
              <a:gd name="connsiteY111" fmla="*/ 1519474 h 6858000"/>
              <a:gd name="connsiteX112" fmla="*/ 161813 w 1418883"/>
              <a:gd name="connsiteY112" fmla="*/ 1477995 h 6858000"/>
              <a:gd name="connsiteX113" fmla="*/ 147898 w 1418883"/>
              <a:gd name="connsiteY113" fmla="*/ 1373769 h 6858000"/>
              <a:gd name="connsiteX114" fmla="*/ 156205 w 1418883"/>
              <a:gd name="connsiteY114" fmla="*/ 1307086 h 6858000"/>
              <a:gd name="connsiteX115" fmla="*/ 157393 w 1418883"/>
              <a:gd name="connsiteY115" fmla="*/ 1189033 h 6858000"/>
              <a:gd name="connsiteX116" fmla="*/ 162078 w 1418883"/>
              <a:gd name="connsiteY116" fmla="*/ 1168288 h 6858000"/>
              <a:gd name="connsiteX117" fmla="*/ 154360 w 1418883"/>
              <a:gd name="connsiteY117" fmla="*/ 1142577 h 6858000"/>
              <a:gd name="connsiteX118" fmla="*/ 143666 w 1418883"/>
              <a:gd name="connsiteY118" fmla="*/ 1088484 h 6858000"/>
              <a:gd name="connsiteX119" fmla="*/ 132402 w 1418883"/>
              <a:gd name="connsiteY119" fmla="*/ 1016103 h 6858000"/>
              <a:gd name="connsiteX120" fmla="*/ 133858 w 1418883"/>
              <a:gd name="connsiteY120" fmla="*/ 932283 h 6858000"/>
              <a:gd name="connsiteX121" fmla="*/ 136094 w 1418883"/>
              <a:gd name="connsiteY121" fmla="*/ 915925 h 6858000"/>
              <a:gd name="connsiteX122" fmla="*/ 128723 w 1418883"/>
              <a:gd name="connsiteY122" fmla="*/ 896999 h 6858000"/>
              <a:gd name="connsiteX123" fmla="*/ 98131 w 1418883"/>
              <a:gd name="connsiteY123" fmla="*/ 821517 h 6858000"/>
              <a:gd name="connsiteX124" fmla="*/ 77081 w 1418883"/>
              <a:gd name="connsiteY124" fmla="*/ 751353 h 6858000"/>
              <a:gd name="connsiteX125" fmla="*/ 76639 w 1418883"/>
              <a:gd name="connsiteY125" fmla="*/ 721230 h 6858000"/>
              <a:gd name="connsiteX126" fmla="*/ 62310 w 1418883"/>
              <a:gd name="connsiteY126" fmla="*/ 681659 h 6858000"/>
              <a:gd name="connsiteX127" fmla="*/ 47729 w 1418883"/>
              <a:gd name="connsiteY127" fmla="*/ 635218 h 6858000"/>
              <a:gd name="connsiteX128" fmla="*/ 52740 w 1418883"/>
              <a:gd name="connsiteY128" fmla="*/ 613763 h 6858000"/>
              <a:gd name="connsiteX129" fmla="*/ 38682 w 1418883"/>
              <a:gd name="connsiteY129" fmla="*/ 598582 h 6858000"/>
              <a:gd name="connsiteX130" fmla="*/ 38363 w 1418883"/>
              <a:gd name="connsiteY130" fmla="*/ 576846 h 6858000"/>
              <a:gd name="connsiteX131" fmla="*/ 17989 w 1418883"/>
              <a:gd name="connsiteY131" fmla="*/ 530055 h 6858000"/>
              <a:gd name="connsiteX132" fmla="*/ 17237 w 1418883"/>
              <a:gd name="connsiteY132" fmla="*/ 465389 h 6858000"/>
              <a:gd name="connsiteX133" fmla="*/ 160 w 1418883"/>
              <a:gd name="connsiteY133" fmla="*/ 424699 h 6858000"/>
              <a:gd name="connsiteX134" fmla="*/ 535 w 1418883"/>
              <a:gd name="connsiteY134" fmla="*/ 404917 h 6858000"/>
              <a:gd name="connsiteX135" fmla="*/ 111526 w 1418883"/>
              <a:gd name="connsiteY135" fmla="*/ 275771 h 6858000"/>
              <a:gd name="connsiteX136" fmla="*/ 128553 w 1418883"/>
              <a:gd name="connsiteY136" fmla="*/ 212860 h 6858000"/>
              <a:gd name="connsiteX137" fmla="*/ 120263 w 1418883"/>
              <a:gd name="connsiteY137" fmla="*/ 144983 h 6858000"/>
              <a:gd name="connsiteX138" fmla="*/ 132547 w 1418883"/>
              <a:gd name="connsiteY138" fmla="*/ 55288 h 6858000"/>
              <a:gd name="connsiteX139" fmla="*/ 92101 w 1418883"/>
              <a:gd name="connsiteY139" fmla="*/ 0 h 6858000"/>
              <a:gd name="connsiteX0" fmla="*/ 91951 w 1418733"/>
              <a:gd name="connsiteY0" fmla="*/ 0 h 6858000"/>
              <a:gd name="connsiteX1" fmla="*/ 1418733 w 1418733"/>
              <a:gd name="connsiteY1" fmla="*/ 0 h 6858000"/>
              <a:gd name="connsiteX2" fmla="*/ 1418733 w 1418733"/>
              <a:gd name="connsiteY2" fmla="*/ 6858000 h 6858000"/>
              <a:gd name="connsiteX3" fmla="*/ 155427 w 1418733"/>
              <a:gd name="connsiteY3" fmla="*/ 6857735 h 6858000"/>
              <a:gd name="connsiteX4" fmla="*/ 192020 w 1418733"/>
              <a:gd name="connsiteY4" fmla="*/ 6776847 h 6858000"/>
              <a:gd name="connsiteX5" fmla="*/ 203520 w 1418733"/>
              <a:gd name="connsiteY5" fmla="*/ 6737706 h 6858000"/>
              <a:gd name="connsiteX6" fmla="*/ 228259 w 1418733"/>
              <a:gd name="connsiteY6" fmla="*/ 6691589 h 6858000"/>
              <a:gd name="connsiteX7" fmla="*/ 205816 w 1418733"/>
              <a:gd name="connsiteY7" fmla="*/ 6659970 h 6858000"/>
              <a:gd name="connsiteX8" fmla="*/ 220907 w 1418733"/>
              <a:gd name="connsiteY8" fmla="*/ 6636211 h 6858000"/>
              <a:gd name="connsiteX9" fmla="*/ 238351 w 1418733"/>
              <a:gd name="connsiteY9" fmla="*/ 6594177 h 6858000"/>
              <a:gd name="connsiteX10" fmla="*/ 252391 w 1418733"/>
              <a:gd name="connsiteY10" fmla="*/ 6557575 h 6858000"/>
              <a:gd name="connsiteX11" fmla="*/ 305348 w 1418733"/>
              <a:gd name="connsiteY11" fmla="*/ 6492130 h 6858000"/>
              <a:gd name="connsiteX12" fmla="*/ 321035 w 1418733"/>
              <a:gd name="connsiteY12" fmla="*/ 6431610 h 6858000"/>
              <a:gd name="connsiteX13" fmla="*/ 364740 w 1418733"/>
              <a:gd name="connsiteY13" fmla="*/ 6379786 h 6858000"/>
              <a:gd name="connsiteX14" fmla="*/ 347963 w 1418733"/>
              <a:gd name="connsiteY14" fmla="*/ 6334727 h 6858000"/>
              <a:gd name="connsiteX15" fmla="*/ 325378 w 1418733"/>
              <a:gd name="connsiteY15" fmla="*/ 6313295 h 6858000"/>
              <a:gd name="connsiteX16" fmla="*/ 332542 w 1418733"/>
              <a:gd name="connsiteY16" fmla="*/ 6280046 h 6858000"/>
              <a:gd name="connsiteX17" fmla="*/ 315287 w 1418733"/>
              <a:gd name="connsiteY17" fmla="*/ 6270265 h 6858000"/>
              <a:gd name="connsiteX18" fmla="*/ 342315 w 1418733"/>
              <a:gd name="connsiteY18" fmla="*/ 6252834 h 6858000"/>
              <a:gd name="connsiteX19" fmla="*/ 320307 w 1418733"/>
              <a:gd name="connsiteY19" fmla="*/ 6202459 h 6858000"/>
              <a:gd name="connsiteX20" fmla="*/ 319105 w 1418733"/>
              <a:gd name="connsiteY20" fmla="*/ 6153037 h 6858000"/>
              <a:gd name="connsiteX21" fmla="*/ 334520 w 1418733"/>
              <a:gd name="connsiteY21" fmla="*/ 6078132 h 6858000"/>
              <a:gd name="connsiteX22" fmla="*/ 321907 w 1418733"/>
              <a:gd name="connsiteY22" fmla="*/ 6028119 h 6858000"/>
              <a:gd name="connsiteX23" fmla="*/ 307136 w 1418733"/>
              <a:gd name="connsiteY23" fmla="*/ 5926735 h 6858000"/>
              <a:gd name="connsiteX24" fmla="*/ 356648 w 1418733"/>
              <a:gd name="connsiteY24" fmla="*/ 5712857 h 6858000"/>
              <a:gd name="connsiteX25" fmla="*/ 335723 w 1418733"/>
              <a:gd name="connsiteY25" fmla="*/ 5676393 h 6858000"/>
              <a:gd name="connsiteX26" fmla="*/ 375315 w 1418733"/>
              <a:gd name="connsiteY26" fmla="*/ 5563435 h 6858000"/>
              <a:gd name="connsiteX27" fmla="*/ 422445 w 1418733"/>
              <a:gd name="connsiteY27" fmla="*/ 5437125 h 6858000"/>
              <a:gd name="connsiteX28" fmla="*/ 436013 w 1418733"/>
              <a:gd name="connsiteY28" fmla="*/ 5396260 h 6858000"/>
              <a:gd name="connsiteX29" fmla="*/ 451994 w 1418733"/>
              <a:gd name="connsiteY29" fmla="*/ 5330009 h 6858000"/>
              <a:gd name="connsiteX30" fmla="*/ 485487 w 1418733"/>
              <a:gd name="connsiteY30" fmla="*/ 5273739 h 6858000"/>
              <a:gd name="connsiteX31" fmla="*/ 495086 w 1418733"/>
              <a:gd name="connsiteY31" fmla="*/ 5241779 h 6858000"/>
              <a:gd name="connsiteX32" fmla="*/ 506312 w 1418733"/>
              <a:gd name="connsiteY32" fmla="*/ 5225268 h 6858000"/>
              <a:gd name="connsiteX33" fmla="*/ 507332 w 1418733"/>
              <a:gd name="connsiteY33" fmla="*/ 5217684 h 6858000"/>
              <a:gd name="connsiteX34" fmla="*/ 514673 w 1418733"/>
              <a:gd name="connsiteY34" fmla="*/ 5193377 h 6858000"/>
              <a:gd name="connsiteX35" fmla="*/ 517976 w 1418733"/>
              <a:gd name="connsiteY35" fmla="*/ 5179288 h 6858000"/>
              <a:gd name="connsiteX36" fmla="*/ 518960 w 1418733"/>
              <a:gd name="connsiteY36" fmla="*/ 5173621 h 6858000"/>
              <a:gd name="connsiteX37" fmla="*/ 514594 w 1418733"/>
              <a:gd name="connsiteY37" fmla="*/ 5159961 h 6858000"/>
              <a:gd name="connsiteX38" fmla="*/ 521271 w 1418733"/>
              <a:gd name="connsiteY38" fmla="*/ 5144295 h 6858000"/>
              <a:gd name="connsiteX39" fmla="*/ 518204 w 1418733"/>
              <a:gd name="connsiteY39" fmla="*/ 5125185 h 6858000"/>
              <a:gd name="connsiteX40" fmla="*/ 525034 w 1418733"/>
              <a:gd name="connsiteY40" fmla="*/ 5121884 h 6858000"/>
              <a:gd name="connsiteX41" fmla="*/ 532070 w 1418733"/>
              <a:gd name="connsiteY41" fmla="*/ 5067850 h 6858000"/>
              <a:gd name="connsiteX42" fmla="*/ 534801 w 1418733"/>
              <a:gd name="connsiteY42" fmla="*/ 5060861 h 6858000"/>
              <a:gd name="connsiteX43" fmla="*/ 531505 w 1418733"/>
              <a:gd name="connsiteY43" fmla="*/ 5034192 h 6858000"/>
              <a:gd name="connsiteX44" fmla="*/ 533059 w 1418733"/>
              <a:gd name="connsiteY44" fmla="*/ 4993030 h 6858000"/>
              <a:gd name="connsiteX45" fmla="*/ 539968 w 1418733"/>
              <a:gd name="connsiteY45" fmla="*/ 4946844 h 6858000"/>
              <a:gd name="connsiteX46" fmla="*/ 535824 w 1418733"/>
              <a:gd name="connsiteY46" fmla="*/ 4932692 h 6858000"/>
              <a:gd name="connsiteX47" fmla="*/ 551227 w 1418733"/>
              <a:gd name="connsiteY47" fmla="*/ 4858827 h 6858000"/>
              <a:gd name="connsiteX48" fmla="*/ 557130 w 1418733"/>
              <a:gd name="connsiteY48" fmla="*/ 4821170 h 6858000"/>
              <a:gd name="connsiteX49" fmla="*/ 561863 w 1418733"/>
              <a:gd name="connsiteY49" fmla="*/ 4780965 h 6858000"/>
              <a:gd name="connsiteX50" fmla="*/ 563156 w 1418733"/>
              <a:gd name="connsiteY50" fmla="*/ 4750867 h 6858000"/>
              <a:gd name="connsiteX51" fmla="*/ 560963 w 1418733"/>
              <a:gd name="connsiteY51" fmla="*/ 4690749 h 6858000"/>
              <a:gd name="connsiteX52" fmla="*/ 556443 w 1418733"/>
              <a:gd name="connsiteY52" fmla="*/ 4584173 h 6858000"/>
              <a:gd name="connsiteX53" fmla="*/ 551526 w 1418733"/>
              <a:gd name="connsiteY53" fmla="*/ 4444346 h 6858000"/>
              <a:gd name="connsiteX54" fmla="*/ 548091 w 1418733"/>
              <a:gd name="connsiteY54" fmla="*/ 4375228 h 6858000"/>
              <a:gd name="connsiteX55" fmla="*/ 528744 w 1418733"/>
              <a:gd name="connsiteY55" fmla="*/ 4214165 h 6858000"/>
              <a:gd name="connsiteX56" fmla="*/ 532817 w 1418733"/>
              <a:gd name="connsiteY56" fmla="*/ 4090296 h 6858000"/>
              <a:gd name="connsiteX57" fmla="*/ 518073 w 1418733"/>
              <a:gd name="connsiteY57" fmla="*/ 4033999 h 6858000"/>
              <a:gd name="connsiteX58" fmla="*/ 519222 w 1418733"/>
              <a:gd name="connsiteY58" fmla="*/ 4031933 h 6858000"/>
              <a:gd name="connsiteX59" fmla="*/ 517798 w 1418733"/>
              <a:gd name="connsiteY59" fmla="*/ 4013953 h 6858000"/>
              <a:gd name="connsiteX60" fmla="*/ 504093 w 1418733"/>
              <a:gd name="connsiteY60" fmla="*/ 3974753 h 6858000"/>
              <a:gd name="connsiteX61" fmla="*/ 505691 w 1418733"/>
              <a:gd name="connsiteY61" fmla="*/ 3969950 h 6858000"/>
              <a:gd name="connsiteX62" fmla="*/ 499113 w 1418733"/>
              <a:gd name="connsiteY62" fmla="*/ 3933779 h 6858000"/>
              <a:gd name="connsiteX63" fmla="*/ 500444 w 1418733"/>
              <a:gd name="connsiteY63" fmla="*/ 3933093 h 6858000"/>
              <a:gd name="connsiteX64" fmla="*/ 504798 w 1418733"/>
              <a:gd name="connsiteY64" fmla="*/ 3922082 h 6858000"/>
              <a:gd name="connsiteX65" fmla="*/ 509876 w 1418733"/>
              <a:gd name="connsiteY65" fmla="*/ 3901461 h 6858000"/>
              <a:gd name="connsiteX66" fmla="*/ 532470 w 1418733"/>
              <a:gd name="connsiteY66" fmla="*/ 3813873 h 6858000"/>
              <a:gd name="connsiteX67" fmla="*/ 531895 w 1418733"/>
              <a:gd name="connsiteY67" fmla="*/ 3806161 h 6858000"/>
              <a:gd name="connsiteX68" fmla="*/ 532202 w 1418733"/>
              <a:gd name="connsiteY68" fmla="*/ 3805957 h 6858000"/>
              <a:gd name="connsiteX69" fmla="*/ 532229 w 1418733"/>
              <a:gd name="connsiteY69" fmla="*/ 3797724 h 6858000"/>
              <a:gd name="connsiteX70" fmla="*/ 530844 w 1418733"/>
              <a:gd name="connsiteY70" fmla="*/ 3792098 h 6858000"/>
              <a:gd name="connsiteX71" fmla="*/ 529728 w 1418733"/>
              <a:gd name="connsiteY71" fmla="*/ 3777135 h 6858000"/>
              <a:gd name="connsiteX72" fmla="*/ 531461 w 1418733"/>
              <a:gd name="connsiteY72" fmla="*/ 3771656 h 6858000"/>
              <a:gd name="connsiteX73" fmla="*/ 535204 w 1418733"/>
              <a:gd name="connsiteY73" fmla="*/ 3769007 h 6858000"/>
              <a:gd name="connsiteX74" fmla="*/ 534670 w 1418733"/>
              <a:gd name="connsiteY74" fmla="*/ 3767709 h 6858000"/>
              <a:gd name="connsiteX75" fmla="*/ 543366 w 1418733"/>
              <a:gd name="connsiteY75" fmla="*/ 3738082 h 6858000"/>
              <a:gd name="connsiteX76" fmla="*/ 550712 w 1418733"/>
              <a:gd name="connsiteY76" fmla="*/ 3673397 h 6858000"/>
              <a:gd name="connsiteX77" fmla="*/ 550008 w 1418733"/>
              <a:gd name="connsiteY77" fmla="*/ 3637109 h 6858000"/>
              <a:gd name="connsiteX78" fmla="*/ 553451 w 1418733"/>
              <a:gd name="connsiteY78" fmla="*/ 3536883 h 6858000"/>
              <a:gd name="connsiteX79" fmla="*/ 560989 w 1418733"/>
              <a:gd name="connsiteY79" fmla="*/ 3435652 h 6858000"/>
              <a:gd name="connsiteX80" fmla="*/ 562660 w 1418733"/>
              <a:gd name="connsiteY80" fmla="*/ 3307769 h 6858000"/>
              <a:gd name="connsiteX81" fmla="*/ 580223 w 1418733"/>
              <a:gd name="connsiteY81" fmla="*/ 3250522 h 6858000"/>
              <a:gd name="connsiteX82" fmla="*/ 580648 w 1418733"/>
              <a:gd name="connsiteY82" fmla="*/ 3229163 h 6858000"/>
              <a:gd name="connsiteX83" fmla="*/ 582471 w 1418733"/>
              <a:gd name="connsiteY83" fmla="*/ 3217217 h 6858000"/>
              <a:gd name="connsiteX84" fmla="*/ 569306 w 1418733"/>
              <a:gd name="connsiteY84" fmla="*/ 3183755 h 6858000"/>
              <a:gd name="connsiteX85" fmla="*/ 569807 w 1418733"/>
              <a:gd name="connsiteY85" fmla="*/ 3178642 h 6858000"/>
              <a:gd name="connsiteX86" fmla="*/ 557407 w 1418733"/>
              <a:gd name="connsiteY86" fmla="*/ 3158586 h 6858000"/>
              <a:gd name="connsiteX87" fmla="*/ 542592 w 1418733"/>
              <a:gd name="connsiteY87" fmla="*/ 3129034 h 6858000"/>
              <a:gd name="connsiteX88" fmla="*/ 543257 w 1418733"/>
              <a:gd name="connsiteY88" fmla="*/ 3126682 h 6858000"/>
              <a:gd name="connsiteX89" fmla="*/ 534125 w 1418733"/>
              <a:gd name="connsiteY89" fmla="*/ 3114519 h 6858000"/>
              <a:gd name="connsiteX90" fmla="*/ 520734 w 1418733"/>
              <a:gd name="connsiteY90" fmla="*/ 3106272 h 6858000"/>
              <a:gd name="connsiteX91" fmla="*/ 493464 w 1418733"/>
              <a:gd name="connsiteY91" fmla="*/ 2958185 h 6858000"/>
              <a:gd name="connsiteX92" fmla="*/ 436078 w 1418733"/>
              <a:gd name="connsiteY92" fmla="*/ 2762989 h 6858000"/>
              <a:gd name="connsiteX93" fmla="*/ 384996 w 1418733"/>
              <a:gd name="connsiteY93" fmla="*/ 2554718 h 6858000"/>
              <a:gd name="connsiteX94" fmla="*/ 365090 w 1418733"/>
              <a:gd name="connsiteY94" fmla="*/ 2485734 h 6858000"/>
              <a:gd name="connsiteX95" fmla="*/ 355813 w 1418733"/>
              <a:gd name="connsiteY95" fmla="*/ 2447068 h 6858000"/>
              <a:gd name="connsiteX96" fmla="*/ 342774 w 1418733"/>
              <a:gd name="connsiteY96" fmla="*/ 2425819 h 6858000"/>
              <a:gd name="connsiteX97" fmla="*/ 348773 w 1418733"/>
              <a:gd name="connsiteY97" fmla="*/ 2402874 h 6858000"/>
              <a:gd name="connsiteX98" fmla="*/ 351385 w 1418733"/>
              <a:gd name="connsiteY98" fmla="*/ 2381443 h 6858000"/>
              <a:gd name="connsiteX99" fmla="*/ 327714 w 1418733"/>
              <a:gd name="connsiteY99" fmla="*/ 2261920 h 6858000"/>
              <a:gd name="connsiteX100" fmla="*/ 317601 w 1418733"/>
              <a:gd name="connsiteY100" fmla="*/ 2195378 h 6858000"/>
              <a:gd name="connsiteX101" fmla="*/ 301818 w 1418733"/>
              <a:gd name="connsiteY101" fmla="*/ 2155135 h 6858000"/>
              <a:gd name="connsiteX102" fmla="*/ 299276 w 1418733"/>
              <a:gd name="connsiteY102" fmla="*/ 2118008 h 6858000"/>
              <a:gd name="connsiteX103" fmla="*/ 300269 w 1418733"/>
              <a:gd name="connsiteY103" fmla="*/ 2050531 h 6858000"/>
              <a:gd name="connsiteX104" fmla="*/ 292075 w 1418733"/>
              <a:gd name="connsiteY104" fmla="*/ 1963269 h 6858000"/>
              <a:gd name="connsiteX105" fmla="*/ 273253 w 1418733"/>
              <a:gd name="connsiteY105" fmla="*/ 1906352 h 6858000"/>
              <a:gd name="connsiteX106" fmla="*/ 249810 w 1418733"/>
              <a:gd name="connsiteY106" fmla="*/ 1861531 h 6858000"/>
              <a:gd name="connsiteX107" fmla="*/ 203609 w 1418733"/>
              <a:gd name="connsiteY107" fmla="*/ 1732919 h 6858000"/>
              <a:gd name="connsiteX108" fmla="*/ 175920 w 1418733"/>
              <a:gd name="connsiteY108" fmla="*/ 1663540 h 6858000"/>
              <a:gd name="connsiteX109" fmla="*/ 175046 w 1418733"/>
              <a:gd name="connsiteY109" fmla="*/ 1615777 h 6858000"/>
              <a:gd name="connsiteX110" fmla="*/ 155841 w 1418733"/>
              <a:gd name="connsiteY110" fmla="*/ 1563678 h 6858000"/>
              <a:gd name="connsiteX111" fmla="*/ 168921 w 1418733"/>
              <a:gd name="connsiteY111" fmla="*/ 1519474 h 6858000"/>
              <a:gd name="connsiteX112" fmla="*/ 161663 w 1418733"/>
              <a:gd name="connsiteY112" fmla="*/ 1477995 h 6858000"/>
              <a:gd name="connsiteX113" fmla="*/ 147748 w 1418733"/>
              <a:gd name="connsiteY113" fmla="*/ 1373769 h 6858000"/>
              <a:gd name="connsiteX114" fmla="*/ 156055 w 1418733"/>
              <a:gd name="connsiteY114" fmla="*/ 1307086 h 6858000"/>
              <a:gd name="connsiteX115" fmla="*/ 157243 w 1418733"/>
              <a:gd name="connsiteY115" fmla="*/ 1189033 h 6858000"/>
              <a:gd name="connsiteX116" fmla="*/ 161928 w 1418733"/>
              <a:gd name="connsiteY116" fmla="*/ 1168288 h 6858000"/>
              <a:gd name="connsiteX117" fmla="*/ 154210 w 1418733"/>
              <a:gd name="connsiteY117" fmla="*/ 1142577 h 6858000"/>
              <a:gd name="connsiteX118" fmla="*/ 143516 w 1418733"/>
              <a:gd name="connsiteY118" fmla="*/ 1088484 h 6858000"/>
              <a:gd name="connsiteX119" fmla="*/ 132252 w 1418733"/>
              <a:gd name="connsiteY119" fmla="*/ 1016103 h 6858000"/>
              <a:gd name="connsiteX120" fmla="*/ 133708 w 1418733"/>
              <a:gd name="connsiteY120" fmla="*/ 932283 h 6858000"/>
              <a:gd name="connsiteX121" fmla="*/ 135944 w 1418733"/>
              <a:gd name="connsiteY121" fmla="*/ 915925 h 6858000"/>
              <a:gd name="connsiteX122" fmla="*/ 128573 w 1418733"/>
              <a:gd name="connsiteY122" fmla="*/ 896999 h 6858000"/>
              <a:gd name="connsiteX123" fmla="*/ 97981 w 1418733"/>
              <a:gd name="connsiteY123" fmla="*/ 821517 h 6858000"/>
              <a:gd name="connsiteX124" fmla="*/ 76931 w 1418733"/>
              <a:gd name="connsiteY124" fmla="*/ 751353 h 6858000"/>
              <a:gd name="connsiteX125" fmla="*/ 76489 w 1418733"/>
              <a:gd name="connsiteY125" fmla="*/ 721230 h 6858000"/>
              <a:gd name="connsiteX126" fmla="*/ 62160 w 1418733"/>
              <a:gd name="connsiteY126" fmla="*/ 681659 h 6858000"/>
              <a:gd name="connsiteX127" fmla="*/ 47579 w 1418733"/>
              <a:gd name="connsiteY127" fmla="*/ 635218 h 6858000"/>
              <a:gd name="connsiteX128" fmla="*/ 52590 w 1418733"/>
              <a:gd name="connsiteY128" fmla="*/ 613763 h 6858000"/>
              <a:gd name="connsiteX129" fmla="*/ 38532 w 1418733"/>
              <a:gd name="connsiteY129" fmla="*/ 598582 h 6858000"/>
              <a:gd name="connsiteX130" fmla="*/ 38213 w 1418733"/>
              <a:gd name="connsiteY130" fmla="*/ 576846 h 6858000"/>
              <a:gd name="connsiteX131" fmla="*/ 17839 w 1418733"/>
              <a:gd name="connsiteY131" fmla="*/ 530055 h 6858000"/>
              <a:gd name="connsiteX132" fmla="*/ 17087 w 1418733"/>
              <a:gd name="connsiteY132" fmla="*/ 465389 h 6858000"/>
              <a:gd name="connsiteX133" fmla="*/ 10 w 1418733"/>
              <a:gd name="connsiteY133" fmla="*/ 424699 h 6858000"/>
              <a:gd name="connsiteX134" fmla="*/ 127193 w 1418733"/>
              <a:gd name="connsiteY134" fmla="*/ 309501 h 6858000"/>
              <a:gd name="connsiteX135" fmla="*/ 111376 w 1418733"/>
              <a:gd name="connsiteY135" fmla="*/ 275771 h 6858000"/>
              <a:gd name="connsiteX136" fmla="*/ 128403 w 1418733"/>
              <a:gd name="connsiteY136" fmla="*/ 212860 h 6858000"/>
              <a:gd name="connsiteX137" fmla="*/ 120113 w 1418733"/>
              <a:gd name="connsiteY137" fmla="*/ 144983 h 6858000"/>
              <a:gd name="connsiteX138" fmla="*/ 132397 w 1418733"/>
              <a:gd name="connsiteY138" fmla="*/ 55288 h 6858000"/>
              <a:gd name="connsiteX139" fmla="*/ 91951 w 1418733"/>
              <a:gd name="connsiteY139" fmla="*/ 0 h 6858000"/>
              <a:gd name="connsiteX0" fmla="*/ 76413 w 1403195"/>
              <a:gd name="connsiteY0" fmla="*/ 0 h 6858000"/>
              <a:gd name="connsiteX1" fmla="*/ 1403195 w 1403195"/>
              <a:gd name="connsiteY1" fmla="*/ 0 h 6858000"/>
              <a:gd name="connsiteX2" fmla="*/ 1403195 w 1403195"/>
              <a:gd name="connsiteY2" fmla="*/ 6858000 h 6858000"/>
              <a:gd name="connsiteX3" fmla="*/ 139889 w 1403195"/>
              <a:gd name="connsiteY3" fmla="*/ 6857735 h 6858000"/>
              <a:gd name="connsiteX4" fmla="*/ 176482 w 1403195"/>
              <a:gd name="connsiteY4" fmla="*/ 6776847 h 6858000"/>
              <a:gd name="connsiteX5" fmla="*/ 187982 w 1403195"/>
              <a:gd name="connsiteY5" fmla="*/ 6737706 h 6858000"/>
              <a:gd name="connsiteX6" fmla="*/ 212721 w 1403195"/>
              <a:gd name="connsiteY6" fmla="*/ 6691589 h 6858000"/>
              <a:gd name="connsiteX7" fmla="*/ 190278 w 1403195"/>
              <a:gd name="connsiteY7" fmla="*/ 6659970 h 6858000"/>
              <a:gd name="connsiteX8" fmla="*/ 205369 w 1403195"/>
              <a:gd name="connsiteY8" fmla="*/ 6636211 h 6858000"/>
              <a:gd name="connsiteX9" fmla="*/ 222813 w 1403195"/>
              <a:gd name="connsiteY9" fmla="*/ 6594177 h 6858000"/>
              <a:gd name="connsiteX10" fmla="*/ 236853 w 1403195"/>
              <a:gd name="connsiteY10" fmla="*/ 6557575 h 6858000"/>
              <a:gd name="connsiteX11" fmla="*/ 289810 w 1403195"/>
              <a:gd name="connsiteY11" fmla="*/ 6492130 h 6858000"/>
              <a:gd name="connsiteX12" fmla="*/ 305497 w 1403195"/>
              <a:gd name="connsiteY12" fmla="*/ 6431610 h 6858000"/>
              <a:gd name="connsiteX13" fmla="*/ 349202 w 1403195"/>
              <a:gd name="connsiteY13" fmla="*/ 6379786 h 6858000"/>
              <a:gd name="connsiteX14" fmla="*/ 332425 w 1403195"/>
              <a:gd name="connsiteY14" fmla="*/ 6334727 h 6858000"/>
              <a:gd name="connsiteX15" fmla="*/ 309840 w 1403195"/>
              <a:gd name="connsiteY15" fmla="*/ 6313295 h 6858000"/>
              <a:gd name="connsiteX16" fmla="*/ 317004 w 1403195"/>
              <a:gd name="connsiteY16" fmla="*/ 6280046 h 6858000"/>
              <a:gd name="connsiteX17" fmla="*/ 299749 w 1403195"/>
              <a:gd name="connsiteY17" fmla="*/ 6270265 h 6858000"/>
              <a:gd name="connsiteX18" fmla="*/ 326777 w 1403195"/>
              <a:gd name="connsiteY18" fmla="*/ 6252834 h 6858000"/>
              <a:gd name="connsiteX19" fmla="*/ 304769 w 1403195"/>
              <a:gd name="connsiteY19" fmla="*/ 6202459 h 6858000"/>
              <a:gd name="connsiteX20" fmla="*/ 303567 w 1403195"/>
              <a:gd name="connsiteY20" fmla="*/ 6153037 h 6858000"/>
              <a:gd name="connsiteX21" fmla="*/ 318982 w 1403195"/>
              <a:gd name="connsiteY21" fmla="*/ 6078132 h 6858000"/>
              <a:gd name="connsiteX22" fmla="*/ 306369 w 1403195"/>
              <a:gd name="connsiteY22" fmla="*/ 6028119 h 6858000"/>
              <a:gd name="connsiteX23" fmla="*/ 291598 w 1403195"/>
              <a:gd name="connsiteY23" fmla="*/ 5926735 h 6858000"/>
              <a:gd name="connsiteX24" fmla="*/ 341110 w 1403195"/>
              <a:gd name="connsiteY24" fmla="*/ 5712857 h 6858000"/>
              <a:gd name="connsiteX25" fmla="*/ 320185 w 1403195"/>
              <a:gd name="connsiteY25" fmla="*/ 5676393 h 6858000"/>
              <a:gd name="connsiteX26" fmla="*/ 359777 w 1403195"/>
              <a:gd name="connsiteY26" fmla="*/ 5563435 h 6858000"/>
              <a:gd name="connsiteX27" fmla="*/ 406907 w 1403195"/>
              <a:gd name="connsiteY27" fmla="*/ 5437125 h 6858000"/>
              <a:gd name="connsiteX28" fmla="*/ 420475 w 1403195"/>
              <a:gd name="connsiteY28" fmla="*/ 5396260 h 6858000"/>
              <a:gd name="connsiteX29" fmla="*/ 436456 w 1403195"/>
              <a:gd name="connsiteY29" fmla="*/ 5330009 h 6858000"/>
              <a:gd name="connsiteX30" fmla="*/ 469949 w 1403195"/>
              <a:gd name="connsiteY30" fmla="*/ 5273739 h 6858000"/>
              <a:gd name="connsiteX31" fmla="*/ 479548 w 1403195"/>
              <a:gd name="connsiteY31" fmla="*/ 5241779 h 6858000"/>
              <a:gd name="connsiteX32" fmla="*/ 490774 w 1403195"/>
              <a:gd name="connsiteY32" fmla="*/ 5225268 h 6858000"/>
              <a:gd name="connsiteX33" fmla="*/ 491794 w 1403195"/>
              <a:gd name="connsiteY33" fmla="*/ 5217684 h 6858000"/>
              <a:gd name="connsiteX34" fmla="*/ 499135 w 1403195"/>
              <a:gd name="connsiteY34" fmla="*/ 5193377 h 6858000"/>
              <a:gd name="connsiteX35" fmla="*/ 502438 w 1403195"/>
              <a:gd name="connsiteY35" fmla="*/ 5179288 h 6858000"/>
              <a:gd name="connsiteX36" fmla="*/ 503422 w 1403195"/>
              <a:gd name="connsiteY36" fmla="*/ 5173621 h 6858000"/>
              <a:gd name="connsiteX37" fmla="*/ 499056 w 1403195"/>
              <a:gd name="connsiteY37" fmla="*/ 5159961 h 6858000"/>
              <a:gd name="connsiteX38" fmla="*/ 505733 w 1403195"/>
              <a:gd name="connsiteY38" fmla="*/ 5144295 h 6858000"/>
              <a:gd name="connsiteX39" fmla="*/ 502666 w 1403195"/>
              <a:gd name="connsiteY39" fmla="*/ 5125185 h 6858000"/>
              <a:gd name="connsiteX40" fmla="*/ 509496 w 1403195"/>
              <a:gd name="connsiteY40" fmla="*/ 5121884 h 6858000"/>
              <a:gd name="connsiteX41" fmla="*/ 516532 w 1403195"/>
              <a:gd name="connsiteY41" fmla="*/ 5067850 h 6858000"/>
              <a:gd name="connsiteX42" fmla="*/ 519263 w 1403195"/>
              <a:gd name="connsiteY42" fmla="*/ 5060861 h 6858000"/>
              <a:gd name="connsiteX43" fmla="*/ 515967 w 1403195"/>
              <a:gd name="connsiteY43" fmla="*/ 5034192 h 6858000"/>
              <a:gd name="connsiteX44" fmla="*/ 517521 w 1403195"/>
              <a:gd name="connsiteY44" fmla="*/ 4993030 h 6858000"/>
              <a:gd name="connsiteX45" fmla="*/ 524430 w 1403195"/>
              <a:gd name="connsiteY45" fmla="*/ 4946844 h 6858000"/>
              <a:gd name="connsiteX46" fmla="*/ 520286 w 1403195"/>
              <a:gd name="connsiteY46" fmla="*/ 4932692 h 6858000"/>
              <a:gd name="connsiteX47" fmla="*/ 535689 w 1403195"/>
              <a:gd name="connsiteY47" fmla="*/ 4858827 h 6858000"/>
              <a:gd name="connsiteX48" fmla="*/ 541592 w 1403195"/>
              <a:gd name="connsiteY48" fmla="*/ 4821170 h 6858000"/>
              <a:gd name="connsiteX49" fmla="*/ 546325 w 1403195"/>
              <a:gd name="connsiteY49" fmla="*/ 4780965 h 6858000"/>
              <a:gd name="connsiteX50" fmla="*/ 547618 w 1403195"/>
              <a:gd name="connsiteY50" fmla="*/ 4750867 h 6858000"/>
              <a:gd name="connsiteX51" fmla="*/ 545425 w 1403195"/>
              <a:gd name="connsiteY51" fmla="*/ 4690749 h 6858000"/>
              <a:gd name="connsiteX52" fmla="*/ 540905 w 1403195"/>
              <a:gd name="connsiteY52" fmla="*/ 4584173 h 6858000"/>
              <a:gd name="connsiteX53" fmla="*/ 535988 w 1403195"/>
              <a:gd name="connsiteY53" fmla="*/ 4444346 h 6858000"/>
              <a:gd name="connsiteX54" fmla="*/ 532553 w 1403195"/>
              <a:gd name="connsiteY54" fmla="*/ 4375228 h 6858000"/>
              <a:gd name="connsiteX55" fmla="*/ 513206 w 1403195"/>
              <a:gd name="connsiteY55" fmla="*/ 4214165 h 6858000"/>
              <a:gd name="connsiteX56" fmla="*/ 517279 w 1403195"/>
              <a:gd name="connsiteY56" fmla="*/ 4090296 h 6858000"/>
              <a:gd name="connsiteX57" fmla="*/ 502535 w 1403195"/>
              <a:gd name="connsiteY57" fmla="*/ 4033999 h 6858000"/>
              <a:gd name="connsiteX58" fmla="*/ 503684 w 1403195"/>
              <a:gd name="connsiteY58" fmla="*/ 4031933 h 6858000"/>
              <a:gd name="connsiteX59" fmla="*/ 502260 w 1403195"/>
              <a:gd name="connsiteY59" fmla="*/ 4013953 h 6858000"/>
              <a:gd name="connsiteX60" fmla="*/ 488555 w 1403195"/>
              <a:gd name="connsiteY60" fmla="*/ 3974753 h 6858000"/>
              <a:gd name="connsiteX61" fmla="*/ 490153 w 1403195"/>
              <a:gd name="connsiteY61" fmla="*/ 3969950 h 6858000"/>
              <a:gd name="connsiteX62" fmla="*/ 483575 w 1403195"/>
              <a:gd name="connsiteY62" fmla="*/ 3933779 h 6858000"/>
              <a:gd name="connsiteX63" fmla="*/ 484906 w 1403195"/>
              <a:gd name="connsiteY63" fmla="*/ 3933093 h 6858000"/>
              <a:gd name="connsiteX64" fmla="*/ 489260 w 1403195"/>
              <a:gd name="connsiteY64" fmla="*/ 3922082 h 6858000"/>
              <a:gd name="connsiteX65" fmla="*/ 494338 w 1403195"/>
              <a:gd name="connsiteY65" fmla="*/ 3901461 h 6858000"/>
              <a:gd name="connsiteX66" fmla="*/ 516932 w 1403195"/>
              <a:gd name="connsiteY66" fmla="*/ 3813873 h 6858000"/>
              <a:gd name="connsiteX67" fmla="*/ 516357 w 1403195"/>
              <a:gd name="connsiteY67" fmla="*/ 3806161 h 6858000"/>
              <a:gd name="connsiteX68" fmla="*/ 516664 w 1403195"/>
              <a:gd name="connsiteY68" fmla="*/ 3805957 h 6858000"/>
              <a:gd name="connsiteX69" fmla="*/ 516691 w 1403195"/>
              <a:gd name="connsiteY69" fmla="*/ 3797724 h 6858000"/>
              <a:gd name="connsiteX70" fmla="*/ 515306 w 1403195"/>
              <a:gd name="connsiteY70" fmla="*/ 3792098 h 6858000"/>
              <a:gd name="connsiteX71" fmla="*/ 514190 w 1403195"/>
              <a:gd name="connsiteY71" fmla="*/ 3777135 h 6858000"/>
              <a:gd name="connsiteX72" fmla="*/ 515923 w 1403195"/>
              <a:gd name="connsiteY72" fmla="*/ 3771656 h 6858000"/>
              <a:gd name="connsiteX73" fmla="*/ 519666 w 1403195"/>
              <a:gd name="connsiteY73" fmla="*/ 3769007 h 6858000"/>
              <a:gd name="connsiteX74" fmla="*/ 519132 w 1403195"/>
              <a:gd name="connsiteY74" fmla="*/ 3767709 h 6858000"/>
              <a:gd name="connsiteX75" fmla="*/ 527828 w 1403195"/>
              <a:gd name="connsiteY75" fmla="*/ 3738082 h 6858000"/>
              <a:gd name="connsiteX76" fmla="*/ 535174 w 1403195"/>
              <a:gd name="connsiteY76" fmla="*/ 3673397 h 6858000"/>
              <a:gd name="connsiteX77" fmla="*/ 534470 w 1403195"/>
              <a:gd name="connsiteY77" fmla="*/ 3637109 h 6858000"/>
              <a:gd name="connsiteX78" fmla="*/ 537913 w 1403195"/>
              <a:gd name="connsiteY78" fmla="*/ 3536883 h 6858000"/>
              <a:gd name="connsiteX79" fmla="*/ 545451 w 1403195"/>
              <a:gd name="connsiteY79" fmla="*/ 3435652 h 6858000"/>
              <a:gd name="connsiteX80" fmla="*/ 547122 w 1403195"/>
              <a:gd name="connsiteY80" fmla="*/ 3307769 h 6858000"/>
              <a:gd name="connsiteX81" fmla="*/ 564685 w 1403195"/>
              <a:gd name="connsiteY81" fmla="*/ 3250522 h 6858000"/>
              <a:gd name="connsiteX82" fmla="*/ 565110 w 1403195"/>
              <a:gd name="connsiteY82" fmla="*/ 3229163 h 6858000"/>
              <a:gd name="connsiteX83" fmla="*/ 566933 w 1403195"/>
              <a:gd name="connsiteY83" fmla="*/ 3217217 h 6858000"/>
              <a:gd name="connsiteX84" fmla="*/ 553768 w 1403195"/>
              <a:gd name="connsiteY84" fmla="*/ 3183755 h 6858000"/>
              <a:gd name="connsiteX85" fmla="*/ 554269 w 1403195"/>
              <a:gd name="connsiteY85" fmla="*/ 3178642 h 6858000"/>
              <a:gd name="connsiteX86" fmla="*/ 541869 w 1403195"/>
              <a:gd name="connsiteY86" fmla="*/ 3158586 h 6858000"/>
              <a:gd name="connsiteX87" fmla="*/ 527054 w 1403195"/>
              <a:gd name="connsiteY87" fmla="*/ 3129034 h 6858000"/>
              <a:gd name="connsiteX88" fmla="*/ 527719 w 1403195"/>
              <a:gd name="connsiteY88" fmla="*/ 3126682 h 6858000"/>
              <a:gd name="connsiteX89" fmla="*/ 518587 w 1403195"/>
              <a:gd name="connsiteY89" fmla="*/ 3114519 h 6858000"/>
              <a:gd name="connsiteX90" fmla="*/ 505196 w 1403195"/>
              <a:gd name="connsiteY90" fmla="*/ 3106272 h 6858000"/>
              <a:gd name="connsiteX91" fmla="*/ 477926 w 1403195"/>
              <a:gd name="connsiteY91" fmla="*/ 2958185 h 6858000"/>
              <a:gd name="connsiteX92" fmla="*/ 420540 w 1403195"/>
              <a:gd name="connsiteY92" fmla="*/ 2762989 h 6858000"/>
              <a:gd name="connsiteX93" fmla="*/ 369458 w 1403195"/>
              <a:gd name="connsiteY93" fmla="*/ 2554718 h 6858000"/>
              <a:gd name="connsiteX94" fmla="*/ 349552 w 1403195"/>
              <a:gd name="connsiteY94" fmla="*/ 2485734 h 6858000"/>
              <a:gd name="connsiteX95" fmla="*/ 340275 w 1403195"/>
              <a:gd name="connsiteY95" fmla="*/ 2447068 h 6858000"/>
              <a:gd name="connsiteX96" fmla="*/ 327236 w 1403195"/>
              <a:gd name="connsiteY96" fmla="*/ 2425819 h 6858000"/>
              <a:gd name="connsiteX97" fmla="*/ 333235 w 1403195"/>
              <a:gd name="connsiteY97" fmla="*/ 2402874 h 6858000"/>
              <a:gd name="connsiteX98" fmla="*/ 335847 w 1403195"/>
              <a:gd name="connsiteY98" fmla="*/ 2381443 h 6858000"/>
              <a:gd name="connsiteX99" fmla="*/ 312176 w 1403195"/>
              <a:gd name="connsiteY99" fmla="*/ 2261920 h 6858000"/>
              <a:gd name="connsiteX100" fmla="*/ 302063 w 1403195"/>
              <a:gd name="connsiteY100" fmla="*/ 2195378 h 6858000"/>
              <a:gd name="connsiteX101" fmla="*/ 286280 w 1403195"/>
              <a:gd name="connsiteY101" fmla="*/ 2155135 h 6858000"/>
              <a:gd name="connsiteX102" fmla="*/ 283738 w 1403195"/>
              <a:gd name="connsiteY102" fmla="*/ 2118008 h 6858000"/>
              <a:gd name="connsiteX103" fmla="*/ 284731 w 1403195"/>
              <a:gd name="connsiteY103" fmla="*/ 2050531 h 6858000"/>
              <a:gd name="connsiteX104" fmla="*/ 276537 w 1403195"/>
              <a:gd name="connsiteY104" fmla="*/ 1963269 h 6858000"/>
              <a:gd name="connsiteX105" fmla="*/ 257715 w 1403195"/>
              <a:gd name="connsiteY105" fmla="*/ 1906352 h 6858000"/>
              <a:gd name="connsiteX106" fmla="*/ 234272 w 1403195"/>
              <a:gd name="connsiteY106" fmla="*/ 1861531 h 6858000"/>
              <a:gd name="connsiteX107" fmla="*/ 188071 w 1403195"/>
              <a:gd name="connsiteY107" fmla="*/ 1732919 h 6858000"/>
              <a:gd name="connsiteX108" fmla="*/ 160382 w 1403195"/>
              <a:gd name="connsiteY108" fmla="*/ 1663540 h 6858000"/>
              <a:gd name="connsiteX109" fmla="*/ 159508 w 1403195"/>
              <a:gd name="connsiteY109" fmla="*/ 1615777 h 6858000"/>
              <a:gd name="connsiteX110" fmla="*/ 140303 w 1403195"/>
              <a:gd name="connsiteY110" fmla="*/ 1563678 h 6858000"/>
              <a:gd name="connsiteX111" fmla="*/ 153383 w 1403195"/>
              <a:gd name="connsiteY111" fmla="*/ 1519474 h 6858000"/>
              <a:gd name="connsiteX112" fmla="*/ 146125 w 1403195"/>
              <a:gd name="connsiteY112" fmla="*/ 1477995 h 6858000"/>
              <a:gd name="connsiteX113" fmla="*/ 132210 w 1403195"/>
              <a:gd name="connsiteY113" fmla="*/ 1373769 h 6858000"/>
              <a:gd name="connsiteX114" fmla="*/ 140517 w 1403195"/>
              <a:gd name="connsiteY114" fmla="*/ 1307086 h 6858000"/>
              <a:gd name="connsiteX115" fmla="*/ 141705 w 1403195"/>
              <a:gd name="connsiteY115" fmla="*/ 1189033 h 6858000"/>
              <a:gd name="connsiteX116" fmla="*/ 146390 w 1403195"/>
              <a:gd name="connsiteY116" fmla="*/ 1168288 h 6858000"/>
              <a:gd name="connsiteX117" fmla="*/ 138672 w 1403195"/>
              <a:gd name="connsiteY117" fmla="*/ 1142577 h 6858000"/>
              <a:gd name="connsiteX118" fmla="*/ 127978 w 1403195"/>
              <a:gd name="connsiteY118" fmla="*/ 1088484 h 6858000"/>
              <a:gd name="connsiteX119" fmla="*/ 116714 w 1403195"/>
              <a:gd name="connsiteY119" fmla="*/ 1016103 h 6858000"/>
              <a:gd name="connsiteX120" fmla="*/ 118170 w 1403195"/>
              <a:gd name="connsiteY120" fmla="*/ 932283 h 6858000"/>
              <a:gd name="connsiteX121" fmla="*/ 120406 w 1403195"/>
              <a:gd name="connsiteY121" fmla="*/ 915925 h 6858000"/>
              <a:gd name="connsiteX122" fmla="*/ 113035 w 1403195"/>
              <a:gd name="connsiteY122" fmla="*/ 896999 h 6858000"/>
              <a:gd name="connsiteX123" fmla="*/ 82443 w 1403195"/>
              <a:gd name="connsiteY123" fmla="*/ 821517 h 6858000"/>
              <a:gd name="connsiteX124" fmla="*/ 61393 w 1403195"/>
              <a:gd name="connsiteY124" fmla="*/ 751353 h 6858000"/>
              <a:gd name="connsiteX125" fmla="*/ 60951 w 1403195"/>
              <a:gd name="connsiteY125" fmla="*/ 721230 h 6858000"/>
              <a:gd name="connsiteX126" fmla="*/ 46622 w 1403195"/>
              <a:gd name="connsiteY126" fmla="*/ 681659 h 6858000"/>
              <a:gd name="connsiteX127" fmla="*/ 32041 w 1403195"/>
              <a:gd name="connsiteY127" fmla="*/ 635218 h 6858000"/>
              <a:gd name="connsiteX128" fmla="*/ 37052 w 1403195"/>
              <a:gd name="connsiteY128" fmla="*/ 613763 h 6858000"/>
              <a:gd name="connsiteX129" fmla="*/ 22994 w 1403195"/>
              <a:gd name="connsiteY129" fmla="*/ 598582 h 6858000"/>
              <a:gd name="connsiteX130" fmla="*/ 22675 w 1403195"/>
              <a:gd name="connsiteY130" fmla="*/ 576846 h 6858000"/>
              <a:gd name="connsiteX131" fmla="*/ 2301 w 1403195"/>
              <a:gd name="connsiteY131" fmla="*/ 530055 h 6858000"/>
              <a:gd name="connsiteX132" fmla="*/ 1549 w 1403195"/>
              <a:gd name="connsiteY132" fmla="*/ 465389 h 6858000"/>
              <a:gd name="connsiteX133" fmla="*/ 90145 w 1403195"/>
              <a:gd name="connsiteY133" fmla="*/ 353137 h 6858000"/>
              <a:gd name="connsiteX134" fmla="*/ 111655 w 1403195"/>
              <a:gd name="connsiteY134" fmla="*/ 309501 h 6858000"/>
              <a:gd name="connsiteX135" fmla="*/ 95838 w 1403195"/>
              <a:gd name="connsiteY135" fmla="*/ 275771 h 6858000"/>
              <a:gd name="connsiteX136" fmla="*/ 112865 w 1403195"/>
              <a:gd name="connsiteY136" fmla="*/ 212860 h 6858000"/>
              <a:gd name="connsiteX137" fmla="*/ 104575 w 1403195"/>
              <a:gd name="connsiteY137" fmla="*/ 144983 h 6858000"/>
              <a:gd name="connsiteX138" fmla="*/ 116859 w 1403195"/>
              <a:gd name="connsiteY138" fmla="*/ 55288 h 6858000"/>
              <a:gd name="connsiteX139" fmla="*/ 76413 w 1403195"/>
              <a:gd name="connsiteY139" fmla="*/ 0 h 6858000"/>
              <a:gd name="connsiteX0" fmla="*/ 74305 w 1401087"/>
              <a:gd name="connsiteY0" fmla="*/ 0 h 6858000"/>
              <a:gd name="connsiteX1" fmla="*/ 1401087 w 1401087"/>
              <a:gd name="connsiteY1" fmla="*/ 0 h 6858000"/>
              <a:gd name="connsiteX2" fmla="*/ 1401087 w 1401087"/>
              <a:gd name="connsiteY2" fmla="*/ 6858000 h 6858000"/>
              <a:gd name="connsiteX3" fmla="*/ 137781 w 1401087"/>
              <a:gd name="connsiteY3" fmla="*/ 6857735 h 6858000"/>
              <a:gd name="connsiteX4" fmla="*/ 174374 w 1401087"/>
              <a:gd name="connsiteY4" fmla="*/ 6776847 h 6858000"/>
              <a:gd name="connsiteX5" fmla="*/ 185874 w 1401087"/>
              <a:gd name="connsiteY5" fmla="*/ 6737706 h 6858000"/>
              <a:gd name="connsiteX6" fmla="*/ 210613 w 1401087"/>
              <a:gd name="connsiteY6" fmla="*/ 6691589 h 6858000"/>
              <a:gd name="connsiteX7" fmla="*/ 188170 w 1401087"/>
              <a:gd name="connsiteY7" fmla="*/ 6659970 h 6858000"/>
              <a:gd name="connsiteX8" fmla="*/ 203261 w 1401087"/>
              <a:gd name="connsiteY8" fmla="*/ 6636211 h 6858000"/>
              <a:gd name="connsiteX9" fmla="*/ 220705 w 1401087"/>
              <a:gd name="connsiteY9" fmla="*/ 6594177 h 6858000"/>
              <a:gd name="connsiteX10" fmla="*/ 234745 w 1401087"/>
              <a:gd name="connsiteY10" fmla="*/ 6557575 h 6858000"/>
              <a:gd name="connsiteX11" fmla="*/ 287702 w 1401087"/>
              <a:gd name="connsiteY11" fmla="*/ 6492130 h 6858000"/>
              <a:gd name="connsiteX12" fmla="*/ 303389 w 1401087"/>
              <a:gd name="connsiteY12" fmla="*/ 6431610 h 6858000"/>
              <a:gd name="connsiteX13" fmla="*/ 347094 w 1401087"/>
              <a:gd name="connsiteY13" fmla="*/ 6379786 h 6858000"/>
              <a:gd name="connsiteX14" fmla="*/ 330317 w 1401087"/>
              <a:gd name="connsiteY14" fmla="*/ 6334727 h 6858000"/>
              <a:gd name="connsiteX15" fmla="*/ 307732 w 1401087"/>
              <a:gd name="connsiteY15" fmla="*/ 6313295 h 6858000"/>
              <a:gd name="connsiteX16" fmla="*/ 314896 w 1401087"/>
              <a:gd name="connsiteY16" fmla="*/ 6280046 h 6858000"/>
              <a:gd name="connsiteX17" fmla="*/ 297641 w 1401087"/>
              <a:gd name="connsiteY17" fmla="*/ 6270265 h 6858000"/>
              <a:gd name="connsiteX18" fmla="*/ 324669 w 1401087"/>
              <a:gd name="connsiteY18" fmla="*/ 6252834 h 6858000"/>
              <a:gd name="connsiteX19" fmla="*/ 302661 w 1401087"/>
              <a:gd name="connsiteY19" fmla="*/ 6202459 h 6858000"/>
              <a:gd name="connsiteX20" fmla="*/ 301459 w 1401087"/>
              <a:gd name="connsiteY20" fmla="*/ 6153037 h 6858000"/>
              <a:gd name="connsiteX21" fmla="*/ 316874 w 1401087"/>
              <a:gd name="connsiteY21" fmla="*/ 6078132 h 6858000"/>
              <a:gd name="connsiteX22" fmla="*/ 304261 w 1401087"/>
              <a:gd name="connsiteY22" fmla="*/ 6028119 h 6858000"/>
              <a:gd name="connsiteX23" fmla="*/ 289490 w 1401087"/>
              <a:gd name="connsiteY23" fmla="*/ 5926735 h 6858000"/>
              <a:gd name="connsiteX24" fmla="*/ 339002 w 1401087"/>
              <a:gd name="connsiteY24" fmla="*/ 5712857 h 6858000"/>
              <a:gd name="connsiteX25" fmla="*/ 318077 w 1401087"/>
              <a:gd name="connsiteY25" fmla="*/ 5676393 h 6858000"/>
              <a:gd name="connsiteX26" fmla="*/ 357669 w 1401087"/>
              <a:gd name="connsiteY26" fmla="*/ 5563435 h 6858000"/>
              <a:gd name="connsiteX27" fmla="*/ 404799 w 1401087"/>
              <a:gd name="connsiteY27" fmla="*/ 5437125 h 6858000"/>
              <a:gd name="connsiteX28" fmla="*/ 418367 w 1401087"/>
              <a:gd name="connsiteY28" fmla="*/ 5396260 h 6858000"/>
              <a:gd name="connsiteX29" fmla="*/ 434348 w 1401087"/>
              <a:gd name="connsiteY29" fmla="*/ 5330009 h 6858000"/>
              <a:gd name="connsiteX30" fmla="*/ 467841 w 1401087"/>
              <a:gd name="connsiteY30" fmla="*/ 5273739 h 6858000"/>
              <a:gd name="connsiteX31" fmla="*/ 477440 w 1401087"/>
              <a:gd name="connsiteY31" fmla="*/ 5241779 h 6858000"/>
              <a:gd name="connsiteX32" fmla="*/ 488666 w 1401087"/>
              <a:gd name="connsiteY32" fmla="*/ 5225268 h 6858000"/>
              <a:gd name="connsiteX33" fmla="*/ 489686 w 1401087"/>
              <a:gd name="connsiteY33" fmla="*/ 5217684 h 6858000"/>
              <a:gd name="connsiteX34" fmla="*/ 497027 w 1401087"/>
              <a:gd name="connsiteY34" fmla="*/ 5193377 h 6858000"/>
              <a:gd name="connsiteX35" fmla="*/ 500330 w 1401087"/>
              <a:gd name="connsiteY35" fmla="*/ 5179288 h 6858000"/>
              <a:gd name="connsiteX36" fmla="*/ 501314 w 1401087"/>
              <a:gd name="connsiteY36" fmla="*/ 5173621 h 6858000"/>
              <a:gd name="connsiteX37" fmla="*/ 496948 w 1401087"/>
              <a:gd name="connsiteY37" fmla="*/ 5159961 h 6858000"/>
              <a:gd name="connsiteX38" fmla="*/ 503625 w 1401087"/>
              <a:gd name="connsiteY38" fmla="*/ 5144295 h 6858000"/>
              <a:gd name="connsiteX39" fmla="*/ 500558 w 1401087"/>
              <a:gd name="connsiteY39" fmla="*/ 5125185 h 6858000"/>
              <a:gd name="connsiteX40" fmla="*/ 507388 w 1401087"/>
              <a:gd name="connsiteY40" fmla="*/ 5121884 h 6858000"/>
              <a:gd name="connsiteX41" fmla="*/ 514424 w 1401087"/>
              <a:gd name="connsiteY41" fmla="*/ 5067850 h 6858000"/>
              <a:gd name="connsiteX42" fmla="*/ 517155 w 1401087"/>
              <a:gd name="connsiteY42" fmla="*/ 5060861 h 6858000"/>
              <a:gd name="connsiteX43" fmla="*/ 513859 w 1401087"/>
              <a:gd name="connsiteY43" fmla="*/ 5034192 h 6858000"/>
              <a:gd name="connsiteX44" fmla="*/ 515413 w 1401087"/>
              <a:gd name="connsiteY44" fmla="*/ 4993030 h 6858000"/>
              <a:gd name="connsiteX45" fmla="*/ 522322 w 1401087"/>
              <a:gd name="connsiteY45" fmla="*/ 4946844 h 6858000"/>
              <a:gd name="connsiteX46" fmla="*/ 518178 w 1401087"/>
              <a:gd name="connsiteY46" fmla="*/ 4932692 h 6858000"/>
              <a:gd name="connsiteX47" fmla="*/ 533581 w 1401087"/>
              <a:gd name="connsiteY47" fmla="*/ 4858827 h 6858000"/>
              <a:gd name="connsiteX48" fmla="*/ 539484 w 1401087"/>
              <a:gd name="connsiteY48" fmla="*/ 4821170 h 6858000"/>
              <a:gd name="connsiteX49" fmla="*/ 544217 w 1401087"/>
              <a:gd name="connsiteY49" fmla="*/ 4780965 h 6858000"/>
              <a:gd name="connsiteX50" fmla="*/ 545510 w 1401087"/>
              <a:gd name="connsiteY50" fmla="*/ 4750867 h 6858000"/>
              <a:gd name="connsiteX51" fmla="*/ 543317 w 1401087"/>
              <a:gd name="connsiteY51" fmla="*/ 4690749 h 6858000"/>
              <a:gd name="connsiteX52" fmla="*/ 538797 w 1401087"/>
              <a:gd name="connsiteY52" fmla="*/ 4584173 h 6858000"/>
              <a:gd name="connsiteX53" fmla="*/ 533880 w 1401087"/>
              <a:gd name="connsiteY53" fmla="*/ 4444346 h 6858000"/>
              <a:gd name="connsiteX54" fmla="*/ 530445 w 1401087"/>
              <a:gd name="connsiteY54" fmla="*/ 4375228 h 6858000"/>
              <a:gd name="connsiteX55" fmla="*/ 511098 w 1401087"/>
              <a:gd name="connsiteY55" fmla="*/ 4214165 h 6858000"/>
              <a:gd name="connsiteX56" fmla="*/ 515171 w 1401087"/>
              <a:gd name="connsiteY56" fmla="*/ 4090296 h 6858000"/>
              <a:gd name="connsiteX57" fmla="*/ 500427 w 1401087"/>
              <a:gd name="connsiteY57" fmla="*/ 4033999 h 6858000"/>
              <a:gd name="connsiteX58" fmla="*/ 501576 w 1401087"/>
              <a:gd name="connsiteY58" fmla="*/ 4031933 h 6858000"/>
              <a:gd name="connsiteX59" fmla="*/ 500152 w 1401087"/>
              <a:gd name="connsiteY59" fmla="*/ 4013953 h 6858000"/>
              <a:gd name="connsiteX60" fmla="*/ 486447 w 1401087"/>
              <a:gd name="connsiteY60" fmla="*/ 3974753 h 6858000"/>
              <a:gd name="connsiteX61" fmla="*/ 488045 w 1401087"/>
              <a:gd name="connsiteY61" fmla="*/ 3969950 h 6858000"/>
              <a:gd name="connsiteX62" fmla="*/ 481467 w 1401087"/>
              <a:gd name="connsiteY62" fmla="*/ 3933779 h 6858000"/>
              <a:gd name="connsiteX63" fmla="*/ 482798 w 1401087"/>
              <a:gd name="connsiteY63" fmla="*/ 3933093 h 6858000"/>
              <a:gd name="connsiteX64" fmla="*/ 487152 w 1401087"/>
              <a:gd name="connsiteY64" fmla="*/ 3922082 h 6858000"/>
              <a:gd name="connsiteX65" fmla="*/ 492230 w 1401087"/>
              <a:gd name="connsiteY65" fmla="*/ 3901461 h 6858000"/>
              <a:gd name="connsiteX66" fmla="*/ 514824 w 1401087"/>
              <a:gd name="connsiteY66" fmla="*/ 3813873 h 6858000"/>
              <a:gd name="connsiteX67" fmla="*/ 514249 w 1401087"/>
              <a:gd name="connsiteY67" fmla="*/ 3806161 h 6858000"/>
              <a:gd name="connsiteX68" fmla="*/ 514556 w 1401087"/>
              <a:gd name="connsiteY68" fmla="*/ 3805957 h 6858000"/>
              <a:gd name="connsiteX69" fmla="*/ 514583 w 1401087"/>
              <a:gd name="connsiteY69" fmla="*/ 3797724 h 6858000"/>
              <a:gd name="connsiteX70" fmla="*/ 513198 w 1401087"/>
              <a:gd name="connsiteY70" fmla="*/ 3792098 h 6858000"/>
              <a:gd name="connsiteX71" fmla="*/ 512082 w 1401087"/>
              <a:gd name="connsiteY71" fmla="*/ 3777135 h 6858000"/>
              <a:gd name="connsiteX72" fmla="*/ 513815 w 1401087"/>
              <a:gd name="connsiteY72" fmla="*/ 3771656 h 6858000"/>
              <a:gd name="connsiteX73" fmla="*/ 517558 w 1401087"/>
              <a:gd name="connsiteY73" fmla="*/ 3769007 h 6858000"/>
              <a:gd name="connsiteX74" fmla="*/ 517024 w 1401087"/>
              <a:gd name="connsiteY74" fmla="*/ 3767709 h 6858000"/>
              <a:gd name="connsiteX75" fmla="*/ 525720 w 1401087"/>
              <a:gd name="connsiteY75" fmla="*/ 3738082 h 6858000"/>
              <a:gd name="connsiteX76" fmla="*/ 533066 w 1401087"/>
              <a:gd name="connsiteY76" fmla="*/ 3673397 h 6858000"/>
              <a:gd name="connsiteX77" fmla="*/ 532362 w 1401087"/>
              <a:gd name="connsiteY77" fmla="*/ 3637109 h 6858000"/>
              <a:gd name="connsiteX78" fmla="*/ 535805 w 1401087"/>
              <a:gd name="connsiteY78" fmla="*/ 3536883 h 6858000"/>
              <a:gd name="connsiteX79" fmla="*/ 543343 w 1401087"/>
              <a:gd name="connsiteY79" fmla="*/ 3435652 h 6858000"/>
              <a:gd name="connsiteX80" fmla="*/ 545014 w 1401087"/>
              <a:gd name="connsiteY80" fmla="*/ 3307769 h 6858000"/>
              <a:gd name="connsiteX81" fmla="*/ 562577 w 1401087"/>
              <a:gd name="connsiteY81" fmla="*/ 3250522 h 6858000"/>
              <a:gd name="connsiteX82" fmla="*/ 563002 w 1401087"/>
              <a:gd name="connsiteY82" fmla="*/ 3229163 h 6858000"/>
              <a:gd name="connsiteX83" fmla="*/ 564825 w 1401087"/>
              <a:gd name="connsiteY83" fmla="*/ 3217217 h 6858000"/>
              <a:gd name="connsiteX84" fmla="*/ 551660 w 1401087"/>
              <a:gd name="connsiteY84" fmla="*/ 3183755 h 6858000"/>
              <a:gd name="connsiteX85" fmla="*/ 552161 w 1401087"/>
              <a:gd name="connsiteY85" fmla="*/ 3178642 h 6858000"/>
              <a:gd name="connsiteX86" fmla="*/ 539761 w 1401087"/>
              <a:gd name="connsiteY86" fmla="*/ 3158586 h 6858000"/>
              <a:gd name="connsiteX87" fmla="*/ 524946 w 1401087"/>
              <a:gd name="connsiteY87" fmla="*/ 3129034 h 6858000"/>
              <a:gd name="connsiteX88" fmla="*/ 525611 w 1401087"/>
              <a:gd name="connsiteY88" fmla="*/ 3126682 h 6858000"/>
              <a:gd name="connsiteX89" fmla="*/ 516479 w 1401087"/>
              <a:gd name="connsiteY89" fmla="*/ 3114519 h 6858000"/>
              <a:gd name="connsiteX90" fmla="*/ 503088 w 1401087"/>
              <a:gd name="connsiteY90" fmla="*/ 3106272 h 6858000"/>
              <a:gd name="connsiteX91" fmla="*/ 475818 w 1401087"/>
              <a:gd name="connsiteY91" fmla="*/ 2958185 h 6858000"/>
              <a:gd name="connsiteX92" fmla="*/ 418432 w 1401087"/>
              <a:gd name="connsiteY92" fmla="*/ 2762989 h 6858000"/>
              <a:gd name="connsiteX93" fmla="*/ 367350 w 1401087"/>
              <a:gd name="connsiteY93" fmla="*/ 2554718 h 6858000"/>
              <a:gd name="connsiteX94" fmla="*/ 347444 w 1401087"/>
              <a:gd name="connsiteY94" fmla="*/ 2485734 h 6858000"/>
              <a:gd name="connsiteX95" fmla="*/ 338167 w 1401087"/>
              <a:gd name="connsiteY95" fmla="*/ 2447068 h 6858000"/>
              <a:gd name="connsiteX96" fmla="*/ 325128 w 1401087"/>
              <a:gd name="connsiteY96" fmla="*/ 2425819 h 6858000"/>
              <a:gd name="connsiteX97" fmla="*/ 331127 w 1401087"/>
              <a:gd name="connsiteY97" fmla="*/ 2402874 h 6858000"/>
              <a:gd name="connsiteX98" fmla="*/ 333739 w 1401087"/>
              <a:gd name="connsiteY98" fmla="*/ 2381443 h 6858000"/>
              <a:gd name="connsiteX99" fmla="*/ 310068 w 1401087"/>
              <a:gd name="connsiteY99" fmla="*/ 2261920 h 6858000"/>
              <a:gd name="connsiteX100" fmla="*/ 299955 w 1401087"/>
              <a:gd name="connsiteY100" fmla="*/ 2195378 h 6858000"/>
              <a:gd name="connsiteX101" fmla="*/ 284172 w 1401087"/>
              <a:gd name="connsiteY101" fmla="*/ 2155135 h 6858000"/>
              <a:gd name="connsiteX102" fmla="*/ 281630 w 1401087"/>
              <a:gd name="connsiteY102" fmla="*/ 2118008 h 6858000"/>
              <a:gd name="connsiteX103" fmla="*/ 282623 w 1401087"/>
              <a:gd name="connsiteY103" fmla="*/ 2050531 h 6858000"/>
              <a:gd name="connsiteX104" fmla="*/ 274429 w 1401087"/>
              <a:gd name="connsiteY104" fmla="*/ 1963269 h 6858000"/>
              <a:gd name="connsiteX105" fmla="*/ 255607 w 1401087"/>
              <a:gd name="connsiteY105" fmla="*/ 1906352 h 6858000"/>
              <a:gd name="connsiteX106" fmla="*/ 232164 w 1401087"/>
              <a:gd name="connsiteY106" fmla="*/ 1861531 h 6858000"/>
              <a:gd name="connsiteX107" fmla="*/ 185963 w 1401087"/>
              <a:gd name="connsiteY107" fmla="*/ 1732919 h 6858000"/>
              <a:gd name="connsiteX108" fmla="*/ 158274 w 1401087"/>
              <a:gd name="connsiteY108" fmla="*/ 1663540 h 6858000"/>
              <a:gd name="connsiteX109" fmla="*/ 157400 w 1401087"/>
              <a:gd name="connsiteY109" fmla="*/ 1615777 h 6858000"/>
              <a:gd name="connsiteX110" fmla="*/ 138195 w 1401087"/>
              <a:gd name="connsiteY110" fmla="*/ 1563678 h 6858000"/>
              <a:gd name="connsiteX111" fmla="*/ 151275 w 1401087"/>
              <a:gd name="connsiteY111" fmla="*/ 1519474 h 6858000"/>
              <a:gd name="connsiteX112" fmla="*/ 144017 w 1401087"/>
              <a:gd name="connsiteY112" fmla="*/ 1477995 h 6858000"/>
              <a:gd name="connsiteX113" fmla="*/ 130102 w 1401087"/>
              <a:gd name="connsiteY113" fmla="*/ 1373769 h 6858000"/>
              <a:gd name="connsiteX114" fmla="*/ 138409 w 1401087"/>
              <a:gd name="connsiteY114" fmla="*/ 1307086 h 6858000"/>
              <a:gd name="connsiteX115" fmla="*/ 139597 w 1401087"/>
              <a:gd name="connsiteY115" fmla="*/ 1189033 h 6858000"/>
              <a:gd name="connsiteX116" fmla="*/ 144282 w 1401087"/>
              <a:gd name="connsiteY116" fmla="*/ 1168288 h 6858000"/>
              <a:gd name="connsiteX117" fmla="*/ 136564 w 1401087"/>
              <a:gd name="connsiteY117" fmla="*/ 1142577 h 6858000"/>
              <a:gd name="connsiteX118" fmla="*/ 125870 w 1401087"/>
              <a:gd name="connsiteY118" fmla="*/ 1088484 h 6858000"/>
              <a:gd name="connsiteX119" fmla="*/ 114606 w 1401087"/>
              <a:gd name="connsiteY119" fmla="*/ 1016103 h 6858000"/>
              <a:gd name="connsiteX120" fmla="*/ 116062 w 1401087"/>
              <a:gd name="connsiteY120" fmla="*/ 932283 h 6858000"/>
              <a:gd name="connsiteX121" fmla="*/ 118298 w 1401087"/>
              <a:gd name="connsiteY121" fmla="*/ 915925 h 6858000"/>
              <a:gd name="connsiteX122" fmla="*/ 110927 w 1401087"/>
              <a:gd name="connsiteY122" fmla="*/ 896999 h 6858000"/>
              <a:gd name="connsiteX123" fmla="*/ 80335 w 1401087"/>
              <a:gd name="connsiteY123" fmla="*/ 821517 h 6858000"/>
              <a:gd name="connsiteX124" fmla="*/ 59285 w 1401087"/>
              <a:gd name="connsiteY124" fmla="*/ 751353 h 6858000"/>
              <a:gd name="connsiteX125" fmla="*/ 58843 w 1401087"/>
              <a:gd name="connsiteY125" fmla="*/ 721230 h 6858000"/>
              <a:gd name="connsiteX126" fmla="*/ 44514 w 1401087"/>
              <a:gd name="connsiteY126" fmla="*/ 681659 h 6858000"/>
              <a:gd name="connsiteX127" fmla="*/ 29933 w 1401087"/>
              <a:gd name="connsiteY127" fmla="*/ 635218 h 6858000"/>
              <a:gd name="connsiteX128" fmla="*/ 34944 w 1401087"/>
              <a:gd name="connsiteY128" fmla="*/ 613763 h 6858000"/>
              <a:gd name="connsiteX129" fmla="*/ 20886 w 1401087"/>
              <a:gd name="connsiteY129" fmla="*/ 598582 h 6858000"/>
              <a:gd name="connsiteX130" fmla="*/ 20567 w 1401087"/>
              <a:gd name="connsiteY130" fmla="*/ 576846 h 6858000"/>
              <a:gd name="connsiteX131" fmla="*/ 193 w 1401087"/>
              <a:gd name="connsiteY131" fmla="*/ 530055 h 6858000"/>
              <a:gd name="connsiteX132" fmla="*/ 88207 w 1401087"/>
              <a:gd name="connsiteY132" fmla="*/ 393828 h 6858000"/>
              <a:gd name="connsiteX133" fmla="*/ 88037 w 1401087"/>
              <a:gd name="connsiteY133" fmla="*/ 353137 h 6858000"/>
              <a:gd name="connsiteX134" fmla="*/ 109547 w 1401087"/>
              <a:gd name="connsiteY134" fmla="*/ 309501 h 6858000"/>
              <a:gd name="connsiteX135" fmla="*/ 93730 w 1401087"/>
              <a:gd name="connsiteY135" fmla="*/ 275771 h 6858000"/>
              <a:gd name="connsiteX136" fmla="*/ 110757 w 1401087"/>
              <a:gd name="connsiteY136" fmla="*/ 212860 h 6858000"/>
              <a:gd name="connsiteX137" fmla="*/ 102467 w 1401087"/>
              <a:gd name="connsiteY137" fmla="*/ 144983 h 6858000"/>
              <a:gd name="connsiteX138" fmla="*/ 114751 w 1401087"/>
              <a:gd name="connsiteY138" fmla="*/ 55288 h 6858000"/>
              <a:gd name="connsiteX139" fmla="*/ 74305 w 1401087"/>
              <a:gd name="connsiteY139" fmla="*/ 0 h 6858000"/>
              <a:gd name="connsiteX0" fmla="*/ 53738 w 1380520"/>
              <a:gd name="connsiteY0" fmla="*/ 0 h 6858000"/>
              <a:gd name="connsiteX1" fmla="*/ 1380520 w 1380520"/>
              <a:gd name="connsiteY1" fmla="*/ 0 h 6858000"/>
              <a:gd name="connsiteX2" fmla="*/ 1380520 w 1380520"/>
              <a:gd name="connsiteY2" fmla="*/ 6858000 h 6858000"/>
              <a:gd name="connsiteX3" fmla="*/ 117214 w 1380520"/>
              <a:gd name="connsiteY3" fmla="*/ 6857735 h 6858000"/>
              <a:gd name="connsiteX4" fmla="*/ 153807 w 1380520"/>
              <a:gd name="connsiteY4" fmla="*/ 6776847 h 6858000"/>
              <a:gd name="connsiteX5" fmla="*/ 165307 w 1380520"/>
              <a:gd name="connsiteY5" fmla="*/ 6737706 h 6858000"/>
              <a:gd name="connsiteX6" fmla="*/ 190046 w 1380520"/>
              <a:gd name="connsiteY6" fmla="*/ 6691589 h 6858000"/>
              <a:gd name="connsiteX7" fmla="*/ 167603 w 1380520"/>
              <a:gd name="connsiteY7" fmla="*/ 6659970 h 6858000"/>
              <a:gd name="connsiteX8" fmla="*/ 182694 w 1380520"/>
              <a:gd name="connsiteY8" fmla="*/ 6636211 h 6858000"/>
              <a:gd name="connsiteX9" fmla="*/ 200138 w 1380520"/>
              <a:gd name="connsiteY9" fmla="*/ 6594177 h 6858000"/>
              <a:gd name="connsiteX10" fmla="*/ 214178 w 1380520"/>
              <a:gd name="connsiteY10" fmla="*/ 6557575 h 6858000"/>
              <a:gd name="connsiteX11" fmla="*/ 267135 w 1380520"/>
              <a:gd name="connsiteY11" fmla="*/ 6492130 h 6858000"/>
              <a:gd name="connsiteX12" fmla="*/ 282822 w 1380520"/>
              <a:gd name="connsiteY12" fmla="*/ 6431610 h 6858000"/>
              <a:gd name="connsiteX13" fmla="*/ 326527 w 1380520"/>
              <a:gd name="connsiteY13" fmla="*/ 6379786 h 6858000"/>
              <a:gd name="connsiteX14" fmla="*/ 309750 w 1380520"/>
              <a:gd name="connsiteY14" fmla="*/ 6334727 h 6858000"/>
              <a:gd name="connsiteX15" fmla="*/ 287165 w 1380520"/>
              <a:gd name="connsiteY15" fmla="*/ 6313295 h 6858000"/>
              <a:gd name="connsiteX16" fmla="*/ 294329 w 1380520"/>
              <a:gd name="connsiteY16" fmla="*/ 6280046 h 6858000"/>
              <a:gd name="connsiteX17" fmla="*/ 277074 w 1380520"/>
              <a:gd name="connsiteY17" fmla="*/ 6270265 h 6858000"/>
              <a:gd name="connsiteX18" fmla="*/ 304102 w 1380520"/>
              <a:gd name="connsiteY18" fmla="*/ 6252834 h 6858000"/>
              <a:gd name="connsiteX19" fmla="*/ 282094 w 1380520"/>
              <a:gd name="connsiteY19" fmla="*/ 6202459 h 6858000"/>
              <a:gd name="connsiteX20" fmla="*/ 280892 w 1380520"/>
              <a:gd name="connsiteY20" fmla="*/ 6153037 h 6858000"/>
              <a:gd name="connsiteX21" fmla="*/ 296307 w 1380520"/>
              <a:gd name="connsiteY21" fmla="*/ 6078132 h 6858000"/>
              <a:gd name="connsiteX22" fmla="*/ 283694 w 1380520"/>
              <a:gd name="connsiteY22" fmla="*/ 6028119 h 6858000"/>
              <a:gd name="connsiteX23" fmla="*/ 268923 w 1380520"/>
              <a:gd name="connsiteY23" fmla="*/ 5926735 h 6858000"/>
              <a:gd name="connsiteX24" fmla="*/ 318435 w 1380520"/>
              <a:gd name="connsiteY24" fmla="*/ 5712857 h 6858000"/>
              <a:gd name="connsiteX25" fmla="*/ 297510 w 1380520"/>
              <a:gd name="connsiteY25" fmla="*/ 5676393 h 6858000"/>
              <a:gd name="connsiteX26" fmla="*/ 337102 w 1380520"/>
              <a:gd name="connsiteY26" fmla="*/ 5563435 h 6858000"/>
              <a:gd name="connsiteX27" fmla="*/ 384232 w 1380520"/>
              <a:gd name="connsiteY27" fmla="*/ 5437125 h 6858000"/>
              <a:gd name="connsiteX28" fmla="*/ 397800 w 1380520"/>
              <a:gd name="connsiteY28" fmla="*/ 5396260 h 6858000"/>
              <a:gd name="connsiteX29" fmla="*/ 413781 w 1380520"/>
              <a:gd name="connsiteY29" fmla="*/ 5330009 h 6858000"/>
              <a:gd name="connsiteX30" fmla="*/ 447274 w 1380520"/>
              <a:gd name="connsiteY30" fmla="*/ 5273739 h 6858000"/>
              <a:gd name="connsiteX31" fmla="*/ 456873 w 1380520"/>
              <a:gd name="connsiteY31" fmla="*/ 5241779 h 6858000"/>
              <a:gd name="connsiteX32" fmla="*/ 468099 w 1380520"/>
              <a:gd name="connsiteY32" fmla="*/ 5225268 h 6858000"/>
              <a:gd name="connsiteX33" fmla="*/ 469119 w 1380520"/>
              <a:gd name="connsiteY33" fmla="*/ 5217684 h 6858000"/>
              <a:gd name="connsiteX34" fmla="*/ 476460 w 1380520"/>
              <a:gd name="connsiteY34" fmla="*/ 5193377 h 6858000"/>
              <a:gd name="connsiteX35" fmla="*/ 479763 w 1380520"/>
              <a:gd name="connsiteY35" fmla="*/ 5179288 h 6858000"/>
              <a:gd name="connsiteX36" fmla="*/ 480747 w 1380520"/>
              <a:gd name="connsiteY36" fmla="*/ 5173621 h 6858000"/>
              <a:gd name="connsiteX37" fmla="*/ 476381 w 1380520"/>
              <a:gd name="connsiteY37" fmla="*/ 5159961 h 6858000"/>
              <a:gd name="connsiteX38" fmla="*/ 483058 w 1380520"/>
              <a:gd name="connsiteY38" fmla="*/ 5144295 h 6858000"/>
              <a:gd name="connsiteX39" fmla="*/ 479991 w 1380520"/>
              <a:gd name="connsiteY39" fmla="*/ 5125185 h 6858000"/>
              <a:gd name="connsiteX40" fmla="*/ 486821 w 1380520"/>
              <a:gd name="connsiteY40" fmla="*/ 5121884 h 6858000"/>
              <a:gd name="connsiteX41" fmla="*/ 493857 w 1380520"/>
              <a:gd name="connsiteY41" fmla="*/ 5067850 h 6858000"/>
              <a:gd name="connsiteX42" fmla="*/ 496588 w 1380520"/>
              <a:gd name="connsiteY42" fmla="*/ 5060861 h 6858000"/>
              <a:gd name="connsiteX43" fmla="*/ 493292 w 1380520"/>
              <a:gd name="connsiteY43" fmla="*/ 5034192 h 6858000"/>
              <a:gd name="connsiteX44" fmla="*/ 494846 w 1380520"/>
              <a:gd name="connsiteY44" fmla="*/ 4993030 h 6858000"/>
              <a:gd name="connsiteX45" fmla="*/ 501755 w 1380520"/>
              <a:gd name="connsiteY45" fmla="*/ 4946844 h 6858000"/>
              <a:gd name="connsiteX46" fmla="*/ 497611 w 1380520"/>
              <a:gd name="connsiteY46" fmla="*/ 4932692 h 6858000"/>
              <a:gd name="connsiteX47" fmla="*/ 513014 w 1380520"/>
              <a:gd name="connsiteY47" fmla="*/ 4858827 h 6858000"/>
              <a:gd name="connsiteX48" fmla="*/ 518917 w 1380520"/>
              <a:gd name="connsiteY48" fmla="*/ 4821170 h 6858000"/>
              <a:gd name="connsiteX49" fmla="*/ 523650 w 1380520"/>
              <a:gd name="connsiteY49" fmla="*/ 4780965 h 6858000"/>
              <a:gd name="connsiteX50" fmla="*/ 524943 w 1380520"/>
              <a:gd name="connsiteY50" fmla="*/ 4750867 h 6858000"/>
              <a:gd name="connsiteX51" fmla="*/ 522750 w 1380520"/>
              <a:gd name="connsiteY51" fmla="*/ 4690749 h 6858000"/>
              <a:gd name="connsiteX52" fmla="*/ 518230 w 1380520"/>
              <a:gd name="connsiteY52" fmla="*/ 4584173 h 6858000"/>
              <a:gd name="connsiteX53" fmla="*/ 513313 w 1380520"/>
              <a:gd name="connsiteY53" fmla="*/ 4444346 h 6858000"/>
              <a:gd name="connsiteX54" fmla="*/ 509878 w 1380520"/>
              <a:gd name="connsiteY54" fmla="*/ 4375228 h 6858000"/>
              <a:gd name="connsiteX55" fmla="*/ 490531 w 1380520"/>
              <a:gd name="connsiteY55" fmla="*/ 4214165 h 6858000"/>
              <a:gd name="connsiteX56" fmla="*/ 494604 w 1380520"/>
              <a:gd name="connsiteY56" fmla="*/ 4090296 h 6858000"/>
              <a:gd name="connsiteX57" fmla="*/ 479860 w 1380520"/>
              <a:gd name="connsiteY57" fmla="*/ 4033999 h 6858000"/>
              <a:gd name="connsiteX58" fmla="*/ 481009 w 1380520"/>
              <a:gd name="connsiteY58" fmla="*/ 4031933 h 6858000"/>
              <a:gd name="connsiteX59" fmla="*/ 479585 w 1380520"/>
              <a:gd name="connsiteY59" fmla="*/ 4013953 h 6858000"/>
              <a:gd name="connsiteX60" fmla="*/ 465880 w 1380520"/>
              <a:gd name="connsiteY60" fmla="*/ 3974753 h 6858000"/>
              <a:gd name="connsiteX61" fmla="*/ 467478 w 1380520"/>
              <a:gd name="connsiteY61" fmla="*/ 3969950 h 6858000"/>
              <a:gd name="connsiteX62" fmla="*/ 460900 w 1380520"/>
              <a:gd name="connsiteY62" fmla="*/ 3933779 h 6858000"/>
              <a:gd name="connsiteX63" fmla="*/ 462231 w 1380520"/>
              <a:gd name="connsiteY63" fmla="*/ 3933093 h 6858000"/>
              <a:gd name="connsiteX64" fmla="*/ 466585 w 1380520"/>
              <a:gd name="connsiteY64" fmla="*/ 3922082 h 6858000"/>
              <a:gd name="connsiteX65" fmla="*/ 471663 w 1380520"/>
              <a:gd name="connsiteY65" fmla="*/ 3901461 h 6858000"/>
              <a:gd name="connsiteX66" fmla="*/ 494257 w 1380520"/>
              <a:gd name="connsiteY66" fmla="*/ 3813873 h 6858000"/>
              <a:gd name="connsiteX67" fmla="*/ 493682 w 1380520"/>
              <a:gd name="connsiteY67" fmla="*/ 3806161 h 6858000"/>
              <a:gd name="connsiteX68" fmla="*/ 493989 w 1380520"/>
              <a:gd name="connsiteY68" fmla="*/ 3805957 h 6858000"/>
              <a:gd name="connsiteX69" fmla="*/ 494016 w 1380520"/>
              <a:gd name="connsiteY69" fmla="*/ 3797724 h 6858000"/>
              <a:gd name="connsiteX70" fmla="*/ 492631 w 1380520"/>
              <a:gd name="connsiteY70" fmla="*/ 3792098 h 6858000"/>
              <a:gd name="connsiteX71" fmla="*/ 491515 w 1380520"/>
              <a:gd name="connsiteY71" fmla="*/ 3777135 h 6858000"/>
              <a:gd name="connsiteX72" fmla="*/ 493248 w 1380520"/>
              <a:gd name="connsiteY72" fmla="*/ 3771656 h 6858000"/>
              <a:gd name="connsiteX73" fmla="*/ 496991 w 1380520"/>
              <a:gd name="connsiteY73" fmla="*/ 3769007 h 6858000"/>
              <a:gd name="connsiteX74" fmla="*/ 496457 w 1380520"/>
              <a:gd name="connsiteY74" fmla="*/ 3767709 h 6858000"/>
              <a:gd name="connsiteX75" fmla="*/ 505153 w 1380520"/>
              <a:gd name="connsiteY75" fmla="*/ 3738082 h 6858000"/>
              <a:gd name="connsiteX76" fmla="*/ 512499 w 1380520"/>
              <a:gd name="connsiteY76" fmla="*/ 3673397 h 6858000"/>
              <a:gd name="connsiteX77" fmla="*/ 511795 w 1380520"/>
              <a:gd name="connsiteY77" fmla="*/ 3637109 h 6858000"/>
              <a:gd name="connsiteX78" fmla="*/ 515238 w 1380520"/>
              <a:gd name="connsiteY78" fmla="*/ 3536883 h 6858000"/>
              <a:gd name="connsiteX79" fmla="*/ 522776 w 1380520"/>
              <a:gd name="connsiteY79" fmla="*/ 3435652 h 6858000"/>
              <a:gd name="connsiteX80" fmla="*/ 524447 w 1380520"/>
              <a:gd name="connsiteY80" fmla="*/ 3307769 h 6858000"/>
              <a:gd name="connsiteX81" fmla="*/ 542010 w 1380520"/>
              <a:gd name="connsiteY81" fmla="*/ 3250522 h 6858000"/>
              <a:gd name="connsiteX82" fmla="*/ 542435 w 1380520"/>
              <a:gd name="connsiteY82" fmla="*/ 3229163 h 6858000"/>
              <a:gd name="connsiteX83" fmla="*/ 544258 w 1380520"/>
              <a:gd name="connsiteY83" fmla="*/ 3217217 h 6858000"/>
              <a:gd name="connsiteX84" fmla="*/ 531093 w 1380520"/>
              <a:gd name="connsiteY84" fmla="*/ 3183755 h 6858000"/>
              <a:gd name="connsiteX85" fmla="*/ 531594 w 1380520"/>
              <a:gd name="connsiteY85" fmla="*/ 3178642 h 6858000"/>
              <a:gd name="connsiteX86" fmla="*/ 519194 w 1380520"/>
              <a:gd name="connsiteY86" fmla="*/ 3158586 h 6858000"/>
              <a:gd name="connsiteX87" fmla="*/ 504379 w 1380520"/>
              <a:gd name="connsiteY87" fmla="*/ 3129034 h 6858000"/>
              <a:gd name="connsiteX88" fmla="*/ 505044 w 1380520"/>
              <a:gd name="connsiteY88" fmla="*/ 3126682 h 6858000"/>
              <a:gd name="connsiteX89" fmla="*/ 495912 w 1380520"/>
              <a:gd name="connsiteY89" fmla="*/ 3114519 h 6858000"/>
              <a:gd name="connsiteX90" fmla="*/ 482521 w 1380520"/>
              <a:gd name="connsiteY90" fmla="*/ 3106272 h 6858000"/>
              <a:gd name="connsiteX91" fmla="*/ 455251 w 1380520"/>
              <a:gd name="connsiteY91" fmla="*/ 2958185 h 6858000"/>
              <a:gd name="connsiteX92" fmla="*/ 397865 w 1380520"/>
              <a:gd name="connsiteY92" fmla="*/ 2762989 h 6858000"/>
              <a:gd name="connsiteX93" fmla="*/ 346783 w 1380520"/>
              <a:gd name="connsiteY93" fmla="*/ 2554718 h 6858000"/>
              <a:gd name="connsiteX94" fmla="*/ 326877 w 1380520"/>
              <a:gd name="connsiteY94" fmla="*/ 2485734 h 6858000"/>
              <a:gd name="connsiteX95" fmla="*/ 317600 w 1380520"/>
              <a:gd name="connsiteY95" fmla="*/ 2447068 h 6858000"/>
              <a:gd name="connsiteX96" fmla="*/ 304561 w 1380520"/>
              <a:gd name="connsiteY96" fmla="*/ 2425819 h 6858000"/>
              <a:gd name="connsiteX97" fmla="*/ 310560 w 1380520"/>
              <a:gd name="connsiteY97" fmla="*/ 2402874 h 6858000"/>
              <a:gd name="connsiteX98" fmla="*/ 313172 w 1380520"/>
              <a:gd name="connsiteY98" fmla="*/ 2381443 h 6858000"/>
              <a:gd name="connsiteX99" fmla="*/ 289501 w 1380520"/>
              <a:gd name="connsiteY99" fmla="*/ 2261920 h 6858000"/>
              <a:gd name="connsiteX100" fmla="*/ 279388 w 1380520"/>
              <a:gd name="connsiteY100" fmla="*/ 2195378 h 6858000"/>
              <a:gd name="connsiteX101" fmla="*/ 263605 w 1380520"/>
              <a:gd name="connsiteY101" fmla="*/ 2155135 h 6858000"/>
              <a:gd name="connsiteX102" fmla="*/ 261063 w 1380520"/>
              <a:gd name="connsiteY102" fmla="*/ 2118008 h 6858000"/>
              <a:gd name="connsiteX103" fmla="*/ 262056 w 1380520"/>
              <a:gd name="connsiteY103" fmla="*/ 2050531 h 6858000"/>
              <a:gd name="connsiteX104" fmla="*/ 253862 w 1380520"/>
              <a:gd name="connsiteY104" fmla="*/ 1963269 h 6858000"/>
              <a:gd name="connsiteX105" fmla="*/ 235040 w 1380520"/>
              <a:gd name="connsiteY105" fmla="*/ 1906352 h 6858000"/>
              <a:gd name="connsiteX106" fmla="*/ 211597 w 1380520"/>
              <a:gd name="connsiteY106" fmla="*/ 1861531 h 6858000"/>
              <a:gd name="connsiteX107" fmla="*/ 165396 w 1380520"/>
              <a:gd name="connsiteY107" fmla="*/ 1732919 h 6858000"/>
              <a:gd name="connsiteX108" fmla="*/ 137707 w 1380520"/>
              <a:gd name="connsiteY108" fmla="*/ 1663540 h 6858000"/>
              <a:gd name="connsiteX109" fmla="*/ 136833 w 1380520"/>
              <a:gd name="connsiteY109" fmla="*/ 1615777 h 6858000"/>
              <a:gd name="connsiteX110" fmla="*/ 117628 w 1380520"/>
              <a:gd name="connsiteY110" fmla="*/ 1563678 h 6858000"/>
              <a:gd name="connsiteX111" fmla="*/ 130708 w 1380520"/>
              <a:gd name="connsiteY111" fmla="*/ 1519474 h 6858000"/>
              <a:gd name="connsiteX112" fmla="*/ 123450 w 1380520"/>
              <a:gd name="connsiteY112" fmla="*/ 1477995 h 6858000"/>
              <a:gd name="connsiteX113" fmla="*/ 109535 w 1380520"/>
              <a:gd name="connsiteY113" fmla="*/ 1373769 h 6858000"/>
              <a:gd name="connsiteX114" fmla="*/ 117842 w 1380520"/>
              <a:gd name="connsiteY114" fmla="*/ 1307086 h 6858000"/>
              <a:gd name="connsiteX115" fmla="*/ 119030 w 1380520"/>
              <a:gd name="connsiteY115" fmla="*/ 1189033 h 6858000"/>
              <a:gd name="connsiteX116" fmla="*/ 123715 w 1380520"/>
              <a:gd name="connsiteY116" fmla="*/ 1168288 h 6858000"/>
              <a:gd name="connsiteX117" fmla="*/ 115997 w 1380520"/>
              <a:gd name="connsiteY117" fmla="*/ 1142577 h 6858000"/>
              <a:gd name="connsiteX118" fmla="*/ 105303 w 1380520"/>
              <a:gd name="connsiteY118" fmla="*/ 1088484 h 6858000"/>
              <a:gd name="connsiteX119" fmla="*/ 94039 w 1380520"/>
              <a:gd name="connsiteY119" fmla="*/ 1016103 h 6858000"/>
              <a:gd name="connsiteX120" fmla="*/ 95495 w 1380520"/>
              <a:gd name="connsiteY120" fmla="*/ 932283 h 6858000"/>
              <a:gd name="connsiteX121" fmla="*/ 97731 w 1380520"/>
              <a:gd name="connsiteY121" fmla="*/ 915925 h 6858000"/>
              <a:gd name="connsiteX122" fmla="*/ 90360 w 1380520"/>
              <a:gd name="connsiteY122" fmla="*/ 896999 h 6858000"/>
              <a:gd name="connsiteX123" fmla="*/ 59768 w 1380520"/>
              <a:gd name="connsiteY123" fmla="*/ 821517 h 6858000"/>
              <a:gd name="connsiteX124" fmla="*/ 38718 w 1380520"/>
              <a:gd name="connsiteY124" fmla="*/ 751353 h 6858000"/>
              <a:gd name="connsiteX125" fmla="*/ 38276 w 1380520"/>
              <a:gd name="connsiteY125" fmla="*/ 721230 h 6858000"/>
              <a:gd name="connsiteX126" fmla="*/ 23947 w 1380520"/>
              <a:gd name="connsiteY126" fmla="*/ 681659 h 6858000"/>
              <a:gd name="connsiteX127" fmla="*/ 9366 w 1380520"/>
              <a:gd name="connsiteY127" fmla="*/ 635218 h 6858000"/>
              <a:gd name="connsiteX128" fmla="*/ 14377 w 1380520"/>
              <a:gd name="connsiteY128" fmla="*/ 613763 h 6858000"/>
              <a:gd name="connsiteX129" fmla="*/ 319 w 1380520"/>
              <a:gd name="connsiteY129" fmla="*/ 598582 h 6858000"/>
              <a:gd name="connsiteX130" fmla="*/ 0 w 1380520"/>
              <a:gd name="connsiteY130" fmla="*/ 576846 h 6858000"/>
              <a:gd name="connsiteX131" fmla="*/ 68392 w 1380520"/>
              <a:gd name="connsiteY131" fmla="*/ 446567 h 6858000"/>
              <a:gd name="connsiteX132" fmla="*/ 67640 w 1380520"/>
              <a:gd name="connsiteY132" fmla="*/ 393828 h 6858000"/>
              <a:gd name="connsiteX133" fmla="*/ 67470 w 1380520"/>
              <a:gd name="connsiteY133" fmla="*/ 353137 h 6858000"/>
              <a:gd name="connsiteX134" fmla="*/ 88980 w 1380520"/>
              <a:gd name="connsiteY134" fmla="*/ 309501 h 6858000"/>
              <a:gd name="connsiteX135" fmla="*/ 73163 w 1380520"/>
              <a:gd name="connsiteY135" fmla="*/ 275771 h 6858000"/>
              <a:gd name="connsiteX136" fmla="*/ 90190 w 1380520"/>
              <a:gd name="connsiteY136" fmla="*/ 212860 h 6858000"/>
              <a:gd name="connsiteX137" fmla="*/ 81900 w 1380520"/>
              <a:gd name="connsiteY137" fmla="*/ 144983 h 6858000"/>
              <a:gd name="connsiteX138" fmla="*/ 94184 w 1380520"/>
              <a:gd name="connsiteY138" fmla="*/ 55288 h 6858000"/>
              <a:gd name="connsiteX139" fmla="*/ 53738 w 1380520"/>
              <a:gd name="connsiteY139" fmla="*/ 0 h 6858000"/>
              <a:gd name="connsiteX0" fmla="*/ 53420 w 1380202"/>
              <a:gd name="connsiteY0" fmla="*/ 0 h 6858000"/>
              <a:gd name="connsiteX1" fmla="*/ 1380202 w 1380202"/>
              <a:gd name="connsiteY1" fmla="*/ 0 h 6858000"/>
              <a:gd name="connsiteX2" fmla="*/ 1380202 w 1380202"/>
              <a:gd name="connsiteY2" fmla="*/ 6858000 h 6858000"/>
              <a:gd name="connsiteX3" fmla="*/ 116896 w 1380202"/>
              <a:gd name="connsiteY3" fmla="*/ 6857735 h 6858000"/>
              <a:gd name="connsiteX4" fmla="*/ 153489 w 1380202"/>
              <a:gd name="connsiteY4" fmla="*/ 6776847 h 6858000"/>
              <a:gd name="connsiteX5" fmla="*/ 164989 w 1380202"/>
              <a:gd name="connsiteY5" fmla="*/ 6737706 h 6858000"/>
              <a:gd name="connsiteX6" fmla="*/ 189728 w 1380202"/>
              <a:gd name="connsiteY6" fmla="*/ 6691589 h 6858000"/>
              <a:gd name="connsiteX7" fmla="*/ 167285 w 1380202"/>
              <a:gd name="connsiteY7" fmla="*/ 6659970 h 6858000"/>
              <a:gd name="connsiteX8" fmla="*/ 182376 w 1380202"/>
              <a:gd name="connsiteY8" fmla="*/ 6636211 h 6858000"/>
              <a:gd name="connsiteX9" fmla="*/ 199820 w 1380202"/>
              <a:gd name="connsiteY9" fmla="*/ 6594177 h 6858000"/>
              <a:gd name="connsiteX10" fmla="*/ 213860 w 1380202"/>
              <a:gd name="connsiteY10" fmla="*/ 6557575 h 6858000"/>
              <a:gd name="connsiteX11" fmla="*/ 266817 w 1380202"/>
              <a:gd name="connsiteY11" fmla="*/ 6492130 h 6858000"/>
              <a:gd name="connsiteX12" fmla="*/ 282504 w 1380202"/>
              <a:gd name="connsiteY12" fmla="*/ 6431610 h 6858000"/>
              <a:gd name="connsiteX13" fmla="*/ 326209 w 1380202"/>
              <a:gd name="connsiteY13" fmla="*/ 6379786 h 6858000"/>
              <a:gd name="connsiteX14" fmla="*/ 309432 w 1380202"/>
              <a:gd name="connsiteY14" fmla="*/ 6334727 h 6858000"/>
              <a:gd name="connsiteX15" fmla="*/ 286847 w 1380202"/>
              <a:gd name="connsiteY15" fmla="*/ 6313295 h 6858000"/>
              <a:gd name="connsiteX16" fmla="*/ 294011 w 1380202"/>
              <a:gd name="connsiteY16" fmla="*/ 6280046 h 6858000"/>
              <a:gd name="connsiteX17" fmla="*/ 276756 w 1380202"/>
              <a:gd name="connsiteY17" fmla="*/ 6270265 h 6858000"/>
              <a:gd name="connsiteX18" fmla="*/ 303784 w 1380202"/>
              <a:gd name="connsiteY18" fmla="*/ 6252834 h 6858000"/>
              <a:gd name="connsiteX19" fmla="*/ 281776 w 1380202"/>
              <a:gd name="connsiteY19" fmla="*/ 6202459 h 6858000"/>
              <a:gd name="connsiteX20" fmla="*/ 280574 w 1380202"/>
              <a:gd name="connsiteY20" fmla="*/ 6153037 h 6858000"/>
              <a:gd name="connsiteX21" fmla="*/ 295989 w 1380202"/>
              <a:gd name="connsiteY21" fmla="*/ 6078132 h 6858000"/>
              <a:gd name="connsiteX22" fmla="*/ 283376 w 1380202"/>
              <a:gd name="connsiteY22" fmla="*/ 6028119 h 6858000"/>
              <a:gd name="connsiteX23" fmla="*/ 268605 w 1380202"/>
              <a:gd name="connsiteY23" fmla="*/ 5926735 h 6858000"/>
              <a:gd name="connsiteX24" fmla="*/ 318117 w 1380202"/>
              <a:gd name="connsiteY24" fmla="*/ 5712857 h 6858000"/>
              <a:gd name="connsiteX25" fmla="*/ 297192 w 1380202"/>
              <a:gd name="connsiteY25" fmla="*/ 5676393 h 6858000"/>
              <a:gd name="connsiteX26" fmla="*/ 336784 w 1380202"/>
              <a:gd name="connsiteY26" fmla="*/ 5563435 h 6858000"/>
              <a:gd name="connsiteX27" fmla="*/ 383914 w 1380202"/>
              <a:gd name="connsiteY27" fmla="*/ 5437125 h 6858000"/>
              <a:gd name="connsiteX28" fmla="*/ 397482 w 1380202"/>
              <a:gd name="connsiteY28" fmla="*/ 5396260 h 6858000"/>
              <a:gd name="connsiteX29" fmla="*/ 413463 w 1380202"/>
              <a:gd name="connsiteY29" fmla="*/ 5330009 h 6858000"/>
              <a:gd name="connsiteX30" fmla="*/ 446956 w 1380202"/>
              <a:gd name="connsiteY30" fmla="*/ 5273739 h 6858000"/>
              <a:gd name="connsiteX31" fmla="*/ 456555 w 1380202"/>
              <a:gd name="connsiteY31" fmla="*/ 5241779 h 6858000"/>
              <a:gd name="connsiteX32" fmla="*/ 467781 w 1380202"/>
              <a:gd name="connsiteY32" fmla="*/ 5225268 h 6858000"/>
              <a:gd name="connsiteX33" fmla="*/ 468801 w 1380202"/>
              <a:gd name="connsiteY33" fmla="*/ 5217684 h 6858000"/>
              <a:gd name="connsiteX34" fmla="*/ 476142 w 1380202"/>
              <a:gd name="connsiteY34" fmla="*/ 5193377 h 6858000"/>
              <a:gd name="connsiteX35" fmla="*/ 479445 w 1380202"/>
              <a:gd name="connsiteY35" fmla="*/ 5179288 h 6858000"/>
              <a:gd name="connsiteX36" fmla="*/ 480429 w 1380202"/>
              <a:gd name="connsiteY36" fmla="*/ 5173621 h 6858000"/>
              <a:gd name="connsiteX37" fmla="*/ 476063 w 1380202"/>
              <a:gd name="connsiteY37" fmla="*/ 5159961 h 6858000"/>
              <a:gd name="connsiteX38" fmla="*/ 482740 w 1380202"/>
              <a:gd name="connsiteY38" fmla="*/ 5144295 h 6858000"/>
              <a:gd name="connsiteX39" fmla="*/ 479673 w 1380202"/>
              <a:gd name="connsiteY39" fmla="*/ 5125185 h 6858000"/>
              <a:gd name="connsiteX40" fmla="*/ 486503 w 1380202"/>
              <a:gd name="connsiteY40" fmla="*/ 5121884 h 6858000"/>
              <a:gd name="connsiteX41" fmla="*/ 493539 w 1380202"/>
              <a:gd name="connsiteY41" fmla="*/ 5067850 h 6858000"/>
              <a:gd name="connsiteX42" fmla="*/ 496270 w 1380202"/>
              <a:gd name="connsiteY42" fmla="*/ 5060861 h 6858000"/>
              <a:gd name="connsiteX43" fmla="*/ 492974 w 1380202"/>
              <a:gd name="connsiteY43" fmla="*/ 5034192 h 6858000"/>
              <a:gd name="connsiteX44" fmla="*/ 494528 w 1380202"/>
              <a:gd name="connsiteY44" fmla="*/ 4993030 h 6858000"/>
              <a:gd name="connsiteX45" fmla="*/ 501437 w 1380202"/>
              <a:gd name="connsiteY45" fmla="*/ 4946844 h 6858000"/>
              <a:gd name="connsiteX46" fmla="*/ 497293 w 1380202"/>
              <a:gd name="connsiteY46" fmla="*/ 4932692 h 6858000"/>
              <a:gd name="connsiteX47" fmla="*/ 512696 w 1380202"/>
              <a:gd name="connsiteY47" fmla="*/ 4858827 h 6858000"/>
              <a:gd name="connsiteX48" fmla="*/ 518599 w 1380202"/>
              <a:gd name="connsiteY48" fmla="*/ 4821170 h 6858000"/>
              <a:gd name="connsiteX49" fmla="*/ 523332 w 1380202"/>
              <a:gd name="connsiteY49" fmla="*/ 4780965 h 6858000"/>
              <a:gd name="connsiteX50" fmla="*/ 524625 w 1380202"/>
              <a:gd name="connsiteY50" fmla="*/ 4750867 h 6858000"/>
              <a:gd name="connsiteX51" fmla="*/ 522432 w 1380202"/>
              <a:gd name="connsiteY51" fmla="*/ 4690749 h 6858000"/>
              <a:gd name="connsiteX52" fmla="*/ 517912 w 1380202"/>
              <a:gd name="connsiteY52" fmla="*/ 4584173 h 6858000"/>
              <a:gd name="connsiteX53" fmla="*/ 512995 w 1380202"/>
              <a:gd name="connsiteY53" fmla="*/ 4444346 h 6858000"/>
              <a:gd name="connsiteX54" fmla="*/ 509560 w 1380202"/>
              <a:gd name="connsiteY54" fmla="*/ 4375228 h 6858000"/>
              <a:gd name="connsiteX55" fmla="*/ 490213 w 1380202"/>
              <a:gd name="connsiteY55" fmla="*/ 4214165 h 6858000"/>
              <a:gd name="connsiteX56" fmla="*/ 494286 w 1380202"/>
              <a:gd name="connsiteY56" fmla="*/ 4090296 h 6858000"/>
              <a:gd name="connsiteX57" fmla="*/ 479542 w 1380202"/>
              <a:gd name="connsiteY57" fmla="*/ 4033999 h 6858000"/>
              <a:gd name="connsiteX58" fmla="*/ 480691 w 1380202"/>
              <a:gd name="connsiteY58" fmla="*/ 4031933 h 6858000"/>
              <a:gd name="connsiteX59" fmla="*/ 479267 w 1380202"/>
              <a:gd name="connsiteY59" fmla="*/ 4013953 h 6858000"/>
              <a:gd name="connsiteX60" fmla="*/ 465562 w 1380202"/>
              <a:gd name="connsiteY60" fmla="*/ 3974753 h 6858000"/>
              <a:gd name="connsiteX61" fmla="*/ 467160 w 1380202"/>
              <a:gd name="connsiteY61" fmla="*/ 3969950 h 6858000"/>
              <a:gd name="connsiteX62" fmla="*/ 460582 w 1380202"/>
              <a:gd name="connsiteY62" fmla="*/ 3933779 h 6858000"/>
              <a:gd name="connsiteX63" fmla="*/ 461913 w 1380202"/>
              <a:gd name="connsiteY63" fmla="*/ 3933093 h 6858000"/>
              <a:gd name="connsiteX64" fmla="*/ 466267 w 1380202"/>
              <a:gd name="connsiteY64" fmla="*/ 3922082 h 6858000"/>
              <a:gd name="connsiteX65" fmla="*/ 471345 w 1380202"/>
              <a:gd name="connsiteY65" fmla="*/ 3901461 h 6858000"/>
              <a:gd name="connsiteX66" fmla="*/ 493939 w 1380202"/>
              <a:gd name="connsiteY66" fmla="*/ 3813873 h 6858000"/>
              <a:gd name="connsiteX67" fmla="*/ 493364 w 1380202"/>
              <a:gd name="connsiteY67" fmla="*/ 3806161 h 6858000"/>
              <a:gd name="connsiteX68" fmla="*/ 493671 w 1380202"/>
              <a:gd name="connsiteY68" fmla="*/ 3805957 h 6858000"/>
              <a:gd name="connsiteX69" fmla="*/ 493698 w 1380202"/>
              <a:gd name="connsiteY69" fmla="*/ 3797724 h 6858000"/>
              <a:gd name="connsiteX70" fmla="*/ 492313 w 1380202"/>
              <a:gd name="connsiteY70" fmla="*/ 3792098 h 6858000"/>
              <a:gd name="connsiteX71" fmla="*/ 491197 w 1380202"/>
              <a:gd name="connsiteY71" fmla="*/ 3777135 h 6858000"/>
              <a:gd name="connsiteX72" fmla="*/ 492930 w 1380202"/>
              <a:gd name="connsiteY72" fmla="*/ 3771656 h 6858000"/>
              <a:gd name="connsiteX73" fmla="*/ 496673 w 1380202"/>
              <a:gd name="connsiteY73" fmla="*/ 3769007 h 6858000"/>
              <a:gd name="connsiteX74" fmla="*/ 496139 w 1380202"/>
              <a:gd name="connsiteY74" fmla="*/ 3767709 h 6858000"/>
              <a:gd name="connsiteX75" fmla="*/ 504835 w 1380202"/>
              <a:gd name="connsiteY75" fmla="*/ 3738082 h 6858000"/>
              <a:gd name="connsiteX76" fmla="*/ 512181 w 1380202"/>
              <a:gd name="connsiteY76" fmla="*/ 3673397 h 6858000"/>
              <a:gd name="connsiteX77" fmla="*/ 511477 w 1380202"/>
              <a:gd name="connsiteY77" fmla="*/ 3637109 h 6858000"/>
              <a:gd name="connsiteX78" fmla="*/ 514920 w 1380202"/>
              <a:gd name="connsiteY78" fmla="*/ 3536883 h 6858000"/>
              <a:gd name="connsiteX79" fmla="*/ 522458 w 1380202"/>
              <a:gd name="connsiteY79" fmla="*/ 3435652 h 6858000"/>
              <a:gd name="connsiteX80" fmla="*/ 524129 w 1380202"/>
              <a:gd name="connsiteY80" fmla="*/ 3307769 h 6858000"/>
              <a:gd name="connsiteX81" fmla="*/ 541692 w 1380202"/>
              <a:gd name="connsiteY81" fmla="*/ 3250522 h 6858000"/>
              <a:gd name="connsiteX82" fmla="*/ 542117 w 1380202"/>
              <a:gd name="connsiteY82" fmla="*/ 3229163 h 6858000"/>
              <a:gd name="connsiteX83" fmla="*/ 543940 w 1380202"/>
              <a:gd name="connsiteY83" fmla="*/ 3217217 h 6858000"/>
              <a:gd name="connsiteX84" fmla="*/ 530775 w 1380202"/>
              <a:gd name="connsiteY84" fmla="*/ 3183755 h 6858000"/>
              <a:gd name="connsiteX85" fmla="*/ 531276 w 1380202"/>
              <a:gd name="connsiteY85" fmla="*/ 3178642 h 6858000"/>
              <a:gd name="connsiteX86" fmla="*/ 518876 w 1380202"/>
              <a:gd name="connsiteY86" fmla="*/ 3158586 h 6858000"/>
              <a:gd name="connsiteX87" fmla="*/ 504061 w 1380202"/>
              <a:gd name="connsiteY87" fmla="*/ 3129034 h 6858000"/>
              <a:gd name="connsiteX88" fmla="*/ 504726 w 1380202"/>
              <a:gd name="connsiteY88" fmla="*/ 3126682 h 6858000"/>
              <a:gd name="connsiteX89" fmla="*/ 495594 w 1380202"/>
              <a:gd name="connsiteY89" fmla="*/ 3114519 h 6858000"/>
              <a:gd name="connsiteX90" fmla="*/ 482203 w 1380202"/>
              <a:gd name="connsiteY90" fmla="*/ 3106272 h 6858000"/>
              <a:gd name="connsiteX91" fmla="*/ 454933 w 1380202"/>
              <a:gd name="connsiteY91" fmla="*/ 2958185 h 6858000"/>
              <a:gd name="connsiteX92" fmla="*/ 397547 w 1380202"/>
              <a:gd name="connsiteY92" fmla="*/ 2762989 h 6858000"/>
              <a:gd name="connsiteX93" fmla="*/ 346465 w 1380202"/>
              <a:gd name="connsiteY93" fmla="*/ 2554718 h 6858000"/>
              <a:gd name="connsiteX94" fmla="*/ 326559 w 1380202"/>
              <a:gd name="connsiteY94" fmla="*/ 2485734 h 6858000"/>
              <a:gd name="connsiteX95" fmla="*/ 317282 w 1380202"/>
              <a:gd name="connsiteY95" fmla="*/ 2447068 h 6858000"/>
              <a:gd name="connsiteX96" fmla="*/ 304243 w 1380202"/>
              <a:gd name="connsiteY96" fmla="*/ 2425819 h 6858000"/>
              <a:gd name="connsiteX97" fmla="*/ 310242 w 1380202"/>
              <a:gd name="connsiteY97" fmla="*/ 2402874 h 6858000"/>
              <a:gd name="connsiteX98" fmla="*/ 312854 w 1380202"/>
              <a:gd name="connsiteY98" fmla="*/ 2381443 h 6858000"/>
              <a:gd name="connsiteX99" fmla="*/ 289183 w 1380202"/>
              <a:gd name="connsiteY99" fmla="*/ 2261920 h 6858000"/>
              <a:gd name="connsiteX100" fmla="*/ 279070 w 1380202"/>
              <a:gd name="connsiteY100" fmla="*/ 2195378 h 6858000"/>
              <a:gd name="connsiteX101" fmla="*/ 263287 w 1380202"/>
              <a:gd name="connsiteY101" fmla="*/ 2155135 h 6858000"/>
              <a:gd name="connsiteX102" fmla="*/ 260745 w 1380202"/>
              <a:gd name="connsiteY102" fmla="*/ 2118008 h 6858000"/>
              <a:gd name="connsiteX103" fmla="*/ 261738 w 1380202"/>
              <a:gd name="connsiteY103" fmla="*/ 2050531 h 6858000"/>
              <a:gd name="connsiteX104" fmla="*/ 253544 w 1380202"/>
              <a:gd name="connsiteY104" fmla="*/ 1963269 h 6858000"/>
              <a:gd name="connsiteX105" fmla="*/ 234722 w 1380202"/>
              <a:gd name="connsiteY105" fmla="*/ 1906352 h 6858000"/>
              <a:gd name="connsiteX106" fmla="*/ 211279 w 1380202"/>
              <a:gd name="connsiteY106" fmla="*/ 1861531 h 6858000"/>
              <a:gd name="connsiteX107" fmla="*/ 165078 w 1380202"/>
              <a:gd name="connsiteY107" fmla="*/ 1732919 h 6858000"/>
              <a:gd name="connsiteX108" fmla="*/ 137389 w 1380202"/>
              <a:gd name="connsiteY108" fmla="*/ 1663540 h 6858000"/>
              <a:gd name="connsiteX109" fmla="*/ 136515 w 1380202"/>
              <a:gd name="connsiteY109" fmla="*/ 1615777 h 6858000"/>
              <a:gd name="connsiteX110" fmla="*/ 117310 w 1380202"/>
              <a:gd name="connsiteY110" fmla="*/ 1563678 h 6858000"/>
              <a:gd name="connsiteX111" fmla="*/ 130390 w 1380202"/>
              <a:gd name="connsiteY111" fmla="*/ 1519474 h 6858000"/>
              <a:gd name="connsiteX112" fmla="*/ 123132 w 1380202"/>
              <a:gd name="connsiteY112" fmla="*/ 1477995 h 6858000"/>
              <a:gd name="connsiteX113" fmla="*/ 109217 w 1380202"/>
              <a:gd name="connsiteY113" fmla="*/ 1373769 h 6858000"/>
              <a:gd name="connsiteX114" fmla="*/ 117524 w 1380202"/>
              <a:gd name="connsiteY114" fmla="*/ 1307086 h 6858000"/>
              <a:gd name="connsiteX115" fmla="*/ 118712 w 1380202"/>
              <a:gd name="connsiteY115" fmla="*/ 1189033 h 6858000"/>
              <a:gd name="connsiteX116" fmla="*/ 123397 w 1380202"/>
              <a:gd name="connsiteY116" fmla="*/ 1168288 h 6858000"/>
              <a:gd name="connsiteX117" fmla="*/ 115679 w 1380202"/>
              <a:gd name="connsiteY117" fmla="*/ 1142577 h 6858000"/>
              <a:gd name="connsiteX118" fmla="*/ 104985 w 1380202"/>
              <a:gd name="connsiteY118" fmla="*/ 1088484 h 6858000"/>
              <a:gd name="connsiteX119" fmla="*/ 93721 w 1380202"/>
              <a:gd name="connsiteY119" fmla="*/ 1016103 h 6858000"/>
              <a:gd name="connsiteX120" fmla="*/ 95177 w 1380202"/>
              <a:gd name="connsiteY120" fmla="*/ 932283 h 6858000"/>
              <a:gd name="connsiteX121" fmla="*/ 97413 w 1380202"/>
              <a:gd name="connsiteY121" fmla="*/ 915925 h 6858000"/>
              <a:gd name="connsiteX122" fmla="*/ 90042 w 1380202"/>
              <a:gd name="connsiteY122" fmla="*/ 896999 h 6858000"/>
              <a:gd name="connsiteX123" fmla="*/ 59450 w 1380202"/>
              <a:gd name="connsiteY123" fmla="*/ 821517 h 6858000"/>
              <a:gd name="connsiteX124" fmla="*/ 38400 w 1380202"/>
              <a:gd name="connsiteY124" fmla="*/ 751353 h 6858000"/>
              <a:gd name="connsiteX125" fmla="*/ 37958 w 1380202"/>
              <a:gd name="connsiteY125" fmla="*/ 721230 h 6858000"/>
              <a:gd name="connsiteX126" fmla="*/ 23629 w 1380202"/>
              <a:gd name="connsiteY126" fmla="*/ 681659 h 6858000"/>
              <a:gd name="connsiteX127" fmla="*/ 9048 w 1380202"/>
              <a:gd name="connsiteY127" fmla="*/ 635218 h 6858000"/>
              <a:gd name="connsiteX128" fmla="*/ 14059 w 1380202"/>
              <a:gd name="connsiteY128" fmla="*/ 613763 h 6858000"/>
              <a:gd name="connsiteX129" fmla="*/ 1 w 1380202"/>
              <a:gd name="connsiteY129" fmla="*/ 598582 h 6858000"/>
              <a:gd name="connsiteX130" fmla="*/ 79993 w 1380202"/>
              <a:gd name="connsiteY130" fmla="*/ 473479 h 6858000"/>
              <a:gd name="connsiteX131" fmla="*/ 68074 w 1380202"/>
              <a:gd name="connsiteY131" fmla="*/ 446567 h 6858000"/>
              <a:gd name="connsiteX132" fmla="*/ 67322 w 1380202"/>
              <a:gd name="connsiteY132" fmla="*/ 393828 h 6858000"/>
              <a:gd name="connsiteX133" fmla="*/ 67152 w 1380202"/>
              <a:gd name="connsiteY133" fmla="*/ 353137 h 6858000"/>
              <a:gd name="connsiteX134" fmla="*/ 88662 w 1380202"/>
              <a:gd name="connsiteY134" fmla="*/ 309501 h 6858000"/>
              <a:gd name="connsiteX135" fmla="*/ 72845 w 1380202"/>
              <a:gd name="connsiteY135" fmla="*/ 275771 h 6858000"/>
              <a:gd name="connsiteX136" fmla="*/ 89872 w 1380202"/>
              <a:gd name="connsiteY136" fmla="*/ 212860 h 6858000"/>
              <a:gd name="connsiteX137" fmla="*/ 81582 w 1380202"/>
              <a:gd name="connsiteY137" fmla="*/ 144983 h 6858000"/>
              <a:gd name="connsiteX138" fmla="*/ 93866 w 1380202"/>
              <a:gd name="connsiteY138" fmla="*/ 55288 h 6858000"/>
              <a:gd name="connsiteX139" fmla="*/ 53420 w 1380202"/>
              <a:gd name="connsiteY139" fmla="*/ 0 h 6858000"/>
              <a:gd name="connsiteX0" fmla="*/ 44600 w 1371382"/>
              <a:gd name="connsiteY0" fmla="*/ 0 h 6858000"/>
              <a:gd name="connsiteX1" fmla="*/ 1371382 w 1371382"/>
              <a:gd name="connsiteY1" fmla="*/ 0 h 6858000"/>
              <a:gd name="connsiteX2" fmla="*/ 1371382 w 1371382"/>
              <a:gd name="connsiteY2" fmla="*/ 6858000 h 6858000"/>
              <a:gd name="connsiteX3" fmla="*/ 108076 w 1371382"/>
              <a:gd name="connsiteY3" fmla="*/ 6857735 h 6858000"/>
              <a:gd name="connsiteX4" fmla="*/ 144669 w 1371382"/>
              <a:gd name="connsiteY4" fmla="*/ 6776847 h 6858000"/>
              <a:gd name="connsiteX5" fmla="*/ 156169 w 1371382"/>
              <a:gd name="connsiteY5" fmla="*/ 6737706 h 6858000"/>
              <a:gd name="connsiteX6" fmla="*/ 180908 w 1371382"/>
              <a:gd name="connsiteY6" fmla="*/ 6691589 h 6858000"/>
              <a:gd name="connsiteX7" fmla="*/ 158465 w 1371382"/>
              <a:gd name="connsiteY7" fmla="*/ 6659970 h 6858000"/>
              <a:gd name="connsiteX8" fmla="*/ 173556 w 1371382"/>
              <a:gd name="connsiteY8" fmla="*/ 6636211 h 6858000"/>
              <a:gd name="connsiteX9" fmla="*/ 191000 w 1371382"/>
              <a:gd name="connsiteY9" fmla="*/ 6594177 h 6858000"/>
              <a:gd name="connsiteX10" fmla="*/ 205040 w 1371382"/>
              <a:gd name="connsiteY10" fmla="*/ 6557575 h 6858000"/>
              <a:gd name="connsiteX11" fmla="*/ 257997 w 1371382"/>
              <a:gd name="connsiteY11" fmla="*/ 6492130 h 6858000"/>
              <a:gd name="connsiteX12" fmla="*/ 273684 w 1371382"/>
              <a:gd name="connsiteY12" fmla="*/ 6431610 h 6858000"/>
              <a:gd name="connsiteX13" fmla="*/ 317389 w 1371382"/>
              <a:gd name="connsiteY13" fmla="*/ 6379786 h 6858000"/>
              <a:gd name="connsiteX14" fmla="*/ 300612 w 1371382"/>
              <a:gd name="connsiteY14" fmla="*/ 6334727 h 6858000"/>
              <a:gd name="connsiteX15" fmla="*/ 278027 w 1371382"/>
              <a:gd name="connsiteY15" fmla="*/ 6313295 h 6858000"/>
              <a:gd name="connsiteX16" fmla="*/ 285191 w 1371382"/>
              <a:gd name="connsiteY16" fmla="*/ 6280046 h 6858000"/>
              <a:gd name="connsiteX17" fmla="*/ 267936 w 1371382"/>
              <a:gd name="connsiteY17" fmla="*/ 6270265 h 6858000"/>
              <a:gd name="connsiteX18" fmla="*/ 294964 w 1371382"/>
              <a:gd name="connsiteY18" fmla="*/ 6252834 h 6858000"/>
              <a:gd name="connsiteX19" fmla="*/ 272956 w 1371382"/>
              <a:gd name="connsiteY19" fmla="*/ 6202459 h 6858000"/>
              <a:gd name="connsiteX20" fmla="*/ 271754 w 1371382"/>
              <a:gd name="connsiteY20" fmla="*/ 6153037 h 6858000"/>
              <a:gd name="connsiteX21" fmla="*/ 287169 w 1371382"/>
              <a:gd name="connsiteY21" fmla="*/ 6078132 h 6858000"/>
              <a:gd name="connsiteX22" fmla="*/ 274556 w 1371382"/>
              <a:gd name="connsiteY22" fmla="*/ 6028119 h 6858000"/>
              <a:gd name="connsiteX23" fmla="*/ 259785 w 1371382"/>
              <a:gd name="connsiteY23" fmla="*/ 5926735 h 6858000"/>
              <a:gd name="connsiteX24" fmla="*/ 309297 w 1371382"/>
              <a:gd name="connsiteY24" fmla="*/ 5712857 h 6858000"/>
              <a:gd name="connsiteX25" fmla="*/ 288372 w 1371382"/>
              <a:gd name="connsiteY25" fmla="*/ 5676393 h 6858000"/>
              <a:gd name="connsiteX26" fmla="*/ 327964 w 1371382"/>
              <a:gd name="connsiteY26" fmla="*/ 5563435 h 6858000"/>
              <a:gd name="connsiteX27" fmla="*/ 375094 w 1371382"/>
              <a:gd name="connsiteY27" fmla="*/ 5437125 h 6858000"/>
              <a:gd name="connsiteX28" fmla="*/ 388662 w 1371382"/>
              <a:gd name="connsiteY28" fmla="*/ 5396260 h 6858000"/>
              <a:gd name="connsiteX29" fmla="*/ 404643 w 1371382"/>
              <a:gd name="connsiteY29" fmla="*/ 5330009 h 6858000"/>
              <a:gd name="connsiteX30" fmla="*/ 438136 w 1371382"/>
              <a:gd name="connsiteY30" fmla="*/ 5273739 h 6858000"/>
              <a:gd name="connsiteX31" fmla="*/ 447735 w 1371382"/>
              <a:gd name="connsiteY31" fmla="*/ 5241779 h 6858000"/>
              <a:gd name="connsiteX32" fmla="*/ 458961 w 1371382"/>
              <a:gd name="connsiteY32" fmla="*/ 5225268 h 6858000"/>
              <a:gd name="connsiteX33" fmla="*/ 459981 w 1371382"/>
              <a:gd name="connsiteY33" fmla="*/ 5217684 h 6858000"/>
              <a:gd name="connsiteX34" fmla="*/ 467322 w 1371382"/>
              <a:gd name="connsiteY34" fmla="*/ 5193377 h 6858000"/>
              <a:gd name="connsiteX35" fmla="*/ 470625 w 1371382"/>
              <a:gd name="connsiteY35" fmla="*/ 5179288 h 6858000"/>
              <a:gd name="connsiteX36" fmla="*/ 471609 w 1371382"/>
              <a:gd name="connsiteY36" fmla="*/ 5173621 h 6858000"/>
              <a:gd name="connsiteX37" fmla="*/ 467243 w 1371382"/>
              <a:gd name="connsiteY37" fmla="*/ 5159961 h 6858000"/>
              <a:gd name="connsiteX38" fmla="*/ 473920 w 1371382"/>
              <a:gd name="connsiteY38" fmla="*/ 5144295 h 6858000"/>
              <a:gd name="connsiteX39" fmla="*/ 470853 w 1371382"/>
              <a:gd name="connsiteY39" fmla="*/ 5125185 h 6858000"/>
              <a:gd name="connsiteX40" fmla="*/ 477683 w 1371382"/>
              <a:gd name="connsiteY40" fmla="*/ 5121884 h 6858000"/>
              <a:gd name="connsiteX41" fmla="*/ 484719 w 1371382"/>
              <a:gd name="connsiteY41" fmla="*/ 5067850 h 6858000"/>
              <a:gd name="connsiteX42" fmla="*/ 487450 w 1371382"/>
              <a:gd name="connsiteY42" fmla="*/ 5060861 h 6858000"/>
              <a:gd name="connsiteX43" fmla="*/ 484154 w 1371382"/>
              <a:gd name="connsiteY43" fmla="*/ 5034192 h 6858000"/>
              <a:gd name="connsiteX44" fmla="*/ 485708 w 1371382"/>
              <a:gd name="connsiteY44" fmla="*/ 4993030 h 6858000"/>
              <a:gd name="connsiteX45" fmla="*/ 492617 w 1371382"/>
              <a:gd name="connsiteY45" fmla="*/ 4946844 h 6858000"/>
              <a:gd name="connsiteX46" fmla="*/ 488473 w 1371382"/>
              <a:gd name="connsiteY46" fmla="*/ 4932692 h 6858000"/>
              <a:gd name="connsiteX47" fmla="*/ 503876 w 1371382"/>
              <a:gd name="connsiteY47" fmla="*/ 4858827 h 6858000"/>
              <a:gd name="connsiteX48" fmla="*/ 509779 w 1371382"/>
              <a:gd name="connsiteY48" fmla="*/ 4821170 h 6858000"/>
              <a:gd name="connsiteX49" fmla="*/ 514512 w 1371382"/>
              <a:gd name="connsiteY49" fmla="*/ 4780965 h 6858000"/>
              <a:gd name="connsiteX50" fmla="*/ 515805 w 1371382"/>
              <a:gd name="connsiteY50" fmla="*/ 4750867 h 6858000"/>
              <a:gd name="connsiteX51" fmla="*/ 513612 w 1371382"/>
              <a:gd name="connsiteY51" fmla="*/ 4690749 h 6858000"/>
              <a:gd name="connsiteX52" fmla="*/ 509092 w 1371382"/>
              <a:gd name="connsiteY52" fmla="*/ 4584173 h 6858000"/>
              <a:gd name="connsiteX53" fmla="*/ 504175 w 1371382"/>
              <a:gd name="connsiteY53" fmla="*/ 4444346 h 6858000"/>
              <a:gd name="connsiteX54" fmla="*/ 500740 w 1371382"/>
              <a:gd name="connsiteY54" fmla="*/ 4375228 h 6858000"/>
              <a:gd name="connsiteX55" fmla="*/ 481393 w 1371382"/>
              <a:gd name="connsiteY55" fmla="*/ 4214165 h 6858000"/>
              <a:gd name="connsiteX56" fmla="*/ 485466 w 1371382"/>
              <a:gd name="connsiteY56" fmla="*/ 4090296 h 6858000"/>
              <a:gd name="connsiteX57" fmla="*/ 470722 w 1371382"/>
              <a:gd name="connsiteY57" fmla="*/ 4033999 h 6858000"/>
              <a:gd name="connsiteX58" fmla="*/ 471871 w 1371382"/>
              <a:gd name="connsiteY58" fmla="*/ 4031933 h 6858000"/>
              <a:gd name="connsiteX59" fmla="*/ 470447 w 1371382"/>
              <a:gd name="connsiteY59" fmla="*/ 4013953 h 6858000"/>
              <a:gd name="connsiteX60" fmla="*/ 456742 w 1371382"/>
              <a:gd name="connsiteY60" fmla="*/ 3974753 h 6858000"/>
              <a:gd name="connsiteX61" fmla="*/ 458340 w 1371382"/>
              <a:gd name="connsiteY61" fmla="*/ 3969950 h 6858000"/>
              <a:gd name="connsiteX62" fmla="*/ 451762 w 1371382"/>
              <a:gd name="connsiteY62" fmla="*/ 3933779 h 6858000"/>
              <a:gd name="connsiteX63" fmla="*/ 453093 w 1371382"/>
              <a:gd name="connsiteY63" fmla="*/ 3933093 h 6858000"/>
              <a:gd name="connsiteX64" fmla="*/ 457447 w 1371382"/>
              <a:gd name="connsiteY64" fmla="*/ 3922082 h 6858000"/>
              <a:gd name="connsiteX65" fmla="*/ 462525 w 1371382"/>
              <a:gd name="connsiteY65" fmla="*/ 3901461 h 6858000"/>
              <a:gd name="connsiteX66" fmla="*/ 485119 w 1371382"/>
              <a:gd name="connsiteY66" fmla="*/ 3813873 h 6858000"/>
              <a:gd name="connsiteX67" fmla="*/ 484544 w 1371382"/>
              <a:gd name="connsiteY67" fmla="*/ 3806161 h 6858000"/>
              <a:gd name="connsiteX68" fmla="*/ 484851 w 1371382"/>
              <a:gd name="connsiteY68" fmla="*/ 3805957 h 6858000"/>
              <a:gd name="connsiteX69" fmla="*/ 484878 w 1371382"/>
              <a:gd name="connsiteY69" fmla="*/ 3797724 h 6858000"/>
              <a:gd name="connsiteX70" fmla="*/ 483493 w 1371382"/>
              <a:gd name="connsiteY70" fmla="*/ 3792098 h 6858000"/>
              <a:gd name="connsiteX71" fmla="*/ 482377 w 1371382"/>
              <a:gd name="connsiteY71" fmla="*/ 3777135 h 6858000"/>
              <a:gd name="connsiteX72" fmla="*/ 484110 w 1371382"/>
              <a:gd name="connsiteY72" fmla="*/ 3771656 h 6858000"/>
              <a:gd name="connsiteX73" fmla="*/ 487853 w 1371382"/>
              <a:gd name="connsiteY73" fmla="*/ 3769007 h 6858000"/>
              <a:gd name="connsiteX74" fmla="*/ 487319 w 1371382"/>
              <a:gd name="connsiteY74" fmla="*/ 3767709 h 6858000"/>
              <a:gd name="connsiteX75" fmla="*/ 496015 w 1371382"/>
              <a:gd name="connsiteY75" fmla="*/ 3738082 h 6858000"/>
              <a:gd name="connsiteX76" fmla="*/ 503361 w 1371382"/>
              <a:gd name="connsiteY76" fmla="*/ 3673397 h 6858000"/>
              <a:gd name="connsiteX77" fmla="*/ 502657 w 1371382"/>
              <a:gd name="connsiteY77" fmla="*/ 3637109 h 6858000"/>
              <a:gd name="connsiteX78" fmla="*/ 506100 w 1371382"/>
              <a:gd name="connsiteY78" fmla="*/ 3536883 h 6858000"/>
              <a:gd name="connsiteX79" fmla="*/ 513638 w 1371382"/>
              <a:gd name="connsiteY79" fmla="*/ 3435652 h 6858000"/>
              <a:gd name="connsiteX80" fmla="*/ 515309 w 1371382"/>
              <a:gd name="connsiteY80" fmla="*/ 3307769 h 6858000"/>
              <a:gd name="connsiteX81" fmla="*/ 532872 w 1371382"/>
              <a:gd name="connsiteY81" fmla="*/ 3250522 h 6858000"/>
              <a:gd name="connsiteX82" fmla="*/ 533297 w 1371382"/>
              <a:gd name="connsiteY82" fmla="*/ 3229163 h 6858000"/>
              <a:gd name="connsiteX83" fmla="*/ 535120 w 1371382"/>
              <a:gd name="connsiteY83" fmla="*/ 3217217 h 6858000"/>
              <a:gd name="connsiteX84" fmla="*/ 521955 w 1371382"/>
              <a:gd name="connsiteY84" fmla="*/ 3183755 h 6858000"/>
              <a:gd name="connsiteX85" fmla="*/ 522456 w 1371382"/>
              <a:gd name="connsiteY85" fmla="*/ 3178642 h 6858000"/>
              <a:gd name="connsiteX86" fmla="*/ 510056 w 1371382"/>
              <a:gd name="connsiteY86" fmla="*/ 3158586 h 6858000"/>
              <a:gd name="connsiteX87" fmla="*/ 495241 w 1371382"/>
              <a:gd name="connsiteY87" fmla="*/ 3129034 h 6858000"/>
              <a:gd name="connsiteX88" fmla="*/ 495906 w 1371382"/>
              <a:gd name="connsiteY88" fmla="*/ 3126682 h 6858000"/>
              <a:gd name="connsiteX89" fmla="*/ 486774 w 1371382"/>
              <a:gd name="connsiteY89" fmla="*/ 3114519 h 6858000"/>
              <a:gd name="connsiteX90" fmla="*/ 473383 w 1371382"/>
              <a:gd name="connsiteY90" fmla="*/ 3106272 h 6858000"/>
              <a:gd name="connsiteX91" fmla="*/ 446113 w 1371382"/>
              <a:gd name="connsiteY91" fmla="*/ 2958185 h 6858000"/>
              <a:gd name="connsiteX92" fmla="*/ 388727 w 1371382"/>
              <a:gd name="connsiteY92" fmla="*/ 2762989 h 6858000"/>
              <a:gd name="connsiteX93" fmla="*/ 337645 w 1371382"/>
              <a:gd name="connsiteY93" fmla="*/ 2554718 h 6858000"/>
              <a:gd name="connsiteX94" fmla="*/ 317739 w 1371382"/>
              <a:gd name="connsiteY94" fmla="*/ 2485734 h 6858000"/>
              <a:gd name="connsiteX95" fmla="*/ 308462 w 1371382"/>
              <a:gd name="connsiteY95" fmla="*/ 2447068 h 6858000"/>
              <a:gd name="connsiteX96" fmla="*/ 295423 w 1371382"/>
              <a:gd name="connsiteY96" fmla="*/ 2425819 h 6858000"/>
              <a:gd name="connsiteX97" fmla="*/ 301422 w 1371382"/>
              <a:gd name="connsiteY97" fmla="*/ 2402874 h 6858000"/>
              <a:gd name="connsiteX98" fmla="*/ 304034 w 1371382"/>
              <a:gd name="connsiteY98" fmla="*/ 2381443 h 6858000"/>
              <a:gd name="connsiteX99" fmla="*/ 280363 w 1371382"/>
              <a:gd name="connsiteY99" fmla="*/ 2261920 h 6858000"/>
              <a:gd name="connsiteX100" fmla="*/ 270250 w 1371382"/>
              <a:gd name="connsiteY100" fmla="*/ 2195378 h 6858000"/>
              <a:gd name="connsiteX101" fmla="*/ 254467 w 1371382"/>
              <a:gd name="connsiteY101" fmla="*/ 2155135 h 6858000"/>
              <a:gd name="connsiteX102" fmla="*/ 251925 w 1371382"/>
              <a:gd name="connsiteY102" fmla="*/ 2118008 h 6858000"/>
              <a:gd name="connsiteX103" fmla="*/ 252918 w 1371382"/>
              <a:gd name="connsiteY103" fmla="*/ 2050531 h 6858000"/>
              <a:gd name="connsiteX104" fmla="*/ 244724 w 1371382"/>
              <a:gd name="connsiteY104" fmla="*/ 1963269 h 6858000"/>
              <a:gd name="connsiteX105" fmla="*/ 225902 w 1371382"/>
              <a:gd name="connsiteY105" fmla="*/ 1906352 h 6858000"/>
              <a:gd name="connsiteX106" fmla="*/ 202459 w 1371382"/>
              <a:gd name="connsiteY106" fmla="*/ 1861531 h 6858000"/>
              <a:gd name="connsiteX107" fmla="*/ 156258 w 1371382"/>
              <a:gd name="connsiteY107" fmla="*/ 1732919 h 6858000"/>
              <a:gd name="connsiteX108" fmla="*/ 128569 w 1371382"/>
              <a:gd name="connsiteY108" fmla="*/ 1663540 h 6858000"/>
              <a:gd name="connsiteX109" fmla="*/ 127695 w 1371382"/>
              <a:gd name="connsiteY109" fmla="*/ 1615777 h 6858000"/>
              <a:gd name="connsiteX110" fmla="*/ 108490 w 1371382"/>
              <a:gd name="connsiteY110" fmla="*/ 1563678 h 6858000"/>
              <a:gd name="connsiteX111" fmla="*/ 121570 w 1371382"/>
              <a:gd name="connsiteY111" fmla="*/ 1519474 h 6858000"/>
              <a:gd name="connsiteX112" fmla="*/ 114312 w 1371382"/>
              <a:gd name="connsiteY112" fmla="*/ 1477995 h 6858000"/>
              <a:gd name="connsiteX113" fmla="*/ 100397 w 1371382"/>
              <a:gd name="connsiteY113" fmla="*/ 1373769 h 6858000"/>
              <a:gd name="connsiteX114" fmla="*/ 108704 w 1371382"/>
              <a:gd name="connsiteY114" fmla="*/ 1307086 h 6858000"/>
              <a:gd name="connsiteX115" fmla="*/ 109892 w 1371382"/>
              <a:gd name="connsiteY115" fmla="*/ 1189033 h 6858000"/>
              <a:gd name="connsiteX116" fmla="*/ 114577 w 1371382"/>
              <a:gd name="connsiteY116" fmla="*/ 1168288 h 6858000"/>
              <a:gd name="connsiteX117" fmla="*/ 106859 w 1371382"/>
              <a:gd name="connsiteY117" fmla="*/ 1142577 h 6858000"/>
              <a:gd name="connsiteX118" fmla="*/ 96165 w 1371382"/>
              <a:gd name="connsiteY118" fmla="*/ 1088484 h 6858000"/>
              <a:gd name="connsiteX119" fmla="*/ 84901 w 1371382"/>
              <a:gd name="connsiteY119" fmla="*/ 1016103 h 6858000"/>
              <a:gd name="connsiteX120" fmla="*/ 86357 w 1371382"/>
              <a:gd name="connsiteY120" fmla="*/ 932283 h 6858000"/>
              <a:gd name="connsiteX121" fmla="*/ 88593 w 1371382"/>
              <a:gd name="connsiteY121" fmla="*/ 915925 h 6858000"/>
              <a:gd name="connsiteX122" fmla="*/ 81222 w 1371382"/>
              <a:gd name="connsiteY122" fmla="*/ 896999 h 6858000"/>
              <a:gd name="connsiteX123" fmla="*/ 50630 w 1371382"/>
              <a:gd name="connsiteY123" fmla="*/ 821517 h 6858000"/>
              <a:gd name="connsiteX124" fmla="*/ 29580 w 1371382"/>
              <a:gd name="connsiteY124" fmla="*/ 751353 h 6858000"/>
              <a:gd name="connsiteX125" fmla="*/ 29138 w 1371382"/>
              <a:gd name="connsiteY125" fmla="*/ 721230 h 6858000"/>
              <a:gd name="connsiteX126" fmla="*/ 14809 w 1371382"/>
              <a:gd name="connsiteY126" fmla="*/ 681659 h 6858000"/>
              <a:gd name="connsiteX127" fmla="*/ 228 w 1371382"/>
              <a:gd name="connsiteY127" fmla="*/ 635218 h 6858000"/>
              <a:gd name="connsiteX128" fmla="*/ 5239 w 1371382"/>
              <a:gd name="connsiteY128" fmla="*/ 613763 h 6858000"/>
              <a:gd name="connsiteX129" fmla="*/ 20769 w 1371382"/>
              <a:gd name="connsiteY129" fmla="*/ 542923 h 6858000"/>
              <a:gd name="connsiteX130" fmla="*/ 71173 w 1371382"/>
              <a:gd name="connsiteY130" fmla="*/ 473479 h 6858000"/>
              <a:gd name="connsiteX131" fmla="*/ 59254 w 1371382"/>
              <a:gd name="connsiteY131" fmla="*/ 446567 h 6858000"/>
              <a:gd name="connsiteX132" fmla="*/ 58502 w 1371382"/>
              <a:gd name="connsiteY132" fmla="*/ 393828 h 6858000"/>
              <a:gd name="connsiteX133" fmla="*/ 58332 w 1371382"/>
              <a:gd name="connsiteY133" fmla="*/ 353137 h 6858000"/>
              <a:gd name="connsiteX134" fmla="*/ 79842 w 1371382"/>
              <a:gd name="connsiteY134" fmla="*/ 309501 h 6858000"/>
              <a:gd name="connsiteX135" fmla="*/ 64025 w 1371382"/>
              <a:gd name="connsiteY135" fmla="*/ 275771 h 6858000"/>
              <a:gd name="connsiteX136" fmla="*/ 81052 w 1371382"/>
              <a:gd name="connsiteY136" fmla="*/ 212860 h 6858000"/>
              <a:gd name="connsiteX137" fmla="*/ 72762 w 1371382"/>
              <a:gd name="connsiteY137" fmla="*/ 144983 h 6858000"/>
              <a:gd name="connsiteX138" fmla="*/ 85046 w 1371382"/>
              <a:gd name="connsiteY138" fmla="*/ 55288 h 6858000"/>
              <a:gd name="connsiteX139" fmla="*/ 44600 w 1371382"/>
              <a:gd name="connsiteY139" fmla="*/ 0 h 6858000"/>
              <a:gd name="connsiteX0" fmla="*/ 44600 w 1371382"/>
              <a:gd name="connsiteY0" fmla="*/ 0 h 6858000"/>
              <a:gd name="connsiteX1" fmla="*/ 1371382 w 1371382"/>
              <a:gd name="connsiteY1" fmla="*/ 0 h 6858000"/>
              <a:gd name="connsiteX2" fmla="*/ 1371382 w 1371382"/>
              <a:gd name="connsiteY2" fmla="*/ 6858000 h 6858000"/>
              <a:gd name="connsiteX3" fmla="*/ 108076 w 1371382"/>
              <a:gd name="connsiteY3" fmla="*/ 6857735 h 6858000"/>
              <a:gd name="connsiteX4" fmla="*/ 144669 w 1371382"/>
              <a:gd name="connsiteY4" fmla="*/ 6776847 h 6858000"/>
              <a:gd name="connsiteX5" fmla="*/ 156169 w 1371382"/>
              <a:gd name="connsiteY5" fmla="*/ 6737706 h 6858000"/>
              <a:gd name="connsiteX6" fmla="*/ 180908 w 1371382"/>
              <a:gd name="connsiteY6" fmla="*/ 6691589 h 6858000"/>
              <a:gd name="connsiteX7" fmla="*/ 158465 w 1371382"/>
              <a:gd name="connsiteY7" fmla="*/ 6659970 h 6858000"/>
              <a:gd name="connsiteX8" fmla="*/ 173556 w 1371382"/>
              <a:gd name="connsiteY8" fmla="*/ 6636211 h 6858000"/>
              <a:gd name="connsiteX9" fmla="*/ 191000 w 1371382"/>
              <a:gd name="connsiteY9" fmla="*/ 6594177 h 6858000"/>
              <a:gd name="connsiteX10" fmla="*/ 205040 w 1371382"/>
              <a:gd name="connsiteY10" fmla="*/ 6557575 h 6858000"/>
              <a:gd name="connsiteX11" fmla="*/ 257997 w 1371382"/>
              <a:gd name="connsiteY11" fmla="*/ 6492130 h 6858000"/>
              <a:gd name="connsiteX12" fmla="*/ 273684 w 1371382"/>
              <a:gd name="connsiteY12" fmla="*/ 6431610 h 6858000"/>
              <a:gd name="connsiteX13" fmla="*/ 317389 w 1371382"/>
              <a:gd name="connsiteY13" fmla="*/ 6379786 h 6858000"/>
              <a:gd name="connsiteX14" fmla="*/ 300612 w 1371382"/>
              <a:gd name="connsiteY14" fmla="*/ 6334727 h 6858000"/>
              <a:gd name="connsiteX15" fmla="*/ 278027 w 1371382"/>
              <a:gd name="connsiteY15" fmla="*/ 6313295 h 6858000"/>
              <a:gd name="connsiteX16" fmla="*/ 285191 w 1371382"/>
              <a:gd name="connsiteY16" fmla="*/ 6280046 h 6858000"/>
              <a:gd name="connsiteX17" fmla="*/ 267936 w 1371382"/>
              <a:gd name="connsiteY17" fmla="*/ 6270265 h 6858000"/>
              <a:gd name="connsiteX18" fmla="*/ 294964 w 1371382"/>
              <a:gd name="connsiteY18" fmla="*/ 6252834 h 6858000"/>
              <a:gd name="connsiteX19" fmla="*/ 272956 w 1371382"/>
              <a:gd name="connsiteY19" fmla="*/ 6202459 h 6858000"/>
              <a:gd name="connsiteX20" fmla="*/ 271754 w 1371382"/>
              <a:gd name="connsiteY20" fmla="*/ 6153037 h 6858000"/>
              <a:gd name="connsiteX21" fmla="*/ 287169 w 1371382"/>
              <a:gd name="connsiteY21" fmla="*/ 6078132 h 6858000"/>
              <a:gd name="connsiteX22" fmla="*/ 274556 w 1371382"/>
              <a:gd name="connsiteY22" fmla="*/ 6028119 h 6858000"/>
              <a:gd name="connsiteX23" fmla="*/ 259785 w 1371382"/>
              <a:gd name="connsiteY23" fmla="*/ 5926735 h 6858000"/>
              <a:gd name="connsiteX24" fmla="*/ 309297 w 1371382"/>
              <a:gd name="connsiteY24" fmla="*/ 5712857 h 6858000"/>
              <a:gd name="connsiteX25" fmla="*/ 288372 w 1371382"/>
              <a:gd name="connsiteY25" fmla="*/ 5676393 h 6858000"/>
              <a:gd name="connsiteX26" fmla="*/ 327964 w 1371382"/>
              <a:gd name="connsiteY26" fmla="*/ 5563435 h 6858000"/>
              <a:gd name="connsiteX27" fmla="*/ 375094 w 1371382"/>
              <a:gd name="connsiteY27" fmla="*/ 5437125 h 6858000"/>
              <a:gd name="connsiteX28" fmla="*/ 388662 w 1371382"/>
              <a:gd name="connsiteY28" fmla="*/ 5396260 h 6858000"/>
              <a:gd name="connsiteX29" fmla="*/ 404643 w 1371382"/>
              <a:gd name="connsiteY29" fmla="*/ 5330009 h 6858000"/>
              <a:gd name="connsiteX30" fmla="*/ 438136 w 1371382"/>
              <a:gd name="connsiteY30" fmla="*/ 5273739 h 6858000"/>
              <a:gd name="connsiteX31" fmla="*/ 447735 w 1371382"/>
              <a:gd name="connsiteY31" fmla="*/ 5241779 h 6858000"/>
              <a:gd name="connsiteX32" fmla="*/ 458961 w 1371382"/>
              <a:gd name="connsiteY32" fmla="*/ 5225268 h 6858000"/>
              <a:gd name="connsiteX33" fmla="*/ 459981 w 1371382"/>
              <a:gd name="connsiteY33" fmla="*/ 5217684 h 6858000"/>
              <a:gd name="connsiteX34" fmla="*/ 467322 w 1371382"/>
              <a:gd name="connsiteY34" fmla="*/ 5193377 h 6858000"/>
              <a:gd name="connsiteX35" fmla="*/ 470625 w 1371382"/>
              <a:gd name="connsiteY35" fmla="*/ 5179288 h 6858000"/>
              <a:gd name="connsiteX36" fmla="*/ 471609 w 1371382"/>
              <a:gd name="connsiteY36" fmla="*/ 5173621 h 6858000"/>
              <a:gd name="connsiteX37" fmla="*/ 467243 w 1371382"/>
              <a:gd name="connsiteY37" fmla="*/ 5159961 h 6858000"/>
              <a:gd name="connsiteX38" fmla="*/ 473920 w 1371382"/>
              <a:gd name="connsiteY38" fmla="*/ 5144295 h 6858000"/>
              <a:gd name="connsiteX39" fmla="*/ 470853 w 1371382"/>
              <a:gd name="connsiteY39" fmla="*/ 5125185 h 6858000"/>
              <a:gd name="connsiteX40" fmla="*/ 477683 w 1371382"/>
              <a:gd name="connsiteY40" fmla="*/ 5121884 h 6858000"/>
              <a:gd name="connsiteX41" fmla="*/ 484719 w 1371382"/>
              <a:gd name="connsiteY41" fmla="*/ 5067850 h 6858000"/>
              <a:gd name="connsiteX42" fmla="*/ 487450 w 1371382"/>
              <a:gd name="connsiteY42" fmla="*/ 5060861 h 6858000"/>
              <a:gd name="connsiteX43" fmla="*/ 484154 w 1371382"/>
              <a:gd name="connsiteY43" fmla="*/ 5034192 h 6858000"/>
              <a:gd name="connsiteX44" fmla="*/ 485708 w 1371382"/>
              <a:gd name="connsiteY44" fmla="*/ 4993030 h 6858000"/>
              <a:gd name="connsiteX45" fmla="*/ 492617 w 1371382"/>
              <a:gd name="connsiteY45" fmla="*/ 4946844 h 6858000"/>
              <a:gd name="connsiteX46" fmla="*/ 488473 w 1371382"/>
              <a:gd name="connsiteY46" fmla="*/ 4932692 h 6858000"/>
              <a:gd name="connsiteX47" fmla="*/ 503876 w 1371382"/>
              <a:gd name="connsiteY47" fmla="*/ 4858827 h 6858000"/>
              <a:gd name="connsiteX48" fmla="*/ 509779 w 1371382"/>
              <a:gd name="connsiteY48" fmla="*/ 4821170 h 6858000"/>
              <a:gd name="connsiteX49" fmla="*/ 514512 w 1371382"/>
              <a:gd name="connsiteY49" fmla="*/ 4780965 h 6858000"/>
              <a:gd name="connsiteX50" fmla="*/ 515805 w 1371382"/>
              <a:gd name="connsiteY50" fmla="*/ 4750867 h 6858000"/>
              <a:gd name="connsiteX51" fmla="*/ 513612 w 1371382"/>
              <a:gd name="connsiteY51" fmla="*/ 4690749 h 6858000"/>
              <a:gd name="connsiteX52" fmla="*/ 509092 w 1371382"/>
              <a:gd name="connsiteY52" fmla="*/ 4584173 h 6858000"/>
              <a:gd name="connsiteX53" fmla="*/ 504175 w 1371382"/>
              <a:gd name="connsiteY53" fmla="*/ 4444346 h 6858000"/>
              <a:gd name="connsiteX54" fmla="*/ 500740 w 1371382"/>
              <a:gd name="connsiteY54" fmla="*/ 4375228 h 6858000"/>
              <a:gd name="connsiteX55" fmla="*/ 481393 w 1371382"/>
              <a:gd name="connsiteY55" fmla="*/ 4214165 h 6858000"/>
              <a:gd name="connsiteX56" fmla="*/ 485466 w 1371382"/>
              <a:gd name="connsiteY56" fmla="*/ 4090296 h 6858000"/>
              <a:gd name="connsiteX57" fmla="*/ 470722 w 1371382"/>
              <a:gd name="connsiteY57" fmla="*/ 4033999 h 6858000"/>
              <a:gd name="connsiteX58" fmla="*/ 471871 w 1371382"/>
              <a:gd name="connsiteY58" fmla="*/ 4031933 h 6858000"/>
              <a:gd name="connsiteX59" fmla="*/ 470447 w 1371382"/>
              <a:gd name="connsiteY59" fmla="*/ 4013953 h 6858000"/>
              <a:gd name="connsiteX60" fmla="*/ 456742 w 1371382"/>
              <a:gd name="connsiteY60" fmla="*/ 3974753 h 6858000"/>
              <a:gd name="connsiteX61" fmla="*/ 458340 w 1371382"/>
              <a:gd name="connsiteY61" fmla="*/ 3969950 h 6858000"/>
              <a:gd name="connsiteX62" fmla="*/ 451762 w 1371382"/>
              <a:gd name="connsiteY62" fmla="*/ 3933779 h 6858000"/>
              <a:gd name="connsiteX63" fmla="*/ 453093 w 1371382"/>
              <a:gd name="connsiteY63" fmla="*/ 3933093 h 6858000"/>
              <a:gd name="connsiteX64" fmla="*/ 457447 w 1371382"/>
              <a:gd name="connsiteY64" fmla="*/ 3922082 h 6858000"/>
              <a:gd name="connsiteX65" fmla="*/ 462525 w 1371382"/>
              <a:gd name="connsiteY65" fmla="*/ 3901461 h 6858000"/>
              <a:gd name="connsiteX66" fmla="*/ 485119 w 1371382"/>
              <a:gd name="connsiteY66" fmla="*/ 3813873 h 6858000"/>
              <a:gd name="connsiteX67" fmla="*/ 484544 w 1371382"/>
              <a:gd name="connsiteY67" fmla="*/ 3806161 h 6858000"/>
              <a:gd name="connsiteX68" fmla="*/ 484851 w 1371382"/>
              <a:gd name="connsiteY68" fmla="*/ 3805957 h 6858000"/>
              <a:gd name="connsiteX69" fmla="*/ 484878 w 1371382"/>
              <a:gd name="connsiteY69" fmla="*/ 3797724 h 6858000"/>
              <a:gd name="connsiteX70" fmla="*/ 483493 w 1371382"/>
              <a:gd name="connsiteY70" fmla="*/ 3792098 h 6858000"/>
              <a:gd name="connsiteX71" fmla="*/ 482377 w 1371382"/>
              <a:gd name="connsiteY71" fmla="*/ 3777135 h 6858000"/>
              <a:gd name="connsiteX72" fmla="*/ 484110 w 1371382"/>
              <a:gd name="connsiteY72" fmla="*/ 3771656 h 6858000"/>
              <a:gd name="connsiteX73" fmla="*/ 487853 w 1371382"/>
              <a:gd name="connsiteY73" fmla="*/ 3769007 h 6858000"/>
              <a:gd name="connsiteX74" fmla="*/ 487319 w 1371382"/>
              <a:gd name="connsiteY74" fmla="*/ 3767709 h 6858000"/>
              <a:gd name="connsiteX75" fmla="*/ 496015 w 1371382"/>
              <a:gd name="connsiteY75" fmla="*/ 3738082 h 6858000"/>
              <a:gd name="connsiteX76" fmla="*/ 503361 w 1371382"/>
              <a:gd name="connsiteY76" fmla="*/ 3673397 h 6858000"/>
              <a:gd name="connsiteX77" fmla="*/ 502657 w 1371382"/>
              <a:gd name="connsiteY77" fmla="*/ 3637109 h 6858000"/>
              <a:gd name="connsiteX78" fmla="*/ 506100 w 1371382"/>
              <a:gd name="connsiteY78" fmla="*/ 3536883 h 6858000"/>
              <a:gd name="connsiteX79" fmla="*/ 513638 w 1371382"/>
              <a:gd name="connsiteY79" fmla="*/ 3435652 h 6858000"/>
              <a:gd name="connsiteX80" fmla="*/ 515309 w 1371382"/>
              <a:gd name="connsiteY80" fmla="*/ 3307769 h 6858000"/>
              <a:gd name="connsiteX81" fmla="*/ 532872 w 1371382"/>
              <a:gd name="connsiteY81" fmla="*/ 3250522 h 6858000"/>
              <a:gd name="connsiteX82" fmla="*/ 533297 w 1371382"/>
              <a:gd name="connsiteY82" fmla="*/ 3229163 h 6858000"/>
              <a:gd name="connsiteX83" fmla="*/ 535120 w 1371382"/>
              <a:gd name="connsiteY83" fmla="*/ 3217217 h 6858000"/>
              <a:gd name="connsiteX84" fmla="*/ 521955 w 1371382"/>
              <a:gd name="connsiteY84" fmla="*/ 3183755 h 6858000"/>
              <a:gd name="connsiteX85" fmla="*/ 522456 w 1371382"/>
              <a:gd name="connsiteY85" fmla="*/ 3178642 h 6858000"/>
              <a:gd name="connsiteX86" fmla="*/ 510056 w 1371382"/>
              <a:gd name="connsiteY86" fmla="*/ 3158586 h 6858000"/>
              <a:gd name="connsiteX87" fmla="*/ 495241 w 1371382"/>
              <a:gd name="connsiteY87" fmla="*/ 3129034 h 6858000"/>
              <a:gd name="connsiteX88" fmla="*/ 495906 w 1371382"/>
              <a:gd name="connsiteY88" fmla="*/ 3126682 h 6858000"/>
              <a:gd name="connsiteX89" fmla="*/ 486774 w 1371382"/>
              <a:gd name="connsiteY89" fmla="*/ 3114519 h 6858000"/>
              <a:gd name="connsiteX90" fmla="*/ 473383 w 1371382"/>
              <a:gd name="connsiteY90" fmla="*/ 3106272 h 6858000"/>
              <a:gd name="connsiteX91" fmla="*/ 446113 w 1371382"/>
              <a:gd name="connsiteY91" fmla="*/ 2958185 h 6858000"/>
              <a:gd name="connsiteX92" fmla="*/ 388727 w 1371382"/>
              <a:gd name="connsiteY92" fmla="*/ 2762989 h 6858000"/>
              <a:gd name="connsiteX93" fmla="*/ 337645 w 1371382"/>
              <a:gd name="connsiteY93" fmla="*/ 2554718 h 6858000"/>
              <a:gd name="connsiteX94" fmla="*/ 317739 w 1371382"/>
              <a:gd name="connsiteY94" fmla="*/ 2485734 h 6858000"/>
              <a:gd name="connsiteX95" fmla="*/ 308462 w 1371382"/>
              <a:gd name="connsiteY95" fmla="*/ 2447068 h 6858000"/>
              <a:gd name="connsiteX96" fmla="*/ 295423 w 1371382"/>
              <a:gd name="connsiteY96" fmla="*/ 2425819 h 6858000"/>
              <a:gd name="connsiteX97" fmla="*/ 301422 w 1371382"/>
              <a:gd name="connsiteY97" fmla="*/ 2402874 h 6858000"/>
              <a:gd name="connsiteX98" fmla="*/ 304034 w 1371382"/>
              <a:gd name="connsiteY98" fmla="*/ 2381443 h 6858000"/>
              <a:gd name="connsiteX99" fmla="*/ 280363 w 1371382"/>
              <a:gd name="connsiteY99" fmla="*/ 2261920 h 6858000"/>
              <a:gd name="connsiteX100" fmla="*/ 270250 w 1371382"/>
              <a:gd name="connsiteY100" fmla="*/ 2195378 h 6858000"/>
              <a:gd name="connsiteX101" fmla="*/ 254467 w 1371382"/>
              <a:gd name="connsiteY101" fmla="*/ 2155135 h 6858000"/>
              <a:gd name="connsiteX102" fmla="*/ 251925 w 1371382"/>
              <a:gd name="connsiteY102" fmla="*/ 2118008 h 6858000"/>
              <a:gd name="connsiteX103" fmla="*/ 252918 w 1371382"/>
              <a:gd name="connsiteY103" fmla="*/ 2050531 h 6858000"/>
              <a:gd name="connsiteX104" fmla="*/ 244724 w 1371382"/>
              <a:gd name="connsiteY104" fmla="*/ 1963269 h 6858000"/>
              <a:gd name="connsiteX105" fmla="*/ 225902 w 1371382"/>
              <a:gd name="connsiteY105" fmla="*/ 1906352 h 6858000"/>
              <a:gd name="connsiteX106" fmla="*/ 202459 w 1371382"/>
              <a:gd name="connsiteY106" fmla="*/ 1861531 h 6858000"/>
              <a:gd name="connsiteX107" fmla="*/ 156258 w 1371382"/>
              <a:gd name="connsiteY107" fmla="*/ 1732919 h 6858000"/>
              <a:gd name="connsiteX108" fmla="*/ 128569 w 1371382"/>
              <a:gd name="connsiteY108" fmla="*/ 1663540 h 6858000"/>
              <a:gd name="connsiteX109" fmla="*/ 127695 w 1371382"/>
              <a:gd name="connsiteY109" fmla="*/ 1615777 h 6858000"/>
              <a:gd name="connsiteX110" fmla="*/ 108490 w 1371382"/>
              <a:gd name="connsiteY110" fmla="*/ 1563678 h 6858000"/>
              <a:gd name="connsiteX111" fmla="*/ 121570 w 1371382"/>
              <a:gd name="connsiteY111" fmla="*/ 1519474 h 6858000"/>
              <a:gd name="connsiteX112" fmla="*/ 114312 w 1371382"/>
              <a:gd name="connsiteY112" fmla="*/ 1477995 h 6858000"/>
              <a:gd name="connsiteX113" fmla="*/ 100397 w 1371382"/>
              <a:gd name="connsiteY113" fmla="*/ 1373769 h 6858000"/>
              <a:gd name="connsiteX114" fmla="*/ 108704 w 1371382"/>
              <a:gd name="connsiteY114" fmla="*/ 1307086 h 6858000"/>
              <a:gd name="connsiteX115" fmla="*/ 109892 w 1371382"/>
              <a:gd name="connsiteY115" fmla="*/ 1189033 h 6858000"/>
              <a:gd name="connsiteX116" fmla="*/ 114577 w 1371382"/>
              <a:gd name="connsiteY116" fmla="*/ 1168288 h 6858000"/>
              <a:gd name="connsiteX117" fmla="*/ 106859 w 1371382"/>
              <a:gd name="connsiteY117" fmla="*/ 1142577 h 6858000"/>
              <a:gd name="connsiteX118" fmla="*/ 96165 w 1371382"/>
              <a:gd name="connsiteY118" fmla="*/ 1088484 h 6858000"/>
              <a:gd name="connsiteX119" fmla="*/ 84901 w 1371382"/>
              <a:gd name="connsiteY119" fmla="*/ 1016103 h 6858000"/>
              <a:gd name="connsiteX120" fmla="*/ 86357 w 1371382"/>
              <a:gd name="connsiteY120" fmla="*/ 932283 h 6858000"/>
              <a:gd name="connsiteX121" fmla="*/ 88593 w 1371382"/>
              <a:gd name="connsiteY121" fmla="*/ 915925 h 6858000"/>
              <a:gd name="connsiteX122" fmla="*/ 81222 w 1371382"/>
              <a:gd name="connsiteY122" fmla="*/ 896999 h 6858000"/>
              <a:gd name="connsiteX123" fmla="*/ 50630 w 1371382"/>
              <a:gd name="connsiteY123" fmla="*/ 821517 h 6858000"/>
              <a:gd name="connsiteX124" fmla="*/ 29580 w 1371382"/>
              <a:gd name="connsiteY124" fmla="*/ 751353 h 6858000"/>
              <a:gd name="connsiteX125" fmla="*/ 29138 w 1371382"/>
              <a:gd name="connsiteY125" fmla="*/ 721230 h 6858000"/>
              <a:gd name="connsiteX126" fmla="*/ 14809 w 1371382"/>
              <a:gd name="connsiteY126" fmla="*/ 681659 h 6858000"/>
              <a:gd name="connsiteX127" fmla="*/ 228 w 1371382"/>
              <a:gd name="connsiteY127" fmla="*/ 635218 h 6858000"/>
              <a:gd name="connsiteX128" fmla="*/ 22148 w 1371382"/>
              <a:gd name="connsiteY128" fmla="*/ 585934 h 6858000"/>
              <a:gd name="connsiteX129" fmla="*/ 20769 w 1371382"/>
              <a:gd name="connsiteY129" fmla="*/ 542923 h 6858000"/>
              <a:gd name="connsiteX130" fmla="*/ 71173 w 1371382"/>
              <a:gd name="connsiteY130" fmla="*/ 473479 h 6858000"/>
              <a:gd name="connsiteX131" fmla="*/ 59254 w 1371382"/>
              <a:gd name="connsiteY131" fmla="*/ 446567 h 6858000"/>
              <a:gd name="connsiteX132" fmla="*/ 58502 w 1371382"/>
              <a:gd name="connsiteY132" fmla="*/ 393828 h 6858000"/>
              <a:gd name="connsiteX133" fmla="*/ 58332 w 1371382"/>
              <a:gd name="connsiteY133" fmla="*/ 353137 h 6858000"/>
              <a:gd name="connsiteX134" fmla="*/ 79842 w 1371382"/>
              <a:gd name="connsiteY134" fmla="*/ 309501 h 6858000"/>
              <a:gd name="connsiteX135" fmla="*/ 64025 w 1371382"/>
              <a:gd name="connsiteY135" fmla="*/ 275771 h 6858000"/>
              <a:gd name="connsiteX136" fmla="*/ 81052 w 1371382"/>
              <a:gd name="connsiteY136" fmla="*/ 212860 h 6858000"/>
              <a:gd name="connsiteX137" fmla="*/ 72762 w 1371382"/>
              <a:gd name="connsiteY137" fmla="*/ 144983 h 6858000"/>
              <a:gd name="connsiteX138" fmla="*/ 85046 w 1371382"/>
              <a:gd name="connsiteY138" fmla="*/ 55288 h 6858000"/>
              <a:gd name="connsiteX139" fmla="*/ 44600 w 1371382"/>
              <a:gd name="connsiteY139" fmla="*/ 0 h 6858000"/>
              <a:gd name="connsiteX0" fmla="*/ 37636 w 1364418"/>
              <a:gd name="connsiteY0" fmla="*/ 0 h 6858000"/>
              <a:gd name="connsiteX1" fmla="*/ 1364418 w 1364418"/>
              <a:gd name="connsiteY1" fmla="*/ 0 h 6858000"/>
              <a:gd name="connsiteX2" fmla="*/ 1364418 w 1364418"/>
              <a:gd name="connsiteY2" fmla="*/ 6858000 h 6858000"/>
              <a:gd name="connsiteX3" fmla="*/ 101112 w 1364418"/>
              <a:gd name="connsiteY3" fmla="*/ 6857735 h 6858000"/>
              <a:gd name="connsiteX4" fmla="*/ 137705 w 1364418"/>
              <a:gd name="connsiteY4" fmla="*/ 6776847 h 6858000"/>
              <a:gd name="connsiteX5" fmla="*/ 149205 w 1364418"/>
              <a:gd name="connsiteY5" fmla="*/ 6737706 h 6858000"/>
              <a:gd name="connsiteX6" fmla="*/ 173944 w 1364418"/>
              <a:gd name="connsiteY6" fmla="*/ 6691589 h 6858000"/>
              <a:gd name="connsiteX7" fmla="*/ 151501 w 1364418"/>
              <a:gd name="connsiteY7" fmla="*/ 6659970 h 6858000"/>
              <a:gd name="connsiteX8" fmla="*/ 166592 w 1364418"/>
              <a:gd name="connsiteY8" fmla="*/ 6636211 h 6858000"/>
              <a:gd name="connsiteX9" fmla="*/ 184036 w 1364418"/>
              <a:gd name="connsiteY9" fmla="*/ 6594177 h 6858000"/>
              <a:gd name="connsiteX10" fmla="*/ 198076 w 1364418"/>
              <a:gd name="connsiteY10" fmla="*/ 6557575 h 6858000"/>
              <a:gd name="connsiteX11" fmla="*/ 251033 w 1364418"/>
              <a:gd name="connsiteY11" fmla="*/ 6492130 h 6858000"/>
              <a:gd name="connsiteX12" fmla="*/ 266720 w 1364418"/>
              <a:gd name="connsiteY12" fmla="*/ 6431610 h 6858000"/>
              <a:gd name="connsiteX13" fmla="*/ 310425 w 1364418"/>
              <a:gd name="connsiteY13" fmla="*/ 6379786 h 6858000"/>
              <a:gd name="connsiteX14" fmla="*/ 293648 w 1364418"/>
              <a:gd name="connsiteY14" fmla="*/ 6334727 h 6858000"/>
              <a:gd name="connsiteX15" fmla="*/ 271063 w 1364418"/>
              <a:gd name="connsiteY15" fmla="*/ 6313295 h 6858000"/>
              <a:gd name="connsiteX16" fmla="*/ 278227 w 1364418"/>
              <a:gd name="connsiteY16" fmla="*/ 6280046 h 6858000"/>
              <a:gd name="connsiteX17" fmla="*/ 260972 w 1364418"/>
              <a:gd name="connsiteY17" fmla="*/ 6270265 h 6858000"/>
              <a:gd name="connsiteX18" fmla="*/ 288000 w 1364418"/>
              <a:gd name="connsiteY18" fmla="*/ 6252834 h 6858000"/>
              <a:gd name="connsiteX19" fmla="*/ 265992 w 1364418"/>
              <a:gd name="connsiteY19" fmla="*/ 6202459 h 6858000"/>
              <a:gd name="connsiteX20" fmla="*/ 264790 w 1364418"/>
              <a:gd name="connsiteY20" fmla="*/ 6153037 h 6858000"/>
              <a:gd name="connsiteX21" fmla="*/ 280205 w 1364418"/>
              <a:gd name="connsiteY21" fmla="*/ 6078132 h 6858000"/>
              <a:gd name="connsiteX22" fmla="*/ 267592 w 1364418"/>
              <a:gd name="connsiteY22" fmla="*/ 6028119 h 6858000"/>
              <a:gd name="connsiteX23" fmla="*/ 252821 w 1364418"/>
              <a:gd name="connsiteY23" fmla="*/ 5926735 h 6858000"/>
              <a:gd name="connsiteX24" fmla="*/ 302333 w 1364418"/>
              <a:gd name="connsiteY24" fmla="*/ 5712857 h 6858000"/>
              <a:gd name="connsiteX25" fmla="*/ 281408 w 1364418"/>
              <a:gd name="connsiteY25" fmla="*/ 5676393 h 6858000"/>
              <a:gd name="connsiteX26" fmla="*/ 321000 w 1364418"/>
              <a:gd name="connsiteY26" fmla="*/ 5563435 h 6858000"/>
              <a:gd name="connsiteX27" fmla="*/ 368130 w 1364418"/>
              <a:gd name="connsiteY27" fmla="*/ 5437125 h 6858000"/>
              <a:gd name="connsiteX28" fmla="*/ 381698 w 1364418"/>
              <a:gd name="connsiteY28" fmla="*/ 5396260 h 6858000"/>
              <a:gd name="connsiteX29" fmla="*/ 397679 w 1364418"/>
              <a:gd name="connsiteY29" fmla="*/ 5330009 h 6858000"/>
              <a:gd name="connsiteX30" fmla="*/ 431172 w 1364418"/>
              <a:gd name="connsiteY30" fmla="*/ 5273739 h 6858000"/>
              <a:gd name="connsiteX31" fmla="*/ 440771 w 1364418"/>
              <a:gd name="connsiteY31" fmla="*/ 5241779 h 6858000"/>
              <a:gd name="connsiteX32" fmla="*/ 451997 w 1364418"/>
              <a:gd name="connsiteY32" fmla="*/ 5225268 h 6858000"/>
              <a:gd name="connsiteX33" fmla="*/ 453017 w 1364418"/>
              <a:gd name="connsiteY33" fmla="*/ 5217684 h 6858000"/>
              <a:gd name="connsiteX34" fmla="*/ 460358 w 1364418"/>
              <a:gd name="connsiteY34" fmla="*/ 5193377 h 6858000"/>
              <a:gd name="connsiteX35" fmla="*/ 463661 w 1364418"/>
              <a:gd name="connsiteY35" fmla="*/ 5179288 h 6858000"/>
              <a:gd name="connsiteX36" fmla="*/ 464645 w 1364418"/>
              <a:gd name="connsiteY36" fmla="*/ 5173621 h 6858000"/>
              <a:gd name="connsiteX37" fmla="*/ 460279 w 1364418"/>
              <a:gd name="connsiteY37" fmla="*/ 5159961 h 6858000"/>
              <a:gd name="connsiteX38" fmla="*/ 466956 w 1364418"/>
              <a:gd name="connsiteY38" fmla="*/ 5144295 h 6858000"/>
              <a:gd name="connsiteX39" fmla="*/ 463889 w 1364418"/>
              <a:gd name="connsiteY39" fmla="*/ 5125185 h 6858000"/>
              <a:gd name="connsiteX40" fmla="*/ 470719 w 1364418"/>
              <a:gd name="connsiteY40" fmla="*/ 5121884 h 6858000"/>
              <a:gd name="connsiteX41" fmla="*/ 477755 w 1364418"/>
              <a:gd name="connsiteY41" fmla="*/ 5067850 h 6858000"/>
              <a:gd name="connsiteX42" fmla="*/ 480486 w 1364418"/>
              <a:gd name="connsiteY42" fmla="*/ 5060861 h 6858000"/>
              <a:gd name="connsiteX43" fmla="*/ 477190 w 1364418"/>
              <a:gd name="connsiteY43" fmla="*/ 5034192 h 6858000"/>
              <a:gd name="connsiteX44" fmla="*/ 478744 w 1364418"/>
              <a:gd name="connsiteY44" fmla="*/ 4993030 h 6858000"/>
              <a:gd name="connsiteX45" fmla="*/ 485653 w 1364418"/>
              <a:gd name="connsiteY45" fmla="*/ 4946844 h 6858000"/>
              <a:gd name="connsiteX46" fmla="*/ 481509 w 1364418"/>
              <a:gd name="connsiteY46" fmla="*/ 4932692 h 6858000"/>
              <a:gd name="connsiteX47" fmla="*/ 496912 w 1364418"/>
              <a:gd name="connsiteY47" fmla="*/ 4858827 h 6858000"/>
              <a:gd name="connsiteX48" fmla="*/ 502815 w 1364418"/>
              <a:gd name="connsiteY48" fmla="*/ 4821170 h 6858000"/>
              <a:gd name="connsiteX49" fmla="*/ 507548 w 1364418"/>
              <a:gd name="connsiteY49" fmla="*/ 4780965 h 6858000"/>
              <a:gd name="connsiteX50" fmla="*/ 508841 w 1364418"/>
              <a:gd name="connsiteY50" fmla="*/ 4750867 h 6858000"/>
              <a:gd name="connsiteX51" fmla="*/ 506648 w 1364418"/>
              <a:gd name="connsiteY51" fmla="*/ 4690749 h 6858000"/>
              <a:gd name="connsiteX52" fmla="*/ 502128 w 1364418"/>
              <a:gd name="connsiteY52" fmla="*/ 4584173 h 6858000"/>
              <a:gd name="connsiteX53" fmla="*/ 497211 w 1364418"/>
              <a:gd name="connsiteY53" fmla="*/ 4444346 h 6858000"/>
              <a:gd name="connsiteX54" fmla="*/ 493776 w 1364418"/>
              <a:gd name="connsiteY54" fmla="*/ 4375228 h 6858000"/>
              <a:gd name="connsiteX55" fmla="*/ 474429 w 1364418"/>
              <a:gd name="connsiteY55" fmla="*/ 4214165 h 6858000"/>
              <a:gd name="connsiteX56" fmla="*/ 478502 w 1364418"/>
              <a:gd name="connsiteY56" fmla="*/ 4090296 h 6858000"/>
              <a:gd name="connsiteX57" fmla="*/ 463758 w 1364418"/>
              <a:gd name="connsiteY57" fmla="*/ 4033999 h 6858000"/>
              <a:gd name="connsiteX58" fmla="*/ 464907 w 1364418"/>
              <a:gd name="connsiteY58" fmla="*/ 4031933 h 6858000"/>
              <a:gd name="connsiteX59" fmla="*/ 463483 w 1364418"/>
              <a:gd name="connsiteY59" fmla="*/ 4013953 h 6858000"/>
              <a:gd name="connsiteX60" fmla="*/ 449778 w 1364418"/>
              <a:gd name="connsiteY60" fmla="*/ 3974753 h 6858000"/>
              <a:gd name="connsiteX61" fmla="*/ 451376 w 1364418"/>
              <a:gd name="connsiteY61" fmla="*/ 3969950 h 6858000"/>
              <a:gd name="connsiteX62" fmla="*/ 444798 w 1364418"/>
              <a:gd name="connsiteY62" fmla="*/ 3933779 h 6858000"/>
              <a:gd name="connsiteX63" fmla="*/ 446129 w 1364418"/>
              <a:gd name="connsiteY63" fmla="*/ 3933093 h 6858000"/>
              <a:gd name="connsiteX64" fmla="*/ 450483 w 1364418"/>
              <a:gd name="connsiteY64" fmla="*/ 3922082 h 6858000"/>
              <a:gd name="connsiteX65" fmla="*/ 455561 w 1364418"/>
              <a:gd name="connsiteY65" fmla="*/ 3901461 h 6858000"/>
              <a:gd name="connsiteX66" fmla="*/ 478155 w 1364418"/>
              <a:gd name="connsiteY66" fmla="*/ 3813873 h 6858000"/>
              <a:gd name="connsiteX67" fmla="*/ 477580 w 1364418"/>
              <a:gd name="connsiteY67" fmla="*/ 3806161 h 6858000"/>
              <a:gd name="connsiteX68" fmla="*/ 477887 w 1364418"/>
              <a:gd name="connsiteY68" fmla="*/ 3805957 h 6858000"/>
              <a:gd name="connsiteX69" fmla="*/ 477914 w 1364418"/>
              <a:gd name="connsiteY69" fmla="*/ 3797724 h 6858000"/>
              <a:gd name="connsiteX70" fmla="*/ 476529 w 1364418"/>
              <a:gd name="connsiteY70" fmla="*/ 3792098 h 6858000"/>
              <a:gd name="connsiteX71" fmla="*/ 475413 w 1364418"/>
              <a:gd name="connsiteY71" fmla="*/ 3777135 h 6858000"/>
              <a:gd name="connsiteX72" fmla="*/ 477146 w 1364418"/>
              <a:gd name="connsiteY72" fmla="*/ 3771656 h 6858000"/>
              <a:gd name="connsiteX73" fmla="*/ 480889 w 1364418"/>
              <a:gd name="connsiteY73" fmla="*/ 3769007 h 6858000"/>
              <a:gd name="connsiteX74" fmla="*/ 480355 w 1364418"/>
              <a:gd name="connsiteY74" fmla="*/ 3767709 h 6858000"/>
              <a:gd name="connsiteX75" fmla="*/ 489051 w 1364418"/>
              <a:gd name="connsiteY75" fmla="*/ 3738082 h 6858000"/>
              <a:gd name="connsiteX76" fmla="*/ 496397 w 1364418"/>
              <a:gd name="connsiteY76" fmla="*/ 3673397 h 6858000"/>
              <a:gd name="connsiteX77" fmla="*/ 495693 w 1364418"/>
              <a:gd name="connsiteY77" fmla="*/ 3637109 h 6858000"/>
              <a:gd name="connsiteX78" fmla="*/ 499136 w 1364418"/>
              <a:gd name="connsiteY78" fmla="*/ 3536883 h 6858000"/>
              <a:gd name="connsiteX79" fmla="*/ 506674 w 1364418"/>
              <a:gd name="connsiteY79" fmla="*/ 3435652 h 6858000"/>
              <a:gd name="connsiteX80" fmla="*/ 508345 w 1364418"/>
              <a:gd name="connsiteY80" fmla="*/ 3307769 h 6858000"/>
              <a:gd name="connsiteX81" fmla="*/ 525908 w 1364418"/>
              <a:gd name="connsiteY81" fmla="*/ 3250522 h 6858000"/>
              <a:gd name="connsiteX82" fmla="*/ 526333 w 1364418"/>
              <a:gd name="connsiteY82" fmla="*/ 3229163 h 6858000"/>
              <a:gd name="connsiteX83" fmla="*/ 528156 w 1364418"/>
              <a:gd name="connsiteY83" fmla="*/ 3217217 h 6858000"/>
              <a:gd name="connsiteX84" fmla="*/ 514991 w 1364418"/>
              <a:gd name="connsiteY84" fmla="*/ 3183755 h 6858000"/>
              <a:gd name="connsiteX85" fmla="*/ 515492 w 1364418"/>
              <a:gd name="connsiteY85" fmla="*/ 3178642 h 6858000"/>
              <a:gd name="connsiteX86" fmla="*/ 503092 w 1364418"/>
              <a:gd name="connsiteY86" fmla="*/ 3158586 h 6858000"/>
              <a:gd name="connsiteX87" fmla="*/ 488277 w 1364418"/>
              <a:gd name="connsiteY87" fmla="*/ 3129034 h 6858000"/>
              <a:gd name="connsiteX88" fmla="*/ 488942 w 1364418"/>
              <a:gd name="connsiteY88" fmla="*/ 3126682 h 6858000"/>
              <a:gd name="connsiteX89" fmla="*/ 479810 w 1364418"/>
              <a:gd name="connsiteY89" fmla="*/ 3114519 h 6858000"/>
              <a:gd name="connsiteX90" fmla="*/ 466419 w 1364418"/>
              <a:gd name="connsiteY90" fmla="*/ 3106272 h 6858000"/>
              <a:gd name="connsiteX91" fmla="*/ 439149 w 1364418"/>
              <a:gd name="connsiteY91" fmla="*/ 2958185 h 6858000"/>
              <a:gd name="connsiteX92" fmla="*/ 381763 w 1364418"/>
              <a:gd name="connsiteY92" fmla="*/ 2762989 h 6858000"/>
              <a:gd name="connsiteX93" fmla="*/ 330681 w 1364418"/>
              <a:gd name="connsiteY93" fmla="*/ 2554718 h 6858000"/>
              <a:gd name="connsiteX94" fmla="*/ 310775 w 1364418"/>
              <a:gd name="connsiteY94" fmla="*/ 2485734 h 6858000"/>
              <a:gd name="connsiteX95" fmla="*/ 301498 w 1364418"/>
              <a:gd name="connsiteY95" fmla="*/ 2447068 h 6858000"/>
              <a:gd name="connsiteX96" fmla="*/ 288459 w 1364418"/>
              <a:gd name="connsiteY96" fmla="*/ 2425819 h 6858000"/>
              <a:gd name="connsiteX97" fmla="*/ 294458 w 1364418"/>
              <a:gd name="connsiteY97" fmla="*/ 2402874 h 6858000"/>
              <a:gd name="connsiteX98" fmla="*/ 297070 w 1364418"/>
              <a:gd name="connsiteY98" fmla="*/ 2381443 h 6858000"/>
              <a:gd name="connsiteX99" fmla="*/ 273399 w 1364418"/>
              <a:gd name="connsiteY99" fmla="*/ 2261920 h 6858000"/>
              <a:gd name="connsiteX100" fmla="*/ 263286 w 1364418"/>
              <a:gd name="connsiteY100" fmla="*/ 2195378 h 6858000"/>
              <a:gd name="connsiteX101" fmla="*/ 247503 w 1364418"/>
              <a:gd name="connsiteY101" fmla="*/ 2155135 h 6858000"/>
              <a:gd name="connsiteX102" fmla="*/ 244961 w 1364418"/>
              <a:gd name="connsiteY102" fmla="*/ 2118008 h 6858000"/>
              <a:gd name="connsiteX103" fmla="*/ 245954 w 1364418"/>
              <a:gd name="connsiteY103" fmla="*/ 2050531 h 6858000"/>
              <a:gd name="connsiteX104" fmla="*/ 237760 w 1364418"/>
              <a:gd name="connsiteY104" fmla="*/ 1963269 h 6858000"/>
              <a:gd name="connsiteX105" fmla="*/ 218938 w 1364418"/>
              <a:gd name="connsiteY105" fmla="*/ 1906352 h 6858000"/>
              <a:gd name="connsiteX106" fmla="*/ 195495 w 1364418"/>
              <a:gd name="connsiteY106" fmla="*/ 1861531 h 6858000"/>
              <a:gd name="connsiteX107" fmla="*/ 149294 w 1364418"/>
              <a:gd name="connsiteY107" fmla="*/ 1732919 h 6858000"/>
              <a:gd name="connsiteX108" fmla="*/ 121605 w 1364418"/>
              <a:gd name="connsiteY108" fmla="*/ 1663540 h 6858000"/>
              <a:gd name="connsiteX109" fmla="*/ 120731 w 1364418"/>
              <a:gd name="connsiteY109" fmla="*/ 1615777 h 6858000"/>
              <a:gd name="connsiteX110" fmla="*/ 101526 w 1364418"/>
              <a:gd name="connsiteY110" fmla="*/ 1563678 h 6858000"/>
              <a:gd name="connsiteX111" fmla="*/ 114606 w 1364418"/>
              <a:gd name="connsiteY111" fmla="*/ 1519474 h 6858000"/>
              <a:gd name="connsiteX112" fmla="*/ 107348 w 1364418"/>
              <a:gd name="connsiteY112" fmla="*/ 1477995 h 6858000"/>
              <a:gd name="connsiteX113" fmla="*/ 93433 w 1364418"/>
              <a:gd name="connsiteY113" fmla="*/ 1373769 h 6858000"/>
              <a:gd name="connsiteX114" fmla="*/ 101740 w 1364418"/>
              <a:gd name="connsiteY114" fmla="*/ 1307086 h 6858000"/>
              <a:gd name="connsiteX115" fmla="*/ 102928 w 1364418"/>
              <a:gd name="connsiteY115" fmla="*/ 1189033 h 6858000"/>
              <a:gd name="connsiteX116" fmla="*/ 107613 w 1364418"/>
              <a:gd name="connsiteY116" fmla="*/ 1168288 h 6858000"/>
              <a:gd name="connsiteX117" fmla="*/ 99895 w 1364418"/>
              <a:gd name="connsiteY117" fmla="*/ 1142577 h 6858000"/>
              <a:gd name="connsiteX118" fmla="*/ 89201 w 1364418"/>
              <a:gd name="connsiteY118" fmla="*/ 1088484 h 6858000"/>
              <a:gd name="connsiteX119" fmla="*/ 77937 w 1364418"/>
              <a:gd name="connsiteY119" fmla="*/ 1016103 h 6858000"/>
              <a:gd name="connsiteX120" fmla="*/ 79393 w 1364418"/>
              <a:gd name="connsiteY120" fmla="*/ 932283 h 6858000"/>
              <a:gd name="connsiteX121" fmla="*/ 81629 w 1364418"/>
              <a:gd name="connsiteY121" fmla="*/ 915925 h 6858000"/>
              <a:gd name="connsiteX122" fmla="*/ 74258 w 1364418"/>
              <a:gd name="connsiteY122" fmla="*/ 896999 h 6858000"/>
              <a:gd name="connsiteX123" fmla="*/ 43666 w 1364418"/>
              <a:gd name="connsiteY123" fmla="*/ 821517 h 6858000"/>
              <a:gd name="connsiteX124" fmla="*/ 22616 w 1364418"/>
              <a:gd name="connsiteY124" fmla="*/ 751353 h 6858000"/>
              <a:gd name="connsiteX125" fmla="*/ 22174 w 1364418"/>
              <a:gd name="connsiteY125" fmla="*/ 721230 h 6858000"/>
              <a:gd name="connsiteX126" fmla="*/ 7845 w 1364418"/>
              <a:gd name="connsiteY126" fmla="*/ 681659 h 6858000"/>
              <a:gd name="connsiteX127" fmla="*/ 31306 w 1364418"/>
              <a:gd name="connsiteY127" fmla="*/ 619315 h 6858000"/>
              <a:gd name="connsiteX128" fmla="*/ 15184 w 1364418"/>
              <a:gd name="connsiteY128" fmla="*/ 585934 h 6858000"/>
              <a:gd name="connsiteX129" fmla="*/ 13805 w 1364418"/>
              <a:gd name="connsiteY129" fmla="*/ 542923 h 6858000"/>
              <a:gd name="connsiteX130" fmla="*/ 64209 w 1364418"/>
              <a:gd name="connsiteY130" fmla="*/ 473479 h 6858000"/>
              <a:gd name="connsiteX131" fmla="*/ 52290 w 1364418"/>
              <a:gd name="connsiteY131" fmla="*/ 446567 h 6858000"/>
              <a:gd name="connsiteX132" fmla="*/ 51538 w 1364418"/>
              <a:gd name="connsiteY132" fmla="*/ 393828 h 6858000"/>
              <a:gd name="connsiteX133" fmla="*/ 51368 w 1364418"/>
              <a:gd name="connsiteY133" fmla="*/ 353137 h 6858000"/>
              <a:gd name="connsiteX134" fmla="*/ 72878 w 1364418"/>
              <a:gd name="connsiteY134" fmla="*/ 309501 h 6858000"/>
              <a:gd name="connsiteX135" fmla="*/ 57061 w 1364418"/>
              <a:gd name="connsiteY135" fmla="*/ 275771 h 6858000"/>
              <a:gd name="connsiteX136" fmla="*/ 74088 w 1364418"/>
              <a:gd name="connsiteY136" fmla="*/ 212860 h 6858000"/>
              <a:gd name="connsiteX137" fmla="*/ 65798 w 1364418"/>
              <a:gd name="connsiteY137" fmla="*/ 144983 h 6858000"/>
              <a:gd name="connsiteX138" fmla="*/ 78082 w 1364418"/>
              <a:gd name="connsiteY138" fmla="*/ 55288 h 6858000"/>
              <a:gd name="connsiteX139" fmla="*/ 37636 w 1364418"/>
              <a:gd name="connsiteY139" fmla="*/ 0 h 6858000"/>
              <a:gd name="connsiteX0" fmla="*/ 37636 w 1364418"/>
              <a:gd name="connsiteY0" fmla="*/ 0 h 6858000"/>
              <a:gd name="connsiteX1" fmla="*/ 1364418 w 1364418"/>
              <a:gd name="connsiteY1" fmla="*/ 0 h 6858000"/>
              <a:gd name="connsiteX2" fmla="*/ 1364418 w 1364418"/>
              <a:gd name="connsiteY2" fmla="*/ 6858000 h 6858000"/>
              <a:gd name="connsiteX3" fmla="*/ 101112 w 1364418"/>
              <a:gd name="connsiteY3" fmla="*/ 6857735 h 6858000"/>
              <a:gd name="connsiteX4" fmla="*/ 137705 w 1364418"/>
              <a:gd name="connsiteY4" fmla="*/ 6776847 h 6858000"/>
              <a:gd name="connsiteX5" fmla="*/ 149205 w 1364418"/>
              <a:gd name="connsiteY5" fmla="*/ 6737706 h 6858000"/>
              <a:gd name="connsiteX6" fmla="*/ 173944 w 1364418"/>
              <a:gd name="connsiteY6" fmla="*/ 6691589 h 6858000"/>
              <a:gd name="connsiteX7" fmla="*/ 151501 w 1364418"/>
              <a:gd name="connsiteY7" fmla="*/ 6659970 h 6858000"/>
              <a:gd name="connsiteX8" fmla="*/ 166592 w 1364418"/>
              <a:gd name="connsiteY8" fmla="*/ 6636211 h 6858000"/>
              <a:gd name="connsiteX9" fmla="*/ 184036 w 1364418"/>
              <a:gd name="connsiteY9" fmla="*/ 6594177 h 6858000"/>
              <a:gd name="connsiteX10" fmla="*/ 198076 w 1364418"/>
              <a:gd name="connsiteY10" fmla="*/ 6557575 h 6858000"/>
              <a:gd name="connsiteX11" fmla="*/ 251033 w 1364418"/>
              <a:gd name="connsiteY11" fmla="*/ 6492130 h 6858000"/>
              <a:gd name="connsiteX12" fmla="*/ 266720 w 1364418"/>
              <a:gd name="connsiteY12" fmla="*/ 6431610 h 6858000"/>
              <a:gd name="connsiteX13" fmla="*/ 310425 w 1364418"/>
              <a:gd name="connsiteY13" fmla="*/ 6379786 h 6858000"/>
              <a:gd name="connsiteX14" fmla="*/ 293648 w 1364418"/>
              <a:gd name="connsiteY14" fmla="*/ 6334727 h 6858000"/>
              <a:gd name="connsiteX15" fmla="*/ 271063 w 1364418"/>
              <a:gd name="connsiteY15" fmla="*/ 6313295 h 6858000"/>
              <a:gd name="connsiteX16" fmla="*/ 278227 w 1364418"/>
              <a:gd name="connsiteY16" fmla="*/ 6280046 h 6858000"/>
              <a:gd name="connsiteX17" fmla="*/ 260972 w 1364418"/>
              <a:gd name="connsiteY17" fmla="*/ 6270265 h 6858000"/>
              <a:gd name="connsiteX18" fmla="*/ 288000 w 1364418"/>
              <a:gd name="connsiteY18" fmla="*/ 6252834 h 6858000"/>
              <a:gd name="connsiteX19" fmla="*/ 265992 w 1364418"/>
              <a:gd name="connsiteY19" fmla="*/ 6202459 h 6858000"/>
              <a:gd name="connsiteX20" fmla="*/ 264790 w 1364418"/>
              <a:gd name="connsiteY20" fmla="*/ 6153037 h 6858000"/>
              <a:gd name="connsiteX21" fmla="*/ 280205 w 1364418"/>
              <a:gd name="connsiteY21" fmla="*/ 6078132 h 6858000"/>
              <a:gd name="connsiteX22" fmla="*/ 267592 w 1364418"/>
              <a:gd name="connsiteY22" fmla="*/ 6028119 h 6858000"/>
              <a:gd name="connsiteX23" fmla="*/ 252821 w 1364418"/>
              <a:gd name="connsiteY23" fmla="*/ 5926735 h 6858000"/>
              <a:gd name="connsiteX24" fmla="*/ 302333 w 1364418"/>
              <a:gd name="connsiteY24" fmla="*/ 5712857 h 6858000"/>
              <a:gd name="connsiteX25" fmla="*/ 281408 w 1364418"/>
              <a:gd name="connsiteY25" fmla="*/ 5676393 h 6858000"/>
              <a:gd name="connsiteX26" fmla="*/ 321000 w 1364418"/>
              <a:gd name="connsiteY26" fmla="*/ 5563435 h 6858000"/>
              <a:gd name="connsiteX27" fmla="*/ 368130 w 1364418"/>
              <a:gd name="connsiteY27" fmla="*/ 5437125 h 6858000"/>
              <a:gd name="connsiteX28" fmla="*/ 381698 w 1364418"/>
              <a:gd name="connsiteY28" fmla="*/ 5396260 h 6858000"/>
              <a:gd name="connsiteX29" fmla="*/ 397679 w 1364418"/>
              <a:gd name="connsiteY29" fmla="*/ 5330009 h 6858000"/>
              <a:gd name="connsiteX30" fmla="*/ 431172 w 1364418"/>
              <a:gd name="connsiteY30" fmla="*/ 5273739 h 6858000"/>
              <a:gd name="connsiteX31" fmla="*/ 440771 w 1364418"/>
              <a:gd name="connsiteY31" fmla="*/ 5241779 h 6858000"/>
              <a:gd name="connsiteX32" fmla="*/ 451997 w 1364418"/>
              <a:gd name="connsiteY32" fmla="*/ 5225268 h 6858000"/>
              <a:gd name="connsiteX33" fmla="*/ 453017 w 1364418"/>
              <a:gd name="connsiteY33" fmla="*/ 5217684 h 6858000"/>
              <a:gd name="connsiteX34" fmla="*/ 460358 w 1364418"/>
              <a:gd name="connsiteY34" fmla="*/ 5193377 h 6858000"/>
              <a:gd name="connsiteX35" fmla="*/ 463661 w 1364418"/>
              <a:gd name="connsiteY35" fmla="*/ 5179288 h 6858000"/>
              <a:gd name="connsiteX36" fmla="*/ 464645 w 1364418"/>
              <a:gd name="connsiteY36" fmla="*/ 5173621 h 6858000"/>
              <a:gd name="connsiteX37" fmla="*/ 460279 w 1364418"/>
              <a:gd name="connsiteY37" fmla="*/ 5159961 h 6858000"/>
              <a:gd name="connsiteX38" fmla="*/ 466956 w 1364418"/>
              <a:gd name="connsiteY38" fmla="*/ 5144295 h 6858000"/>
              <a:gd name="connsiteX39" fmla="*/ 463889 w 1364418"/>
              <a:gd name="connsiteY39" fmla="*/ 5125185 h 6858000"/>
              <a:gd name="connsiteX40" fmla="*/ 470719 w 1364418"/>
              <a:gd name="connsiteY40" fmla="*/ 5121884 h 6858000"/>
              <a:gd name="connsiteX41" fmla="*/ 477755 w 1364418"/>
              <a:gd name="connsiteY41" fmla="*/ 5067850 h 6858000"/>
              <a:gd name="connsiteX42" fmla="*/ 480486 w 1364418"/>
              <a:gd name="connsiteY42" fmla="*/ 5060861 h 6858000"/>
              <a:gd name="connsiteX43" fmla="*/ 477190 w 1364418"/>
              <a:gd name="connsiteY43" fmla="*/ 5034192 h 6858000"/>
              <a:gd name="connsiteX44" fmla="*/ 478744 w 1364418"/>
              <a:gd name="connsiteY44" fmla="*/ 4993030 h 6858000"/>
              <a:gd name="connsiteX45" fmla="*/ 485653 w 1364418"/>
              <a:gd name="connsiteY45" fmla="*/ 4946844 h 6858000"/>
              <a:gd name="connsiteX46" fmla="*/ 481509 w 1364418"/>
              <a:gd name="connsiteY46" fmla="*/ 4932692 h 6858000"/>
              <a:gd name="connsiteX47" fmla="*/ 496912 w 1364418"/>
              <a:gd name="connsiteY47" fmla="*/ 4858827 h 6858000"/>
              <a:gd name="connsiteX48" fmla="*/ 502815 w 1364418"/>
              <a:gd name="connsiteY48" fmla="*/ 4821170 h 6858000"/>
              <a:gd name="connsiteX49" fmla="*/ 507548 w 1364418"/>
              <a:gd name="connsiteY49" fmla="*/ 4780965 h 6858000"/>
              <a:gd name="connsiteX50" fmla="*/ 508841 w 1364418"/>
              <a:gd name="connsiteY50" fmla="*/ 4750867 h 6858000"/>
              <a:gd name="connsiteX51" fmla="*/ 506648 w 1364418"/>
              <a:gd name="connsiteY51" fmla="*/ 4690749 h 6858000"/>
              <a:gd name="connsiteX52" fmla="*/ 502128 w 1364418"/>
              <a:gd name="connsiteY52" fmla="*/ 4584173 h 6858000"/>
              <a:gd name="connsiteX53" fmla="*/ 497211 w 1364418"/>
              <a:gd name="connsiteY53" fmla="*/ 4444346 h 6858000"/>
              <a:gd name="connsiteX54" fmla="*/ 493776 w 1364418"/>
              <a:gd name="connsiteY54" fmla="*/ 4375228 h 6858000"/>
              <a:gd name="connsiteX55" fmla="*/ 474429 w 1364418"/>
              <a:gd name="connsiteY55" fmla="*/ 4214165 h 6858000"/>
              <a:gd name="connsiteX56" fmla="*/ 478502 w 1364418"/>
              <a:gd name="connsiteY56" fmla="*/ 4090296 h 6858000"/>
              <a:gd name="connsiteX57" fmla="*/ 463758 w 1364418"/>
              <a:gd name="connsiteY57" fmla="*/ 4033999 h 6858000"/>
              <a:gd name="connsiteX58" fmla="*/ 464907 w 1364418"/>
              <a:gd name="connsiteY58" fmla="*/ 4031933 h 6858000"/>
              <a:gd name="connsiteX59" fmla="*/ 463483 w 1364418"/>
              <a:gd name="connsiteY59" fmla="*/ 4013953 h 6858000"/>
              <a:gd name="connsiteX60" fmla="*/ 449778 w 1364418"/>
              <a:gd name="connsiteY60" fmla="*/ 3974753 h 6858000"/>
              <a:gd name="connsiteX61" fmla="*/ 451376 w 1364418"/>
              <a:gd name="connsiteY61" fmla="*/ 3969950 h 6858000"/>
              <a:gd name="connsiteX62" fmla="*/ 444798 w 1364418"/>
              <a:gd name="connsiteY62" fmla="*/ 3933779 h 6858000"/>
              <a:gd name="connsiteX63" fmla="*/ 446129 w 1364418"/>
              <a:gd name="connsiteY63" fmla="*/ 3933093 h 6858000"/>
              <a:gd name="connsiteX64" fmla="*/ 450483 w 1364418"/>
              <a:gd name="connsiteY64" fmla="*/ 3922082 h 6858000"/>
              <a:gd name="connsiteX65" fmla="*/ 455561 w 1364418"/>
              <a:gd name="connsiteY65" fmla="*/ 3901461 h 6858000"/>
              <a:gd name="connsiteX66" fmla="*/ 478155 w 1364418"/>
              <a:gd name="connsiteY66" fmla="*/ 3813873 h 6858000"/>
              <a:gd name="connsiteX67" fmla="*/ 477580 w 1364418"/>
              <a:gd name="connsiteY67" fmla="*/ 3806161 h 6858000"/>
              <a:gd name="connsiteX68" fmla="*/ 477887 w 1364418"/>
              <a:gd name="connsiteY68" fmla="*/ 3805957 h 6858000"/>
              <a:gd name="connsiteX69" fmla="*/ 477914 w 1364418"/>
              <a:gd name="connsiteY69" fmla="*/ 3797724 h 6858000"/>
              <a:gd name="connsiteX70" fmla="*/ 476529 w 1364418"/>
              <a:gd name="connsiteY70" fmla="*/ 3792098 h 6858000"/>
              <a:gd name="connsiteX71" fmla="*/ 475413 w 1364418"/>
              <a:gd name="connsiteY71" fmla="*/ 3777135 h 6858000"/>
              <a:gd name="connsiteX72" fmla="*/ 477146 w 1364418"/>
              <a:gd name="connsiteY72" fmla="*/ 3771656 h 6858000"/>
              <a:gd name="connsiteX73" fmla="*/ 480889 w 1364418"/>
              <a:gd name="connsiteY73" fmla="*/ 3769007 h 6858000"/>
              <a:gd name="connsiteX74" fmla="*/ 480355 w 1364418"/>
              <a:gd name="connsiteY74" fmla="*/ 3767709 h 6858000"/>
              <a:gd name="connsiteX75" fmla="*/ 489051 w 1364418"/>
              <a:gd name="connsiteY75" fmla="*/ 3738082 h 6858000"/>
              <a:gd name="connsiteX76" fmla="*/ 496397 w 1364418"/>
              <a:gd name="connsiteY76" fmla="*/ 3673397 h 6858000"/>
              <a:gd name="connsiteX77" fmla="*/ 495693 w 1364418"/>
              <a:gd name="connsiteY77" fmla="*/ 3637109 h 6858000"/>
              <a:gd name="connsiteX78" fmla="*/ 499136 w 1364418"/>
              <a:gd name="connsiteY78" fmla="*/ 3536883 h 6858000"/>
              <a:gd name="connsiteX79" fmla="*/ 506674 w 1364418"/>
              <a:gd name="connsiteY79" fmla="*/ 3435652 h 6858000"/>
              <a:gd name="connsiteX80" fmla="*/ 508345 w 1364418"/>
              <a:gd name="connsiteY80" fmla="*/ 3307769 h 6858000"/>
              <a:gd name="connsiteX81" fmla="*/ 525908 w 1364418"/>
              <a:gd name="connsiteY81" fmla="*/ 3250522 h 6858000"/>
              <a:gd name="connsiteX82" fmla="*/ 526333 w 1364418"/>
              <a:gd name="connsiteY82" fmla="*/ 3229163 h 6858000"/>
              <a:gd name="connsiteX83" fmla="*/ 528156 w 1364418"/>
              <a:gd name="connsiteY83" fmla="*/ 3217217 h 6858000"/>
              <a:gd name="connsiteX84" fmla="*/ 514991 w 1364418"/>
              <a:gd name="connsiteY84" fmla="*/ 3183755 h 6858000"/>
              <a:gd name="connsiteX85" fmla="*/ 515492 w 1364418"/>
              <a:gd name="connsiteY85" fmla="*/ 3178642 h 6858000"/>
              <a:gd name="connsiteX86" fmla="*/ 503092 w 1364418"/>
              <a:gd name="connsiteY86" fmla="*/ 3158586 h 6858000"/>
              <a:gd name="connsiteX87" fmla="*/ 488277 w 1364418"/>
              <a:gd name="connsiteY87" fmla="*/ 3129034 h 6858000"/>
              <a:gd name="connsiteX88" fmla="*/ 488942 w 1364418"/>
              <a:gd name="connsiteY88" fmla="*/ 3126682 h 6858000"/>
              <a:gd name="connsiteX89" fmla="*/ 479810 w 1364418"/>
              <a:gd name="connsiteY89" fmla="*/ 3114519 h 6858000"/>
              <a:gd name="connsiteX90" fmla="*/ 466419 w 1364418"/>
              <a:gd name="connsiteY90" fmla="*/ 3106272 h 6858000"/>
              <a:gd name="connsiteX91" fmla="*/ 439149 w 1364418"/>
              <a:gd name="connsiteY91" fmla="*/ 2958185 h 6858000"/>
              <a:gd name="connsiteX92" fmla="*/ 381763 w 1364418"/>
              <a:gd name="connsiteY92" fmla="*/ 2762989 h 6858000"/>
              <a:gd name="connsiteX93" fmla="*/ 330681 w 1364418"/>
              <a:gd name="connsiteY93" fmla="*/ 2554718 h 6858000"/>
              <a:gd name="connsiteX94" fmla="*/ 310775 w 1364418"/>
              <a:gd name="connsiteY94" fmla="*/ 2485734 h 6858000"/>
              <a:gd name="connsiteX95" fmla="*/ 301498 w 1364418"/>
              <a:gd name="connsiteY95" fmla="*/ 2447068 h 6858000"/>
              <a:gd name="connsiteX96" fmla="*/ 288459 w 1364418"/>
              <a:gd name="connsiteY96" fmla="*/ 2425819 h 6858000"/>
              <a:gd name="connsiteX97" fmla="*/ 294458 w 1364418"/>
              <a:gd name="connsiteY97" fmla="*/ 2402874 h 6858000"/>
              <a:gd name="connsiteX98" fmla="*/ 297070 w 1364418"/>
              <a:gd name="connsiteY98" fmla="*/ 2381443 h 6858000"/>
              <a:gd name="connsiteX99" fmla="*/ 273399 w 1364418"/>
              <a:gd name="connsiteY99" fmla="*/ 2261920 h 6858000"/>
              <a:gd name="connsiteX100" fmla="*/ 263286 w 1364418"/>
              <a:gd name="connsiteY100" fmla="*/ 2195378 h 6858000"/>
              <a:gd name="connsiteX101" fmla="*/ 247503 w 1364418"/>
              <a:gd name="connsiteY101" fmla="*/ 2155135 h 6858000"/>
              <a:gd name="connsiteX102" fmla="*/ 244961 w 1364418"/>
              <a:gd name="connsiteY102" fmla="*/ 2118008 h 6858000"/>
              <a:gd name="connsiteX103" fmla="*/ 245954 w 1364418"/>
              <a:gd name="connsiteY103" fmla="*/ 2050531 h 6858000"/>
              <a:gd name="connsiteX104" fmla="*/ 237760 w 1364418"/>
              <a:gd name="connsiteY104" fmla="*/ 1963269 h 6858000"/>
              <a:gd name="connsiteX105" fmla="*/ 218938 w 1364418"/>
              <a:gd name="connsiteY105" fmla="*/ 1906352 h 6858000"/>
              <a:gd name="connsiteX106" fmla="*/ 195495 w 1364418"/>
              <a:gd name="connsiteY106" fmla="*/ 1861531 h 6858000"/>
              <a:gd name="connsiteX107" fmla="*/ 149294 w 1364418"/>
              <a:gd name="connsiteY107" fmla="*/ 1732919 h 6858000"/>
              <a:gd name="connsiteX108" fmla="*/ 121605 w 1364418"/>
              <a:gd name="connsiteY108" fmla="*/ 1663540 h 6858000"/>
              <a:gd name="connsiteX109" fmla="*/ 120731 w 1364418"/>
              <a:gd name="connsiteY109" fmla="*/ 1615777 h 6858000"/>
              <a:gd name="connsiteX110" fmla="*/ 101526 w 1364418"/>
              <a:gd name="connsiteY110" fmla="*/ 1563678 h 6858000"/>
              <a:gd name="connsiteX111" fmla="*/ 114606 w 1364418"/>
              <a:gd name="connsiteY111" fmla="*/ 1519474 h 6858000"/>
              <a:gd name="connsiteX112" fmla="*/ 107348 w 1364418"/>
              <a:gd name="connsiteY112" fmla="*/ 1477995 h 6858000"/>
              <a:gd name="connsiteX113" fmla="*/ 93433 w 1364418"/>
              <a:gd name="connsiteY113" fmla="*/ 1373769 h 6858000"/>
              <a:gd name="connsiteX114" fmla="*/ 101740 w 1364418"/>
              <a:gd name="connsiteY114" fmla="*/ 1307086 h 6858000"/>
              <a:gd name="connsiteX115" fmla="*/ 102928 w 1364418"/>
              <a:gd name="connsiteY115" fmla="*/ 1189033 h 6858000"/>
              <a:gd name="connsiteX116" fmla="*/ 107613 w 1364418"/>
              <a:gd name="connsiteY116" fmla="*/ 1168288 h 6858000"/>
              <a:gd name="connsiteX117" fmla="*/ 99895 w 1364418"/>
              <a:gd name="connsiteY117" fmla="*/ 1142577 h 6858000"/>
              <a:gd name="connsiteX118" fmla="*/ 89201 w 1364418"/>
              <a:gd name="connsiteY118" fmla="*/ 1088484 h 6858000"/>
              <a:gd name="connsiteX119" fmla="*/ 77937 w 1364418"/>
              <a:gd name="connsiteY119" fmla="*/ 1016103 h 6858000"/>
              <a:gd name="connsiteX120" fmla="*/ 79393 w 1364418"/>
              <a:gd name="connsiteY120" fmla="*/ 932283 h 6858000"/>
              <a:gd name="connsiteX121" fmla="*/ 81629 w 1364418"/>
              <a:gd name="connsiteY121" fmla="*/ 915925 h 6858000"/>
              <a:gd name="connsiteX122" fmla="*/ 74258 w 1364418"/>
              <a:gd name="connsiteY122" fmla="*/ 896999 h 6858000"/>
              <a:gd name="connsiteX123" fmla="*/ 43666 w 1364418"/>
              <a:gd name="connsiteY123" fmla="*/ 821517 h 6858000"/>
              <a:gd name="connsiteX124" fmla="*/ 22616 w 1364418"/>
              <a:gd name="connsiteY124" fmla="*/ 751353 h 6858000"/>
              <a:gd name="connsiteX125" fmla="*/ 22174 w 1364418"/>
              <a:gd name="connsiteY125" fmla="*/ 721230 h 6858000"/>
              <a:gd name="connsiteX126" fmla="*/ 7845 w 1364418"/>
              <a:gd name="connsiteY126" fmla="*/ 681659 h 6858000"/>
              <a:gd name="connsiteX127" fmla="*/ 31306 w 1364418"/>
              <a:gd name="connsiteY127" fmla="*/ 619315 h 6858000"/>
              <a:gd name="connsiteX128" fmla="*/ 15184 w 1364418"/>
              <a:gd name="connsiteY128" fmla="*/ 585934 h 6858000"/>
              <a:gd name="connsiteX129" fmla="*/ 22258 w 1364418"/>
              <a:gd name="connsiteY129" fmla="*/ 538948 h 6858000"/>
              <a:gd name="connsiteX130" fmla="*/ 64209 w 1364418"/>
              <a:gd name="connsiteY130" fmla="*/ 473479 h 6858000"/>
              <a:gd name="connsiteX131" fmla="*/ 52290 w 1364418"/>
              <a:gd name="connsiteY131" fmla="*/ 446567 h 6858000"/>
              <a:gd name="connsiteX132" fmla="*/ 51538 w 1364418"/>
              <a:gd name="connsiteY132" fmla="*/ 393828 h 6858000"/>
              <a:gd name="connsiteX133" fmla="*/ 51368 w 1364418"/>
              <a:gd name="connsiteY133" fmla="*/ 353137 h 6858000"/>
              <a:gd name="connsiteX134" fmla="*/ 72878 w 1364418"/>
              <a:gd name="connsiteY134" fmla="*/ 309501 h 6858000"/>
              <a:gd name="connsiteX135" fmla="*/ 57061 w 1364418"/>
              <a:gd name="connsiteY135" fmla="*/ 275771 h 6858000"/>
              <a:gd name="connsiteX136" fmla="*/ 74088 w 1364418"/>
              <a:gd name="connsiteY136" fmla="*/ 212860 h 6858000"/>
              <a:gd name="connsiteX137" fmla="*/ 65798 w 1364418"/>
              <a:gd name="connsiteY137" fmla="*/ 144983 h 6858000"/>
              <a:gd name="connsiteX138" fmla="*/ 78082 w 1364418"/>
              <a:gd name="connsiteY138" fmla="*/ 55288 h 6858000"/>
              <a:gd name="connsiteX139" fmla="*/ 37636 w 1364418"/>
              <a:gd name="connsiteY139" fmla="*/ 0 h 6858000"/>
              <a:gd name="connsiteX0" fmla="*/ 37636 w 1364418"/>
              <a:gd name="connsiteY0" fmla="*/ 0 h 6858000"/>
              <a:gd name="connsiteX1" fmla="*/ 1364418 w 1364418"/>
              <a:gd name="connsiteY1" fmla="*/ 0 h 6858000"/>
              <a:gd name="connsiteX2" fmla="*/ 1364418 w 1364418"/>
              <a:gd name="connsiteY2" fmla="*/ 6858000 h 6858000"/>
              <a:gd name="connsiteX3" fmla="*/ 101112 w 1364418"/>
              <a:gd name="connsiteY3" fmla="*/ 6857735 h 6858000"/>
              <a:gd name="connsiteX4" fmla="*/ 137705 w 1364418"/>
              <a:gd name="connsiteY4" fmla="*/ 6776847 h 6858000"/>
              <a:gd name="connsiteX5" fmla="*/ 149205 w 1364418"/>
              <a:gd name="connsiteY5" fmla="*/ 6737706 h 6858000"/>
              <a:gd name="connsiteX6" fmla="*/ 173944 w 1364418"/>
              <a:gd name="connsiteY6" fmla="*/ 6691589 h 6858000"/>
              <a:gd name="connsiteX7" fmla="*/ 151501 w 1364418"/>
              <a:gd name="connsiteY7" fmla="*/ 6659970 h 6858000"/>
              <a:gd name="connsiteX8" fmla="*/ 166592 w 1364418"/>
              <a:gd name="connsiteY8" fmla="*/ 6636211 h 6858000"/>
              <a:gd name="connsiteX9" fmla="*/ 184036 w 1364418"/>
              <a:gd name="connsiteY9" fmla="*/ 6594177 h 6858000"/>
              <a:gd name="connsiteX10" fmla="*/ 198076 w 1364418"/>
              <a:gd name="connsiteY10" fmla="*/ 6557575 h 6858000"/>
              <a:gd name="connsiteX11" fmla="*/ 251033 w 1364418"/>
              <a:gd name="connsiteY11" fmla="*/ 6492130 h 6858000"/>
              <a:gd name="connsiteX12" fmla="*/ 266720 w 1364418"/>
              <a:gd name="connsiteY12" fmla="*/ 6431610 h 6858000"/>
              <a:gd name="connsiteX13" fmla="*/ 310425 w 1364418"/>
              <a:gd name="connsiteY13" fmla="*/ 6379786 h 6858000"/>
              <a:gd name="connsiteX14" fmla="*/ 293648 w 1364418"/>
              <a:gd name="connsiteY14" fmla="*/ 6334727 h 6858000"/>
              <a:gd name="connsiteX15" fmla="*/ 271063 w 1364418"/>
              <a:gd name="connsiteY15" fmla="*/ 6313295 h 6858000"/>
              <a:gd name="connsiteX16" fmla="*/ 278227 w 1364418"/>
              <a:gd name="connsiteY16" fmla="*/ 6280046 h 6858000"/>
              <a:gd name="connsiteX17" fmla="*/ 260972 w 1364418"/>
              <a:gd name="connsiteY17" fmla="*/ 6270265 h 6858000"/>
              <a:gd name="connsiteX18" fmla="*/ 288000 w 1364418"/>
              <a:gd name="connsiteY18" fmla="*/ 6252834 h 6858000"/>
              <a:gd name="connsiteX19" fmla="*/ 265992 w 1364418"/>
              <a:gd name="connsiteY19" fmla="*/ 6202459 h 6858000"/>
              <a:gd name="connsiteX20" fmla="*/ 264790 w 1364418"/>
              <a:gd name="connsiteY20" fmla="*/ 6153037 h 6858000"/>
              <a:gd name="connsiteX21" fmla="*/ 280205 w 1364418"/>
              <a:gd name="connsiteY21" fmla="*/ 6078132 h 6858000"/>
              <a:gd name="connsiteX22" fmla="*/ 267592 w 1364418"/>
              <a:gd name="connsiteY22" fmla="*/ 6028119 h 6858000"/>
              <a:gd name="connsiteX23" fmla="*/ 252821 w 1364418"/>
              <a:gd name="connsiteY23" fmla="*/ 5926735 h 6858000"/>
              <a:gd name="connsiteX24" fmla="*/ 302333 w 1364418"/>
              <a:gd name="connsiteY24" fmla="*/ 5712857 h 6858000"/>
              <a:gd name="connsiteX25" fmla="*/ 281408 w 1364418"/>
              <a:gd name="connsiteY25" fmla="*/ 5676393 h 6858000"/>
              <a:gd name="connsiteX26" fmla="*/ 321000 w 1364418"/>
              <a:gd name="connsiteY26" fmla="*/ 5563435 h 6858000"/>
              <a:gd name="connsiteX27" fmla="*/ 368130 w 1364418"/>
              <a:gd name="connsiteY27" fmla="*/ 5437125 h 6858000"/>
              <a:gd name="connsiteX28" fmla="*/ 381698 w 1364418"/>
              <a:gd name="connsiteY28" fmla="*/ 5396260 h 6858000"/>
              <a:gd name="connsiteX29" fmla="*/ 397679 w 1364418"/>
              <a:gd name="connsiteY29" fmla="*/ 5330009 h 6858000"/>
              <a:gd name="connsiteX30" fmla="*/ 431172 w 1364418"/>
              <a:gd name="connsiteY30" fmla="*/ 5273739 h 6858000"/>
              <a:gd name="connsiteX31" fmla="*/ 440771 w 1364418"/>
              <a:gd name="connsiteY31" fmla="*/ 5241779 h 6858000"/>
              <a:gd name="connsiteX32" fmla="*/ 451997 w 1364418"/>
              <a:gd name="connsiteY32" fmla="*/ 5225268 h 6858000"/>
              <a:gd name="connsiteX33" fmla="*/ 453017 w 1364418"/>
              <a:gd name="connsiteY33" fmla="*/ 5217684 h 6858000"/>
              <a:gd name="connsiteX34" fmla="*/ 460358 w 1364418"/>
              <a:gd name="connsiteY34" fmla="*/ 5193377 h 6858000"/>
              <a:gd name="connsiteX35" fmla="*/ 463661 w 1364418"/>
              <a:gd name="connsiteY35" fmla="*/ 5179288 h 6858000"/>
              <a:gd name="connsiteX36" fmla="*/ 464645 w 1364418"/>
              <a:gd name="connsiteY36" fmla="*/ 5173621 h 6858000"/>
              <a:gd name="connsiteX37" fmla="*/ 460279 w 1364418"/>
              <a:gd name="connsiteY37" fmla="*/ 5159961 h 6858000"/>
              <a:gd name="connsiteX38" fmla="*/ 466956 w 1364418"/>
              <a:gd name="connsiteY38" fmla="*/ 5144295 h 6858000"/>
              <a:gd name="connsiteX39" fmla="*/ 463889 w 1364418"/>
              <a:gd name="connsiteY39" fmla="*/ 5125185 h 6858000"/>
              <a:gd name="connsiteX40" fmla="*/ 470719 w 1364418"/>
              <a:gd name="connsiteY40" fmla="*/ 5121884 h 6858000"/>
              <a:gd name="connsiteX41" fmla="*/ 477755 w 1364418"/>
              <a:gd name="connsiteY41" fmla="*/ 5067850 h 6858000"/>
              <a:gd name="connsiteX42" fmla="*/ 480486 w 1364418"/>
              <a:gd name="connsiteY42" fmla="*/ 5060861 h 6858000"/>
              <a:gd name="connsiteX43" fmla="*/ 477190 w 1364418"/>
              <a:gd name="connsiteY43" fmla="*/ 5034192 h 6858000"/>
              <a:gd name="connsiteX44" fmla="*/ 478744 w 1364418"/>
              <a:gd name="connsiteY44" fmla="*/ 4993030 h 6858000"/>
              <a:gd name="connsiteX45" fmla="*/ 485653 w 1364418"/>
              <a:gd name="connsiteY45" fmla="*/ 4946844 h 6858000"/>
              <a:gd name="connsiteX46" fmla="*/ 481509 w 1364418"/>
              <a:gd name="connsiteY46" fmla="*/ 4932692 h 6858000"/>
              <a:gd name="connsiteX47" fmla="*/ 496912 w 1364418"/>
              <a:gd name="connsiteY47" fmla="*/ 4858827 h 6858000"/>
              <a:gd name="connsiteX48" fmla="*/ 502815 w 1364418"/>
              <a:gd name="connsiteY48" fmla="*/ 4821170 h 6858000"/>
              <a:gd name="connsiteX49" fmla="*/ 507548 w 1364418"/>
              <a:gd name="connsiteY49" fmla="*/ 4780965 h 6858000"/>
              <a:gd name="connsiteX50" fmla="*/ 508841 w 1364418"/>
              <a:gd name="connsiteY50" fmla="*/ 4750867 h 6858000"/>
              <a:gd name="connsiteX51" fmla="*/ 506648 w 1364418"/>
              <a:gd name="connsiteY51" fmla="*/ 4690749 h 6858000"/>
              <a:gd name="connsiteX52" fmla="*/ 502128 w 1364418"/>
              <a:gd name="connsiteY52" fmla="*/ 4584173 h 6858000"/>
              <a:gd name="connsiteX53" fmla="*/ 497211 w 1364418"/>
              <a:gd name="connsiteY53" fmla="*/ 4444346 h 6858000"/>
              <a:gd name="connsiteX54" fmla="*/ 493776 w 1364418"/>
              <a:gd name="connsiteY54" fmla="*/ 4375228 h 6858000"/>
              <a:gd name="connsiteX55" fmla="*/ 474429 w 1364418"/>
              <a:gd name="connsiteY55" fmla="*/ 4214165 h 6858000"/>
              <a:gd name="connsiteX56" fmla="*/ 478502 w 1364418"/>
              <a:gd name="connsiteY56" fmla="*/ 4090296 h 6858000"/>
              <a:gd name="connsiteX57" fmla="*/ 463758 w 1364418"/>
              <a:gd name="connsiteY57" fmla="*/ 4033999 h 6858000"/>
              <a:gd name="connsiteX58" fmla="*/ 464907 w 1364418"/>
              <a:gd name="connsiteY58" fmla="*/ 4031933 h 6858000"/>
              <a:gd name="connsiteX59" fmla="*/ 463483 w 1364418"/>
              <a:gd name="connsiteY59" fmla="*/ 4013953 h 6858000"/>
              <a:gd name="connsiteX60" fmla="*/ 449778 w 1364418"/>
              <a:gd name="connsiteY60" fmla="*/ 3974753 h 6858000"/>
              <a:gd name="connsiteX61" fmla="*/ 451376 w 1364418"/>
              <a:gd name="connsiteY61" fmla="*/ 3969950 h 6858000"/>
              <a:gd name="connsiteX62" fmla="*/ 444798 w 1364418"/>
              <a:gd name="connsiteY62" fmla="*/ 3933779 h 6858000"/>
              <a:gd name="connsiteX63" fmla="*/ 446129 w 1364418"/>
              <a:gd name="connsiteY63" fmla="*/ 3933093 h 6858000"/>
              <a:gd name="connsiteX64" fmla="*/ 450483 w 1364418"/>
              <a:gd name="connsiteY64" fmla="*/ 3922082 h 6858000"/>
              <a:gd name="connsiteX65" fmla="*/ 455561 w 1364418"/>
              <a:gd name="connsiteY65" fmla="*/ 3901461 h 6858000"/>
              <a:gd name="connsiteX66" fmla="*/ 478155 w 1364418"/>
              <a:gd name="connsiteY66" fmla="*/ 3813873 h 6858000"/>
              <a:gd name="connsiteX67" fmla="*/ 477580 w 1364418"/>
              <a:gd name="connsiteY67" fmla="*/ 3806161 h 6858000"/>
              <a:gd name="connsiteX68" fmla="*/ 477887 w 1364418"/>
              <a:gd name="connsiteY68" fmla="*/ 3805957 h 6858000"/>
              <a:gd name="connsiteX69" fmla="*/ 477914 w 1364418"/>
              <a:gd name="connsiteY69" fmla="*/ 3797724 h 6858000"/>
              <a:gd name="connsiteX70" fmla="*/ 476529 w 1364418"/>
              <a:gd name="connsiteY70" fmla="*/ 3792098 h 6858000"/>
              <a:gd name="connsiteX71" fmla="*/ 475413 w 1364418"/>
              <a:gd name="connsiteY71" fmla="*/ 3777135 h 6858000"/>
              <a:gd name="connsiteX72" fmla="*/ 477146 w 1364418"/>
              <a:gd name="connsiteY72" fmla="*/ 3771656 h 6858000"/>
              <a:gd name="connsiteX73" fmla="*/ 480889 w 1364418"/>
              <a:gd name="connsiteY73" fmla="*/ 3769007 h 6858000"/>
              <a:gd name="connsiteX74" fmla="*/ 480355 w 1364418"/>
              <a:gd name="connsiteY74" fmla="*/ 3767709 h 6858000"/>
              <a:gd name="connsiteX75" fmla="*/ 489051 w 1364418"/>
              <a:gd name="connsiteY75" fmla="*/ 3738082 h 6858000"/>
              <a:gd name="connsiteX76" fmla="*/ 496397 w 1364418"/>
              <a:gd name="connsiteY76" fmla="*/ 3673397 h 6858000"/>
              <a:gd name="connsiteX77" fmla="*/ 495693 w 1364418"/>
              <a:gd name="connsiteY77" fmla="*/ 3637109 h 6858000"/>
              <a:gd name="connsiteX78" fmla="*/ 499136 w 1364418"/>
              <a:gd name="connsiteY78" fmla="*/ 3536883 h 6858000"/>
              <a:gd name="connsiteX79" fmla="*/ 506674 w 1364418"/>
              <a:gd name="connsiteY79" fmla="*/ 3435652 h 6858000"/>
              <a:gd name="connsiteX80" fmla="*/ 508345 w 1364418"/>
              <a:gd name="connsiteY80" fmla="*/ 3307769 h 6858000"/>
              <a:gd name="connsiteX81" fmla="*/ 525908 w 1364418"/>
              <a:gd name="connsiteY81" fmla="*/ 3250522 h 6858000"/>
              <a:gd name="connsiteX82" fmla="*/ 526333 w 1364418"/>
              <a:gd name="connsiteY82" fmla="*/ 3229163 h 6858000"/>
              <a:gd name="connsiteX83" fmla="*/ 528156 w 1364418"/>
              <a:gd name="connsiteY83" fmla="*/ 3217217 h 6858000"/>
              <a:gd name="connsiteX84" fmla="*/ 514991 w 1364418"/>
              <a:gd name="connsiteY84" fmla="*/ 3183755 h 6858000"/>
              <a:gd name="connsiteX85" fmla="*/ 515492 w 1364418"/>
              <a:gd name="connsiteY85" fmla="*/ 3178642 h 6858000"/>
              <a:gd name="connsiteX86" fmla="*/ 503092 w 1364418"/>
              <a:gd name="connsiteY86" fmla="*/ 3158586 h 6858000"/>
              <a:gd name="connsiteX87" fmla="*/ 488277 w 1364418"/>
              <a:gd name="connsiteY87" fmla="*/ 3129034 h 6858000"/>
              <a:gd name="connsiteX88" fmla="*/ 488942 w 1364418"/>
              <a:gd name="connsiteY88" fmla="*/ 3126682 h 6858000"/>
              <a:gd name="connsiteX89" fmla="*/ 479810 w 1364418"/>
              <a:gd name="connsiteY89" fmla="*/ 3114519 h 6858000"/>
              <a:gd name="connsiteX90" fmla="*/ 466419 w 1364418"/>
              <a:gd name="connsiteY90" fmla="*/ 3106272 h 6858000"/>
              <a:gd name="connsiteX91" fmla="*/ 439149 w 1364418"/>
              <a:gd name="connsiteY91" fmla="*/ 2958185 h 6858000"/>
              <a:gd name="connsiteX92" fmla="*/ 381763 w 1364418"/>
              <a:gd name="connsiteY92" fmla="*/ 2762989 h 6858000"/>
              <a:gd name="connsiteX93" fmla="*/ 330681 w 1364418"/>
              <a:gd name="connsiteY93" fmla="*/ 2554718 h 6858000"/>
              <a:gd name="connsiteX94" fmla="*/ 310775 w 1364418"/>
              <a:gd name="connsiteY94" fmla="*/ 2485734 h 6858000"/>
              <a:gd name="connsiteX95" fmla="*/ 301498 w 1364418"/>
              <a:gd name="connsiteY95" fmla="*/ 2447068 h 6858000"/>
              <a:gd name="connsiteX96" fmla="*/ 288459 w 1364418"/>
              <a:gd name="connsiteY96" fmla="*/ 2425819 h 6858000"/>
              <a:gd name="connsiteX97" fmla="*/ 294458 w 1364418"/>
              <a:gd name="connsiteY97" fmla="*/ 2402874 h 6858000"/>
              <a:gd name="connsiteX98" fmla="*/ 297070 w 1364418"/>
              <a:gd name="connsiteY98" fmla="*/ 2381443 h 6858000"/>
              <a:gd name="connsiteX99" fmla="*/ 273399 w 1364418"/>
              <a:gd name="connsiteY99" fmla="*/ 2261920 h 6858000"/>
              <a:gd name="connsiteX100" fmla="*/ 263286 w 1364418"/>
              <a:gd name="connsiteY100" fmla="*/ 2195378 h 6858000"/>
              <a:gd name="connsiteX101" fmla="*/ 247503 w 1364418"/>
              <a:gd name="connsiteY101" fmla="*/ 2155135 h 6858000"/>
              <a:gd name="connsiteX102" fmla="*/ 244961 w 1364418"/>
              <a:gd name="connsiteY102" fmla="*/ 2118008 h 6858000"/>
              <a:gd name="connsiteX103" fmla="*/ 245954 w 1364418"/>
              <a:gd name="connsiteY103" fmla="*/ 2050531 h 6858000"/>
              <a:gd name="connsiteX104" fmla="*/ 237760 w 1364418"/>
              <a:gd name="connsiteY104" fmla="*/ 1963269 h 6858000"/>
              <a:gd name="connsiteX105" fmla="*/ 218938 w 1364418"/>
              <a:gd name="connsiteY105" fmla="*/ 1906352 h 6858000"/>
              <a:gd name="connsiteX106" fmla="*/ 195495 w 1364418"/>
              <a:gd name="connsiteY106" fmla="*/ 1861531 h 6858000"/>
              <a:gd name="connsiteX107" fmla="*/ 149294 w 1364418"/>
              <a:gd name="connsiteY107" fmla="*/ 1732919 h 6858000"/>
              <a:gd name="connsiteX108" fmla="*/ 121605 w 1364418"/>
              <a:gd name="connsiteY108" fmla="*/ 1663540 h 6858000"/>
              <a:gd name="connsiteX109" fmla="*/ 120731 w 1364418"/>
              <a:gd name="connsiteY109" fmla="*/ 1615777 h 6858000"/>
              <a:gd name="connsiteX110" fmla="*/ 101526 w 1364418"/>
              <a:gd name="connsiteY110" fmla="*/ 1563678 h 6858000"/>
              <a:gd name="connsiteX111" fmla="*/ 114606 w 1364418"/>
              <a:gd name="connsiteY111" fmla="*/ 1519474 h 6858000"/>
              <a:gd name="connsiteX112" fmla="*/ 107348 w 1364418"/>
              <a:gd name="connsiteY112" fmla="*/ 1477995 h 6858000"/>
              <a:gd name="connsiteX113" fmla="*/ 93433 w 1364418"/>
              <a:gd name="connsiteY113" fmla="*/ 1373769 h 6858000"/>
              <a:gd name="connsiteX114" fmla="*/ 101740 w 1364418"/>
              <a:gd name="connsiteY114" fmla="*/ 1307086 h 6858000"/>
              <a:gd name="connsiteX115" fmla="*/ 102928 w 1364418"/>
              <a:gd name="connsiteY115" fmla="*/ 1189033 h 6858000"/>
              <a:gd name="connsiteX116" fmla="*/ 107613 w 1364418"/>
              <a:gd name="connsiteY116" fmla="*/ 1168288 h 6858000"/>
              <a:gd name="connsiteX117" fmla="*/ 99895 w 1364418"/>
              <a:gd name="connsiteY117" fmla="*/ 1142577 h 6858000"/>
              <a:gd name="connsiteX118" fmla="*/ 89201 w 1364418"/>
              <a:gd name="connsiteY118" fmla="*/ 1088484 h 6858000"/>
              <a:gd name="connsiteX119" fmla="*/ 77937 w 1364418"/>
              <a:gd name="connsiteY119" fmla="*/ 1016103 h 6858000"/>
              <a:gd name="connsiteX120" fmla="*/ 79393 w 1364418"/>
              <a:gd name="connsiteY120" fmla="*/ 932283 h 6858000"/>
              <a:gd name="connsiteX121" fmla="*/ 81629 w 1364418"/>
              <a:gd name="connsiteY121" fmla="*/ 915925 h 6858000"/>
              <a:gd name="connsiteX122" fmla="*/ 74258 w 1364418"/>
              <a:gd name="connsiteY122" fmla="*/ 896999 h 6858000"/>
              <a:gd name="connsiteX123" fmla="*/ 43666 w 1364418"/>
              <a:gd name="connsiteY123" fmla="*/ 821517 h 6858000"/>
              <a:gd name="connsiteX124" fmla="*/ 22616 w 1364418"/>
              <a:gd name="connsiteY124" fmla="*/ 751353 h 6858000"/>
              <a:gd name="connsiteX125" fmla="*/ 22174 w 1364418"/>
              <a:gd name="connsiteY125" fmla="*/ 721230 h 6858000"/>
              <a:gd name="connsiteX126" fmla="*/ 7845 w 1364418"/>
              <a:gd name="connsiteY126" fmla="*/ 681659 h 6858000"/>
              <a:gd name="connsiteX127" fmla="*/ 31306 w 1364418"/>
              <a:gd name="connsiteY127" fmla="*/ 619315 h 6858000"/>
              <a:gd name="connsiteX128" fmla="*/ 15184 w 1364418"/>
              <a:gd name="connsiteY128" fmla="*/ 585934 h 6858000"/>
              <a:gd name="connsiteX129" fmla="*/ 22258 w 1364418"/>
              <a:gd name="connsiteY129" fmla="*/ 538948 h 6858000"/>
              <a:gd name="connsiteX130" fmla="*/ 26166 w 1364418"/>
              <a:gd name="connsiteY130" fmla="*/ 525163 h 6858000"/>
              <a:gd name="connsiteX131" fmla="*/ 52290 w 1364418"/>
              <a:gd name="connsiteY131" fmla="*/ 446567 h 6858000"/>
              <a:gd name="connsiteX132" fmla="*/ 51538 w 1364418"/>
              <a:gd name="connsiteY132" fmla="*/ 393828 h 6858000"/>
              <a:gd name="connsiteX133" fmla="*/ 51368 w 1364418"/>
              <a:gd name="connsiteY133" fmla="*/ 353137 h 6858000"/>
              <a:gd name="connsiteX134" fmla="*/ 72878 w 1364418"/>
              <a:gd name="connsiteY134" fmla="*/ 309501 h 6858000"/>
              <a:gd name="connsiteX135" fmla="*/ 57061 w 1364418"/>
              <a:gd name="connsiteY135" fmla="*/ 275771 h 6858000"/>
              <a:gd name="connsiteX136" fmla="*/ 74088 w 1364418"/>
              <a:gd name="connsiteY136" fmla="*/ 212860 h 6858000"/>
              <a:gd name="connsiteX137" fmla="*/ 65798 w 1364418"/>
              <a:gd name="connsiteY137" fmla="*/ 144983 h 6858000"/>
              <a:gd name="connsiteX138" fmla="*/ 78082 w 1364418"/>
              <a:gd name="connsiteY138" fmla="*/ 55288 h 6858000"/>
              <a:gd name="connsiteX139" fmla="*/ 37636 w 1364418"/>
              <a:gd name="connsiteY139" fmla="*/ 0 h 6858000"/>
              <a:gd name="connsiteX0" fmla="*/ 37636 w 1364418"/>
              <a:gd name="connsiteY0" fmla="*/ 0 h 6858000"/>
              <a:gd name="connsiteX1" fmla="*/ 1364418 w 1364418"/>
              <a:gd name="connsiteY1" fmla="*/ 0 h 6858000"/>
              <a:gd name="connsiteX2" fmla="*/ 1364418 w 1364418"/>
              <a:gd name="connsiteY2" fmla="*/ 6858000 h 6858000"/>
              <a:gd name="connsiteX3" fmla="*/ 101112 w 1364418"/>
              <a:gd name="connsiteY3" fmla="*/ 6857735 h 6858000"/>
              <a:gd name="connsiteX4" fmla="*/ 137705 w 1364418"/>
              <a:gd name="connsiteY4" fmla="*/ 6776847 h 6858000"/>
              <a:gd name="connsiteX5" fmla="*/ 149205 w 1364418"/>
              <a:gd name="connsiteY5" fmla="*/ 6737706 h 6858000"/>
              <a:gd name="connsiteX6" fmla="*/ 173944 w 1364418"/>
              <a:gd name="connsiteY6" fmla="*/ 6691589 h 6858000"/>
              <a:gd name="connsiteX7" fmla="*/ 151501 w 1364418"/>
              <a:gd name="connsiteY7" fmla="*/ 6659970 h 6858000"/>
              <a:gd name="connsiteX8" fmla="*/ 166592 w 1364418"/>
              <a:gd name="connsiteY8" fmla="*/ 6636211 h 6858000"/>
              <a:gd name="connsiteX9" fmla="*/ 184036 w 1364418"/>
              <a:gd name="connsiteY9" fmla="*/ 6594177 h 6858000"/>
              <a:gd name="connsiteX10" fmla="*/ 198076 w 1364418"/>
              <a:gd name="connsiteY10" fmla="*/ 6557575 h 6858000"/>
              <a:gd name="connsiteX11" fmla="*/ 251033 w 1364418"/>
              <a:gd name="connsiteY11" fmla="*/ 6492130 h 6858000"/>
              <a:gd name="connsiteX12" fmla="*/ 266720 w 1364418"/>
              <a:gd name="connsiteY12" fmla="*/ 6431610 h 6858000"/>
              <a:gd name="connsiteX13" fmla="*/ 310425 w 1364418"/>
              <a:gd name="connsiteY13" fmla="*/ 6379786 h 6858000"/>
              <a:gd name="connsiteX14" fmla="*/ 293648 w 1364418"/>
              <a:gd name="connsiteY14" fmla="*/ 6334727 h 6858000"/>
              <a:gd name="connsiteX15" fmla="*/ 271063 w 1364418"/>
              <a:gd name="connsiteY15" fmla="*/ 6313295 h 6858000"/>
              <a:gd name="connsiteX16" fmla="*/ 278227 w 1364418"/>
              <a:gd name="connsiteY16" fmla="*/ 6280046 h 6858000"/>
              <a:gd name="connsiteX17" fmla="*/ 260972 w 1364418"/>
              <a:gd name="connsiteY17" fmla="*/ 6270265 h 6858000"/>
              <a:gd name="connsiteX18" fmla="*/ 288000 w 1364418"/>
              <a:gd name="connsiteY18" fmla="*/ 6252834 h 6858000"/>
              <a:gd name="connsiteX19" fmla="*/ 265992 w 1364418"/>
              <a:gd name="connsiteY19" fmla="*/ 6202459 h 6858000"/>
              <a:gd name="connsiteX20" fmla="*/ 264790 w 1364418"/>
              <a:gd name="connsiteY20" fmla="*/ 6153037 h 6858000"/>
              <a:gd name="connsiteX21" fmla="*/ 280205 w 1364418"/>
              <a:gd name="connsiteY21" fmla="*/ 6078132 h 6858000"/>
              <a:gd name="connsiteX22" fmla="*/ 267592 w 1364418"/>
              <a:gd name="connsiteY22" fmla="*/ 6028119 h 6858000"/>
              <a:gd name="connsiteX23" fmla="*/ 252821 w 1364418"/>
              <a:gd name="connsiteY23" fmla="*/ 5926735 h 6858000"/>
              <a:gd name="connsiteX24" fmla="*/ 302333 w 1364418"/>
              <a:gd name="connsiteY24" fmla="*/ 5712857 h 6858000"/>
              <a:gd name="connsiteX25" fmla="*/ 281408 w 1364418"/>
              <a:gd name="connsiteY25" fmla="*/ 5676393 h 6858000"/>
              <a:gd name="connsiteX26" fmla="*/ 321000 w 1364418"/>
              <a:gd name="connsiteY26" fmla="*/ 5563435 h 6858000"/>
              <a:gd name="connsiteX27" fmla="*/ 368130 w 1364418"/>
              <a:gd name="connsiteY27" fmla="*/ 5437125 h 6858000"/>
              <a:gd name="connsiteX28" fmla="*/ 381698 w 1364418"/>
              <a:gd name="connsiteY28" fmla="*/ 5396260 h 6858000"/>
              <a:gd name="connsiteX29" fmla="*/ 397679 w 1364418"/>
              <a:gd name="connsiteY29" fmla="*/ 5330009 h 6858000"/>
              <a:gd name="connsiteX30" fmla="*/ 431172 w 1364418"/>
              <a:gd name="connsiteY30" fmla="*/ 5273739 h 6858000"/>
              <a:gd name="connsiteX31" fmla="*/ 440771 w 1364418"/>
              <a:gd name="connsiteY31" fmla="*/ 5241779 h 6858000"/>
              <a:gd name="connsiteX32" fmla="*/ 451997 w 1364418"/>
              <a:gd name="connsiteY32" fmla="*/ 5225268 h 6858000"/>
              <a:gd name="connsiteX33" fmla="*/ 453017 w 1364418"/>
              <a:gd name="connsiteY33" fmla="*/ 5217684 h 6858000"/>
              <a:gd name="connsiteX34" fmla="*/ 460358 w 1364418"/>
              <a:gd name="connsiteY34" fmla="*/ 5193377 h 6858000"/>
              <a:gd name="connsiteX35" fmla="*/ 463661 w 1364418"/>
              <a:gd name="connsiteY35" fmla="*/ 5179288 h 6858000"/>
              <a:gd name="connsiteX36" fmla="*/ 464645 w 1364418"/>
              <a:gd name="connsiteY36" fmla="*/ 5173621 h 6858000"/>
              <a:gd name="connsiteX37" fmla="*/ 460279 w 1364418"/>
              <a:gd name="connsiteY37" fmla="*/ 5159961 h 6858000"/>
              <a:gd name="connsiteX38" fmla="*/ 466956 w 1364418"/>
              <a:gd name="connsiteY38" fmla="*/ 5144295 h 6858000"/>
              <a:gd name="connsiteX39" fmla="*/ 463889 w 1364418"/>
              <a:gd name="connsiteY39" fmla="*/ 5125185 h 6858000"/>
              <a:gd name="connsiteX40" fmla="*/ 470719 w 1364418"/>
              <a:gd name="connsiteY40" fmla="*/ 5121884 h 6858000"/>
              <a:gd name="connsiteX41" fmla="*/ 477755 w 1364418"/>
              <a:gd name="connsiteY41" fmla="*/ 5067850 h 6858000"/>
              <a:gd name="connsiteX42" fmla="*/ 480486 w 1364418"/>
              <a:gd name="connsiteY42" fmla="*/ 5060861 h 6858000"/>
              <a:gd name="connsiteX43" fmla="*/ 477190 w 1364418"/>
              <a:gd name="connsiteY43" fmla="*/ 5034192 h 6858000"/>
              <a:gd name="connsiteX44" fmla="*/ 478744 w 1364418"/>
              <a:gd name="connsiteY44" fmla="*/ 4993030 h 6858000"/>
              <a:gd name="connsiteX45" fmla="*/ 485653 w 1364418"/>
              <a:gd name="connsiteY45" fmla="*/ 4946844 h 6858000"/>
              <a:gd name="connsiteX46" fmla="*/ 481509 w 1364418"/>
              <a:gd name="connsiteY46" fmla="*/ 4932692 h 6858000"/>
              <a:gd name="connsiteX47" fmla="*/ 496912 w 1364418"/>
              <a:gd name="connsiteY47" fmla="*/ 4858827 h 6858000"/>
              <a:gd name="connsiteX48" fmla="*/ 502815 w 1364418"/>
              <a:gd name="connsiteY48" fmla="*/ 4821170 h 6858000"/>
              <a:gd name="connsiteX49" fmla="*/ 507548 w 1364418"/>
              <a:gd name="connsiteY49" fmla="*/ 4780965 h 6858000"/>
              <a:gd name="connsiteX50" fmla="*/ 508841 w 1364418"/>
              <a:gd name="connsiteY50" fmla="*/ 4750867 h 6858000"/>
              <a:gd name="connsiteX51" fmla="*/ 506648 w 1364418"/>
              <a:gd name="connsiteY51" fmla="*/ 4690749 h 6858000"/>
              <a:gd name="connsiteX52" fmla="*/ 502128 w 1364418"/>
              <a:gd name="connsiteY52" fmla="*/ 4584173 h 6858000"/>
              <a:gd name="connsiteX53" fmla="*/ 497211 w 1364418"/>
              <a:gd name="connsiteY53" fmla="*/ 4444346 h 6858000"/>
              <a:gd name="connsiteX54" fmla="*/ 493776 w 1364418"/>
              <a:gd name="connsiteY54" fmla="*/ 4375228 h 6858000"/>
              <a:gd name="connsiteX55" fmla="*/ 474429 w 1364418"/>
              <a:gd name="connsiteY55" fmla="*/ 4214165 h 6858000"/>
              <a:gd name="connsiteX56" fmla="*/ 478502 w 1364418"/>
              <a:gd name="connsiteY56" fmla="*/ 4090296 h 6858000"/>
              <a:gd name="connsiteX57" fmla="*/ 463758 w 1364418"/>
              <a:gd name="connsiteY57" fmla="*/ 4033999 h 6858000"/>
              <a:gd name="connsiteX58" fmla="*/ 464907 w 1364418"/>
              <a:gd name="connsiteY58" fmla="*/ 4031933 h 6858000"/>
              <a:gd name="connsiteX59" fmla="*/ 463483 w 1364418"/>
              <a:gd name="connsiteY59" fmla="*/ 4013953 h 6858000"/>
              <a:gd name="connsiteX60" fmla="*/ 449778 w 1364418"/>
              <a:gd name="connsiteY60" fmla="*/ 3974753 h 6858000"/>
              <a:gd name="connsiteX61" fmla="*/ 451376 w 1364418"/>
              <a:gd name="connsiteY61" fmla="*/ 3969950 h 6858000"/>
              <a:gd name="connsiteX62" fmla="*/ 444798 w 1364418"/>
              <a:gd name="connsiteY62" fmla="*/ 3933779 h 6858000"/>
              <a:gd name="connsiteX63" fmla="*/ 446129 w 1364418"/>
              <a:gd name="connsiteY63" fmla="*/ 3933093 h 6858000"/>
              <a:gd name="connsiteX64" fmla="*/ 450483 w 1364418"/>
              <a:gd name="connsiteY64" fmla="*/ 3922082 h 6858000"/>
              <a:gd name="connsiteX65" fmla="*/ 455561 w 1364418"/>
              <a:gd name="connsiteY65" fmla="*/ 3901461 h 6858000"/>
              <a:gd name="connsiteX66" fmla="*/ 478155 w 1364418"/>
              <a:gd name="connsiteY66" fmla="*/ 3813873 h 6858000"/>
              <a:gd name="connsiteX67" fmla="*/ 477580 w 1364418"/>
              <a:gd name="connsiteY67" fmla="*/ 3806161 h 6858000"/>
              <a:gd name="connsiteX68" fmla="*/ 477887 w 1364418"/>
              <a:gd name="connsiteY68" fmla="*/ 3805957 h 6858000"/>
              <a:gd name="connsiteX69" fmla="*/ 477914 w 1364418"/>
              <a:gd name="connsiteY69" fmla="*/ 3797724 h 6858000"/>
              <a:gd name="connsiteX70" fmla="*/ 476529 w 1364418"/>
              <a:gd name="connsiteY70" fmla="*/ 3792098 h 6858000"/>
              <a:gd name="connsiteX71" fmla="*/ 475413 w 1364418"/>
              <a:gd name="connsiteY71" fmla="*/ 3777135 h 6858000"/>
              <a:gd name="connsiteX72" fmla="*/ 477146 w 1364418"/>
              <a:gd name="connsiteY72" fmla="*/ 3771656 h 6858000"/>
              <a:gd name="connsiteX73" fmla="*/ 480889 w 1364418"/>
              <a:gd name="connsiteY73" fmla="*/ 3769007 h 6858000"/>
              <a:gd name="connsiteX74" fmla="*/ 480355 w 1364418"/>
              <a:gd name="connsiteY74" fmla="*/ 3767709 h 6858000"/>
              <a:gd name="connsiteX75" fmla="*/ 489051 w 1364418"/>
              <a:gd name="connsiteY75" fmla="*/ 3738082 h 6858000"/>
              <a:gd name="connsiteX76" fmla="*/ 496397 w 1364418"/>
              <a:gd name="connsiteY76" fmla="*/ 3673397 h 6858000"/>
              <a:gd name="connsiteX77" fmla="*/ 495693 w 1364418"/>
              <a:gd name="connsiteY77" fmla="*/ 3637109 h 6858000"/>
              <a:gd name="connsiteX78" fmla="*/ 499136 w 1364418"/>
              <a:gd name="connsiteY78" fmla="*/ 3536883 h 6858000"/>
              <a:gd name="connsiteX79" fmla="*/ 506674 w 1364418"/>
              <a:gd name="connsiteY79" fmla="*/ 3435652 h 6858000"/>
              <a:gd name="connsiteX80" fmla="*/ 508345 w 1364418"/>
              <a:gd name="connsiteY80" fmla="*/ 3307769 h 6858000"/>
              <a:gd name="connsiteX81" fmla="*/ 525908 w 1364418"/>
              <a:gd name="connsiteY81" fmla="*/ 3250522 h 6858000"/>
              <a:gd name="connsiteX82" fmla="*/ 526333 w 1364418"/>
              <a:gd name="connsiteY82" fmla="*/ 3229163 h 6858000"/>
              <a:gd name="connsiteX83" fmla="*/ 528156 w 1364418"/>
              <a:gd name="connsiteY83" fmla="*/ 3217217 h 6858000"/>
              <a:gd name="connsiteX84" fmla="*/ 514991 w 1364418"/>
              <a:gd name="connsiteY84" fmla="*/ 3183755 h 6858000"/>
              <a:gd name="connsiteX85" fmla="*/ 515492 w 1364418"/>
              <a:gd name="connsiteY85" fmla="*/ 3178642 h 6858000"/>
              <a:gd name="connsiteX86" fmla="*/ 503092 w 1364418"/>
              <a:gd name="connsiteY86" fmla="*/ 3158586 h 6858000"/>
              <a:gd name="connsiteX87" fmla="*/ 488277 w 1364418"/>
              <a:gd name="connsiteY87" fmla="*/ 3129034 h 6858000"/>
              <a:gd name="connsiteX88" fmla="*/ 488942 w 1364418"/>
              <a:gd name="connsiteY88" fmla="*/ 3126682 h 6858000"/>
              <a:gd name="connsiteX89" fmla="*/ 479810 w 1364418"/>
              <a:gd name="connsiteY89" fmla="*/ 3114519 h 6858000"/>
              <a:gd name="connsiteX90" fmla="*/ 466419 w 1364418"/>
              <a:gd name="connsiteY90" fmla="*/ 3106272 h 6858000"/>
              <a:gd name="connsiteX91" fmla="*/ 439149 w 1364418"/>
              <a:gd name="connsiteY91" fmla="*/ 2958185 h 6858000"/>
              <a:gd name="connsiteX92" fmla="*/ 381763 w 1364418"/>
              <a:gd name="connsiteY92" fmla="*/ 2762989 h 6858000"/>
              <a:gd name="connsiteX93" fmla="*/ 330681 w 1364418"/>
              <a:gd name="connsiteY93" fmla="*/ 2554718 h 6858000"/>
              <a:gd name="connsiteX94" fmla="*/ 310775 w 1364418"/>
              <a:gd name="connsiteY94" fmla="*/ 2485734 h 6858000"/>
              <a:gd name="connsiteX95" fmla="*/ 301498 w 1364418"/>
              <a:gd name="connsiteY95" fmla="*/ 2447068 h 6858000"/>
              <a:gd name="connsiteX96" fmla="*/ 288459 w 1364418"/>
              <a:gd name="connsiteY96" fmla="*/ 2425819 h 6858000"/>
              <a:gd name="connsiteX97" fmla="*/ 294458 w 1364418"/>
              <a:gd name="connsiteY97" fmla="*/ 2402874 h 6858000"/>
              <a:gd name="connsiteX98" fmla="*/ 297070 w 1364418"/>
              <a:gd name="connsiteY98" fmla="*/ 2381443 h 6858000"/>
              <a:gd name="connsiteX99" fmla="*/ 273399 w 1364418"/>
              <a:gd name="connsiteY99" fmla="*/ 2261920 h 6858000"/>
              <a:gd name="connsiteX100" fmla="*/ 263286 w 1364418"/>
              <a:gd name="connsiteY100" fmla="*/ 2195378 h 6858000"/>
              <a:gd name="connsiteX101" fmla="*/ 247503 w 1364418"/>
              <a:gd name="connsiteY101" fmla="*/ 2155135 h 6858000"/>
              <a:gd name="connsiteX102" fmla="*/ 244961 w 1364418"/>
              <a:gd name="connsiteY102" fmla="*/ 2118008 h 6858000"/>
              <a:gd name="connsiteX103" fmla="*/ 245954 w 1364418"/>
              <a:gd name="connsiteY103" fmla="*/ 2050531 h 6858000"/>
              <a:gd name="connsiteX104" fmla="*/ 237760 w 1364418"/>
              <a:gd name="connsiteY104" fmla="*/ 1963269 h 6858000"/>
              <a:gd name="connsiteX105" fmla="*/ 218938 w 1364418"/>
              <a:gd name="connsiteY105" fmla="*/ 1906352 h 6858000"/>
              <a:gd name="connsiteX106" fmla="*/ 195495 w 1364418"/>
              <a:gd name="connsiteY106" fmla="*/ 1861531 h 6858000"/>
              <a:gd name="connsiteX107" fmla="*/ 149294 w 1364418"/>
              <a:gd name="connsiteY107" fmla="*/ 1732919 h 6858000"/>
              <a:gd name="connsiteX108" fmla="*/ 121605 w 1364418"/>
              <a:gd name="connsiteY108" fmla="*/ 1663540 h 6858000"/>
              <a:gd name="connsiteX109" fmla="*/ 120731 w 1364418"/>
              <a:gd name="connsiteY109" fmla="*/ 1615777 h 6858000"/>
              <a:gd name="connsiteX110" fmla="*/ 101526 w 1364418"/>
              <a:gd name="connsiteY110" fmla="*/ 1563678 h 6858000"/>
              <a:gd name="connsiteX111" fmla="*/ 114606 w 1364418"/>
              <a:gd name="connsiteY111" fmla="*/ 1519474 h 6858000"/>
              <a:gd name="connsiteX112" fmla="*/ 107348 w 1364418"/>
              <a:gd name="connsiteY112" fmla="*/ 1477995 h 6858000"/>
              <a:gd name="connsiteX113" fmla="*/ 93433 w 1364418"/>
              <a:gd name="connsiteY113" fmla="*/ 1373769 h 6858000"/>
              <a:gd name="connsiteX114" fmla="*/ 101740 w 1364418"/>
              <a:gd name="connsiteY114" fmla="*/ 1307086 h 6858000"/>
              <a:gd name="connsiteX115" fmla="*/ 102928 w 1364418"/>
              <a:gd name="connsiteY115" fmla="*/ 1189033 h 6858000"/>
              <a:gd name="connsiteX116" fmla="*/ 107613 w 1364418"/>
              <a:gd name="connsiteY116" fmla="*/ 1168288 h 6858000"/>
              <a:gd name="connsiteX117" fmla="*/ 99895 w 1364418"/>
              <a:gd name="connsiteY117" fmla="*/ 1142577 h 6858000"/>
              <a:gd name="connsiteX118" fmla="*/ 89201 w 1364418"/>
              <a:gd name="connsiteY118" fmla="*/ 1088484 h 6858000"/>
              <a:gd name="connsiteX119" fmla="*/ 77937 w 1364418"/>
              <a:gd name="connsiteY119" fmla="*/ 1016103 h 6858000"/>
              <a:gd name="connsiteX120" fmla="*/ 79393 w 1364418"/>
              <a:gd name="connsiteY120" fmla="*/ 932283 h 6858000"/>
              <a:gd name="connsiteX121" fmla="*/ 81629 w 1364418"/>
              <a:gd name="connsiteY121" fmla="*/ 915925 h 6858000"/>
              <a:gd name="connsiteX122" fmla="*/ 74258 w 1364418"/>
              <a:gd name="connsiteY122" fmla="*/ 896999 h 6858000"/>
              <a:gd name="connsiteX123" fmla="*/ 43666 w 1364418"/>
              <a:gd name="connsiteY123" fmla="*/ 821517 h 6858000"/>
              <a:gd name="connsiteX124" fmla="*/ 22616 w 1364418"/>
              <a:gd name="connsiteY124" fmla="*/ 751353 h 6858000"/>
              <a:gd name="connsiteX125" fmla="*/ 22174 w 1364418"/>
              <a:gd name="connsiteY125" fmla="*/ 721230 h 6858000"/>
              <a:gd name="connsiteX126" fmla="*/ 7845 w 1364418"/>
              <a:gd name="connsiteY126" fmla="*/ 681659 h 6858000"/>
              <a:gd name="connsiteX127" fmla="*/ 31306 w 1364418"/>
              <a:gd name="connsiteY127" fmla="*/ 619315 h 6858000"/>
              <a:gd name="connsiteX128" fmla="*/ 15184 w 1364418"/>
              <a:gd name="connsiteY128" fmla="*/ 585934 h 6858000"/>
              <a:gd name="connsiteX129" fmla="*/ 22258 w 1364418"/>
              <a:gd name="connsiteY129" fmla="*/ 538948 h 6858000"/>
              <a:gd name="connsiteX130" fmla="*/ 26166 w 1364418"/>
              <a:gd name="connsiteY130" fmla="*/ 525163 h 6858000"/>
              <a:gd name="connsiteX131" fmla="*/ 52290 w 1364418"/>
              <a:gd name="connsiteY131" fmla="*/ 446567 h 6858000"/>
              <a:gd name="connsiteX132" fmla="*/ 51538 w 1364418"/>
              <a:gd name="connsiteY132" fmla="*/ 393828 h 6858000"/>
              <a:gd name="connsiteX133" fmla="*/ 51368 w 1364418"/>
              <a:gd name="connsiteY133" fmla="*/ 353137 h 6858000"/>
              <a:gd name="connsiteX134" fmla="*/ 55970 w 1364418"/>
              <a:gd name="connsiteY134" fmla="*/ 321428 h 6858000"/>
              <a:gd name="connsiteX135" fmla="*/ 57061 w 1364418"/>
              <a:gd name="connsiteY135" fmla="*/ 275771 h 6858000"/>
              <a:gd name="connsiteX136" fmla="*/ 74088 w 1364418"/>
              <a:gd name="connsiteY136" fmla="*/ 212860 h 6858000"/>
              <a:gd name="connsiteX137" fmla="*/ 65798 w 1364418"/>
              <a:gd name="connsiteY137" fmla="*/ 144983 h 6858000"/>
              <a:gd name="connsiteX138" fmla="*/ 78082 w 1364418"/>
              <a:gd name="connsiteY138" fmla="*/ 55288 h 6858000"/>
              <a:gd name="connsiteX139" fmla="*/ 37636 w 1364418"/>
              <a:gd name="connsiteY139" fmla="*/ 0 h 6858000"/>
              <a:gd name="connsiteX0" fmla="*/ 37636 w 1364418"/>
              <a:gd name="connsiteY0" fmla="*/ 0 h 6858000"/>
              <a:gd name="connsiteX1" fmla="*/ 1364418 w 1364418"/>
              <a:gd name="connsiteY1" fmla="*/ 0 h 6858000"/>
              <a:gd name="connsiteX2" fmla="*/ 1364418 w 1364418"/>
              <a:gd name="connsiteY2" fmla="*/ 6858000 h 6858000"/>
              <a:gd name="connsiteX3" fmla="*/ 101112 w 1364418"/>
              <a:gd name="connsiteY3" fmla="*/ 6857735 h 6858000"/>
              <a:gd name="connsiteX4" fmla="*/ 137705 w 1364418"/>
              <a:gd name="connsiteY4" fmla="*/ 6776847 h 6858000"/>
              <a:gd name="connsiteX5" fmla="*/ 149205 w 1364418"/>
              <a:gd name="connsiteY5" fmla="*/ 6737706 h 6858000"/>
              <a:gd name="connsiteX6" fmla="*/ 173944 w 1364418"/>
              <a:gd name="connsiteY6" fmla="*/ 6691589 h 6858000"/>
              <a:gd name="connsiteX7" fmla="*/ 151501 w 1364418"/>
              <a:gd name="connsiteY7" fmla="*/ 6659970 h 6858000"/>
              <a:gd name="connsiteX8" fmla="*/ 166592 w 1364418"/>
              <a:gd name="connsiteY8" fmla="*/ 6636211 h 6858000"/>
              <a:gd name="connsiteX9" fmla="*/ 184036 w 1364418"/>
              <a:gd name="connsiteY9" fmla="*/ 6594177 h 6858000"/>
              <a:gd name="connsiteX10" fmla="*/ 198076 w 1364418"/>
              <a:gd name="connsiteY10" fmla="*/ 6557575 h 6858000"/>
              <a:gd name="connsiteX11" fmla="*/ 251033 w 1364418"/>
              <a:gd name="connsiteY11" fmla="*/ 6492130 h 6858000"/>
              <a:gd name="connsiteX12" fmla="*/ 266720 w 1364418"/>
              <a:gd name="connsiteY12" fmla="*/ 6431610 h 6858000"/>
              <a:gd name="connsiteX13" fmla="*/ 310425 w 1364418"/>
              <a:gd name="connsiteY13" fmla="*/ 6379786 h 6858000"/>
              <a:gd name="connsiteX14" fmla="*/ 293648 w 1364418"/>
              <a:gd name="connsiteY14" fmla="*/ 6334727 h 6858000"/>
              <a:gd name="connsiteX15" fmla="*/ 271063 w 1364418"/>
              <a:gd name="connsiteY15" fmla="*/ 6313295 h 6858000"/>
              <a:gd name="connsiteX16" fmla="*/ 278227 w 1364418"/>
              <a:gd name="connsiteY16" fmla="*/ 6280046 h 6858000"/>
              <a:gd name="connsiteX17" fmla="*/ 260972 w 1364418"/>
              <a:gd name="connsiteY17" fmla="*/ 6270265 h 6858000"/>
              <a:gd name="connsiteX18" fmla="*/ 288000 w 1364418"/>
              <a:gd name="connsiteY18" fmla="*/ 6252834 h 6858000"/>
              <a:gd name="connsiteX19" fmla="*/ 265992 w 1364418"/>
              <a:gd name="connsiteY19" fmla="*/ 6202459 h 6858000"/>
              <a:gd name="connsiteX20" fmla="*/ 264790 w 1364418"/>
              <a:gd name="connsiteY20" fmla="*/ 6153037 h 6858000"/>
              <a:gd name="connsiteX21" fmla="*/ 280205 w 1364418"/>
              <a:gd name="connsiteY21" fmla="*/ 6078132 h 6858000"/>
              <a:gd name="connsiteX22" fmla="*/ 267592 w 1364418"/>
              <a:gd name="connsiteY22" fmla="*/ 6028119 h 6858000"/>
              <a:gd name="connsiteX23" fmla="*/ 252821 w 1364418"/>
              <a:gd name="connsiteY23" fmla="*/ 5926735 h 6858000"/>
              <a:gd name="connsiteX24" fmla="*/ 302333 w 1364418"/>
              <a:gd name="connsiteY24" fmla="*/ 5712857 h 6858000"/>
              <a:gd name="connsiteX25" fmla="*/ 332131 w 1364418"/>
              <a:gd name="connsiteY25" fmla="*/ 5660491 h 6858000"/>
              <a:gd name="connsiteX26" fmla="*/ 321000 w 1364418"/>
              <a:gd name="connsiteY26" fmla="*/ 5563435 h 6858000"/>
              <a:gd name="connsiteX27" fmla="*/ 368130 w 1364418"/>
              <a:gd name="connsiteY27" fmla="*/ 5437125 h 6858000"/>
              <a:gd name="connsiteX28" fmla="*/ 381698 w 1364418"/>
              <a:gd name="connsiteY28" fmla="*/ 5396260 h 6858000"/>
              <a:gd name="connsiteX29" fmla="*/ 397679 w 1364418"/>
              <a:gd name="connsiteY29" fmla="*/ 5330009 h 6858000"/>
              <a:gd name="connsiteX30" fmla="*/ 431172 w 1364418"/>
              <a:gd name="connsiteY30" fmla="*/ 5273739 h 6858000"/>
              <a:gd name="connsiteX31" fmla="*/ 440771 w 1364418"/>
              <a:gd name="connsiteY31" fmla="*/ 5241779 h 6858000"/>
              <a:gd name="connsiteX32" fmla="*/ 451997 w 1364418"/>
              <a:gd name="connsiteY32" fmla="*/ 5225268 h 6858000"/>
              <a:gd name="connsiteX33" fmla="*/ 453017 w 1364418"/>
              <a:gd name="connsiteY33" fmla="*/ 5217684 h 6858000"/>
              <a:gd name="connsiteX34" fmla="*/ 460358 w 1364418"/>
              <a:gd name="connsiteY34" fmla="*/ 5193377 h 6858000"/>
              <a:gd name="connsiteX35" fmla="*/ 463661 w 1364418"/>
              <a:gd name="connsiteY35" fmla="*/ 5179288 h 6858000"/>
              <a:gd name="connsiteX36" fmla="*/ 464645 w 1364418"/>
              <a:gd name="connsiteY36" fmla="*/ 5173621 h 6858000"/>
              <a:gd name="connsiteX37" fmla="*/ 460279 w 1364418"/>
              <a:gd name="connsiteY37" fmla="*/ 5159961 h 6858000"/>
              <a:gd name="connsiteX38" fmla="*/ 466956 w 1364418"/>
              <a:gd name="connsiteY38" fmla="*/ 5144295 h 6858000"/>
              <a:gd name="connsiteX39" fmla="*/ 463889 w 1364418"/>
              <a:gd name="connsiteY39" fmla="*/ 5125185 h 6858000"/>
              <a:gd name="connsiteX40" fmla="*/ 470719 w 1364418"/>
              <a:gd name="connsiteY40" fmla="*/ 5121884 h 6858000"/>
              <a:gd name="connsiteX41" fmla="*/ 477755 w 1364418"/>
              <a:gd name="connsiteY41" fmla="*/ 5067850 h 6858000"/>
              <a:gd name="connsiteX42" fmla="*/ 480486 w 1364418"/>
              <a:gd name="connsiteY42" fmla="*/ 5060861 h 6858000"/>
              <a:gd name="connsiteX43" fmla="*/ 477190 w 1364418"/>
              <a:gd name="connsiteY43" fmla="*/ 5034192 h 6858000"/>
              <a:gd name="connsiteX44" fmla="*/ 478744 w 1364418"/>
              <a:gd name="connsiteY44" fmla="*/ 4993030 h 6858000"/>
              <a:gd name="connsiteX45" fmla="*/ 485653 w 1364418"/>
              <a:gd name="connsiteY45" fmla="*/ 4946844 h 6858000"/>
              <a:gd name="connsiteX46" fmla="*/ 481509 w 1364418"/>
              <a:gd name="connsiteY46" fmla="*/ 4932692 h 6858000"/>
              <a:gd name="connsiteX47" fmla="*/ 496912 w 1364418"/>
              <a:gd name="connsiteY47" fmla="*/ 4858827 h 6858000"/>
              <a:gd name="connsiteX48" fmla="*/ 502815 w 1364418"/>
              <a:gd name="connsiteY48" fmla="*/ 4821170 h 6858000"/>
              <a:gd name="connsiteX49" fmla="*/ 507548 w 1364418"/>
              <a:gd name="connsiteY49" fmla="*/ 4780965 h 6858000"/>
              <a:gd name="connsiteX50" fmla="*/ 508841 w 1364418"/>
              <a:gd name="connsiteY50" fmla="*/ 4750867 h 6858000"/>
              <a:gd name="connsiteX51" fmla="*/ 506648 w 1364418"/>
              <a:gd name="connsiteY51" fmla="*/ 4690749 h 6858000"/>
              <a:gd name="connsiteX52" fmla="*/ 502128 w 1364418"/>
              <a:gd name="connsiteY52" fmla="*/ 4584173 h 6858000"/>
              <a:gd name="connsiteX53" fmla="*/ 497211 w 1364418"/>
              <a:gd name="connsiteY53" fmla="*/ 4444346 h 6858000"/>
              <a:gd name="connsiteX54" fmla="*/ 493776 w 1364418"/>
              <a:gd name="connsiteY54" fmla="*/ 4375228 h 6858000"/>
              <a:gd name="connsiteX55" fmla="*/ 474429 w 1364418"/>
              <a:gd name="connsiteY55" fmla="*/ 4214165 h 6858000"/>
              <a:gd name="connsiteX56" fmla="*/ 478502 w 1364418"/>
              <a:gd name="connsiteY56" fmla="*/ 4090296 h 6858000"/>
              <a:gd name="connsiteX57" fmla="*/ 463758 w 1364418"/>
              <a:gd name="connsiteY57" fmla="*/ 4033999 h 6858000"/>
              <a:gd name="connsiteX58" fmla="*/ 464907 w 1364418"/>
              <a:gd name="connsiteY58" fmla="*/ 4031933 h 6858000"/>
              <a:gd name="connsiteX59" fmla="*/ 463483 w 1364418"/>
              <a:gd name="connsiteY59" fmla="*/ 4013953 h 6858000"/>
              <a:gd name="connsiteX60" fmla="*/ 449778 w 1364418"/>
              <a:gd name="connsiteY60" fmla="*/ 3974753 h 6858000"/>
              <a:gd name="connsiteX61" fmla="*/ 451376 w 1364418"/>
              <a:gd name="connsiteY61" fmla="*/ 3969950 h 6858000"/>
              <a:gd name="connsiteX62" fmla="*/ 444798 w 1364418"/>
              <a:gd name="connsiteY62" fmla="*/ 3933779 h 6858000"/>
              <a:gd name="connsiteX63" fmla="*/ 446129 w 1364418"/>
              <a:gd name="connsiteY63" fmla="*/ 3933093 h 6858000"/>
              <a:gd name="connsiteX64" fmla="*/ 450483 w 1364418"/>
              <a:gd name="connsiteY64" fmla="*/ 3922082 h 6858000"/>
              <a:gd name="connsiteX65" fmla="*/ 455561 w 1364418"/>
              <a:gd name="connsiteY65" fmla="*/ 3901461 h 6858000"/>
              <a:gd name="connsiteX66" fmla="*/ 478155 w 1364418"/>
              <a:gd name="connsiteY66" fmla="*/ 3813873 h 6858000"/>
              <a:gd name="connsiteX67" fmla="*/ 477580 w 1364418"/>
              <a:gd name="connsiteY67" fmla="*/ 3806161 h 6858000"/>
              <a:gd name="connsiteX68" fmla="*/ 477887 w 1364418"/>
              <a:gd name="connsiteY68" fmla="*/ 3805957 h 6858000"/>
              <a:gd name="connsiteX69" fmla="*/ 477914 w 1364418"/>
              <a:gd name="connsiteY69" fmla="*/ 3797724 h 6858000"/>
              <a:gd name="connsiteX70" fmla="*/ 476529 w 1364418"/>
              <a:gd name="connsiteY70" fmla="*/ 3792098 h 6858000"/>
              <a:gd name="connsiteX71" fmla="*/ 475413 w 1364418"/>
              <a:gd name="connsiteY71" fmla="*/ 3777135 h 6858000"/>
              <a:gd name="connsiteX72" fmla="*/ 477146 w 1364418"/>
              <a:gd name="connsiteY72" fmla="*/ 3771656 h 6858000"/>
              <a:gd name="connsiteX73" fmla="*/ 480889 w 1364418"/>
              <a:gd name="connsiteY73" fmla="*/ 3769007 h 6858000"/>
              <a:gd name="connsiteX74" fmla="*/ 480355 w 1364418"/>
              <a:gd name="connsiteY74" fmla="*/ 3767709 h 6858000"/>
              <a:gd name="connsiteX75" fmla="*/ 489051 w 1364418"/>
              <a:gd name="connsiteY75" fmla="*/ 3738082 h 6858000"/>
              <a:gd name="connsiteX76" fmla="*/ 496397 w 1364418"/>
              <a:gd name="connsiteY76" fmla="*/ 3673397 h 6858000"/>
              <a:gd name="connsiteX77" fmla="*/ 495693 w 1364418"/>
              <a:gd name="connsiteY77" fmla="*/ 3637109 h 6858000"/>
              <a:gd name="connsiteX78" fmla="*/ 499136 w 1364418"/>
              <a:gd name="connsiteY78" fmla="*/ 3536883 h 6858000"/>
              <a:gd name="connsiteX79" fmla="*/ 506674 w 1364418"/>
              <a:gd name="connsiteY79" fmla="*/ 3435652 h 6858000"/>
              <a:gd name="connsiteX80" fmla="*/ 508345 w 1364418"/>
              <a:gd name="connsiteY80" fmla="*/ 3307769 h 6858000"/>
              <a:gd name="connsiteX81" fmla="*/ 525908 w 1364418"/>
              <a:gd name="connsiteY81" fmla="*/ 3250522 h 6858000"/>
              <a:gd name="connsiteX82" fmla="*/ 526333 w 1364418"/>
              <a:gd name="connsiteY82" fmla="*/ 3229163 h 6858000"/>
              <a:gd name="connsiteX83" fmla="*/ 528156 w 1364418"/>
              <a:gd name="connsiteY83" fmla="*/ 3217217 h 6858000"/>
              <a:gd name="connsiteX84" fmla="*/ 514991 w 1364418"/>
              <a:gd name="connsiteY84" fmla="*/ 3183755 h 6858000"/>
              <a:gd name="connsiteX85" fmla="*/ 515492 w 1364418"/>
              <a:gd name="connsiteY85" fmla="*/ 3178642 h 6858000"/>
              <a:gd name="connsiteX86" fmla="*/ 503092 w 1364418"/>
              <a:gd name="connsiteY86" fmla="*/ 3158586 h 6858000"/>
              <a:gd name="connsiteX87" fmla="*/ 488277 w 1364418"/>
              <a:gd name="connsiteY87" fmla="*/ 3129034 h 6858000"/>
              <a:gd name="connsiteX88" fmla="*/ 488942 w 1364418"/>
              <a:gd name="connsiteY88" fmla="*/ 3126682 h 6858000"/>
              <a:gd name="connsiteX89" fmla="*/ 479810 w 1364418"/>
              <a:gd name="connsiteY89" fmla="*/ 3114519 h 6858000"/>
              <a:gd name="connsiteX90" fmla="*/ 466419 w 1364418"/>
              <a:gd name="connsiteY90" fmla="*/ 3106272 h 6858000"/>
              <a:gd name="connsiteX91" fmla="*/ 439149 w 1364418"/>
              <a:gd name="connsiteY91" fmla="*/ 2958185 h 6858000"/>
              <a:gd name="connsiteX92" fmla="*/ 381763 w 1364418"/>
              <a:gd name="connsiteY92" fmla="*/ 2762989 h 6858000"/>
              <a:gd name="connsiteX93" fmla="*/ 330681 w 1364418"/>
              <a:gd name="connsiteY93" fmla="*/ 2554718 h 6858000"/>
              <a:gd name="connsiteX94" fmla="*/ 310775 w 1364418"/>
              <a:gd name="connsiteY94" fmla="*/ 2485734 h 6858000"/>
              <a:gd name="connsiteX95" fmla="*/ 301498 w 1364418"/>
              <a:gd name="connsiteY95" fmla="*/ 2447068 h 6858000"/>
              <a:gd name="connsiteX96" fmla="*/ 288459 w 1364418"/>
              <a:gd name="connsiteY96" fmla="*/ 2425819 h 6858000"/>
              <a:gd name="connsiteX97" fmla="*/ 294458 w 1364418"/>
              <a:gd name="connsiteY97" fmla="*/ 2402874 h 6858000"/>
              <a:gd name="connsiteX98" fmla="*/ 297070 w 1364418"/>
              <a:gd name="connsiteY98" fmla="*/ 2381443 h 6858000"/>
              <a:gd name="connsiteX99" fmla="*/ 273399 w 1364418"/>
              <a:gd name="connsiteY99" fmla="*/ 2261920 h 6858000"/>
              <a:gd name="connsiteX100" fmla="*/ 263286 w 1364418"/>
              <a:gd name="connsiteY100" fmla="*/ 2195378 h 6858000"/>
              <a:gd name="connsiteX101" fmla="*/ 247503 w 1364418"/>
              <a:gd name="connsiteY101" fmla="*/ 2155135 h 6858000"/>
              <a:gd name="connsiteX102" fmla="*/ 244961 w 1364418"/>
              <a:gd name="connsiteY102" fmla="*/ 2118008 h 6858000"/>
              <a:gd name="connsiteX103" fmla="*/ 245954 w 1364418"/>
              <a:gd name="connsiteY103" fmla="*/ 2050531 h 6858000"/>
              <a:gd name="connsiteX104" fmla="*/ 237760 w 1364418"/>
              <a:gd name="connsiteY104" fmla="*/ 1963269 h 6858000"/>
              <a:gd name="connsiteX105" fmla="*/ 218938 w 1364418"/>
              <a:gd name="connsiteY105" fmla="*/ 1906352 h 6858000"/>
              <a:gd name="connsiteX106" fmla="*/ 195495 w 1364418"/>
              <a:gd name="connsiteY106" fmla="*/ 1861531 h 6858000"/>
              <a:gd name="connsiteX107" fmla="*/ 149294 w 1364418"/>
              <a:gd name="connsiteY107" fmla="*/ 1732919 h 6858000"/>
              <a:gd name="connsiteX108" fmla="*/ 121605 w 1364418"/>
              <a:gd name="connsiteY108" fmla="*/ 1663540 h 6858000"/>
              <a:gd name="connsiteX109" fmla="*/ 120731 w 1364418"/>
              <a:gd name="connsiteY109" fmla="*/ 1615777 h 6858000"/>
              <a:gd name="connsiteX110" fmla="*/ 101526 w 1364418"/>
              <a:gd name="connsiteY110" fmla="*/ 1563678 h 6858000"/>
              <a:gd name="connsiteX111" fmla="*/ 114606 w 1364418"/>
              <a:gd name="connsiteY111" fmla="*/ 1519474 h 6858000"/>
              <a:gd name="connsiteX112" fmla="*/ 107348 w 1364418"/>
              <a:gd name="connsiteY112" fmla="*/ 1477995 h 6858000"/>
              <a:gd name="connsiteX113" fmla="*/ 93433 w 1364418"/>
              <a:gd name="connsiteY113" fmla="*/ 1373769 h 6858000"/>
              <a:gd name="connsiteX114" fmla="*/ 101740 w 1364418"/>
              <a:gd name="connsiteY114" fmla="*/ 1307086 h 6858000"/>
              <a:gd name="connsiteX115" fmla="*/ 102928 w 1364418"/>
              <a:gd name="connsiteY115" fmla="*/ 1189033 h 6858000"/>
              <a:gd name="connsiteX116" fmla="*/ 107613 w 1364418"/>
              <a:gd name="connsiteY116" fmla="*/ 1168288 h 6858000"/>
              <a:gd name="connsiteX117" fmla="*/ 99895 w 1364418"/>
              <a:gd name="connsiteY117" fmla="*/ 1142577 h 6858000"/>
              <a:gd name="connsiteX118" fmla="*/ 89201 w 1364418"/>
              <a:gd name="connsiteY118" fmla="*/ 1088484 h 6858000"/>
              <a:gd name="connsiteX119" fmla="*/ 77937 w 1364418"/>
              <a:gd name="connsiteY119" fmla="*/ 1016103 h 6858000"/>
              <a:gd name="connsiteX120" fmla="*/ 79393 w 1364418"/>
              <a:gd name="connsiteY120" fmla="*/ 932283 h 6858000"/>
              <a:gd name="connsiteX121" fmla="*/ 81629 w 1364418"/>
              <a:gd name="connsiteY121" fmla="*/ 915925 h 6858000"/>
              <a:gd name="connsiteX122" fmla="*/ 74258 w 1364418"/>
              <a:gd name="connsiteY122" fmla="*/ 896999 h 6858000"/>
              <a:gd name="connsiteX123" fmla="*/ 43666 w 1364418"/>
              <a:gd name="connsiteY123" fmla="*/ 821517 h 6858000"/>
              <a:gd name="connsiteX124" fmla="*/ 22616 w 1364418"/>
              <a:gd name="connsiteY124" fmla="*/ 751353 h 6858000"/>
              <a:gd name="connsiteX125" fmla="*/ 22174 w 1364418"/>
              <a:gd name="connsiteY125" fmla="*/ 721230 h 6858000"/>
              <a:gd name="connsiteX126" fmla="*/ 7845 w 1364418"/>
              <a:gd name="connsiteY126" fmla="*/ 681659 h 6858000"/>
              <a:gd name="connsiteX127" fmla="*/ 31306 w 1364418"/>
              <a:gd name="connsiteY127" fmla="*/ 619315 h 6858000"/>
              <a:gd name="connsiteX128" fmla="*/ 15184 w 1364418"/>
              <a:gd name="connsiteY128" fmla="*/ 585934 h 6858000"/>
              <a:gd name="connsiteX129" fmla="*/ 22258 w 1364418"/>
              <a:gd name="connsiteY129" fmla="*/ 538948 h 6858000"/>
              <a:gd name="connsiteX130" fmla="*/ 26166 w 1364418"/>
              <a:gd name="connsiteY130" fmla="*/ 525163 h 6858000"/>
              <a:gd name="connsiteX131" fmla="*/ 52290 w 1364418"/>
              <a:gd name="connsiteY131" fmla="*/ 446567 h 6858000"/>
              <a:gd name="connsiteX132" fmla="*/ 51538 w 1364418"/>
              <a:gd name="connsiteY132" fmla="*/ 393828 h 6858000"/>
              <a:gd name="connsiteX133" fmla="*/ 51368 w 1364418"/>
              <a:gd name="connsiteY133" fmla="*/ 353137 h 6858000"/>
              <a:gd name="connsiteX134" fmla="*/ 55970 w 1364418"/>
              <a:gd name="connsiteY134" fmla="*/ 321428 h 6858000"/>
              <a:gd name="connsiteX135" fmla="*/ 57061 w 1364418"/>
              <a:gd name="connsiteY135" fmla="*/ 275771 h 6858000"/>
              <a:gd name="connsiteX136" fmla="*/ 74088 w 1364418"/>
              <a:gd name="connsiteY136" fmla="*/ 212860 h 6858000"/>
              <a:gd name="connsiteX137" fmla="*/ 65798 w 1364418"/>
              <a:gd name="connsiteY137" fmla="*/ 144983 h 6858000"/>
              <a:gd name="connsiteX138" fmla="*/ 78082 w 1364418"/>
              <a:gd name="connsiteY138" fmla="*/ 55288 h 6858000"/>
              <a:gd name="connsiteX139" fmla="*/ 37636 w 1364418"/>
              <a:gd name="connsiteY139" fmla="*/ 0 h 6858000"/>
              <a:gd name="connsiteX0" fmla="*/ 37636 w 1364418"/>
              <a:gd name="connsiteY0" fmla="*/ 0 h 6858000"/>
              <a:gd name="connsiteX1" fmla="*/ 1364418 w 1364418"/>
              <a:gd name="connsiteY1" fmla="*/ 0 h 6858000"/>
              <a:gd name="connsiteX2" fmla="*/ 1364418 w 1364418"/>
              <a:gd name="connsiteY2" fmla="*/ 6858000 h 6858000"/>
              <a:gd name="connsiteX3" fmla="*/ 101112 w 1364418"/>
              <a:gd name="connsiteY3" fmla="*/ 6857735 h 6858000"/>
              <a:gd name="connsiteX4" fmla="*/ 137705 w 1364418"/>
              <a:gd name="connsiteY4" fmla="*/ 6776847 h 6858000"/>
              <a:gd name="connsiteX5" fmla="*/ 149205 w 1364418"/>
              <a:gd name="connsiteY5" fmla="*/ 6737706 h 6858000"/>
              <a:gd name="connsiteX6" fmla="*/ 173944 w 1364418"/>
              <a:gd name="connsiteY6" fmla="*/ 6691589 h 6858000"/>
              <a:gd name="connsiteX7" fmla="*/ 151501 w 1364418"/>
              <a:gd name="connsiteY7" fmla="*/ 6659970 h 6858000"/>
              <a:gd name="connsiteX8" fmla="*/ 166592 w 1364418"/>
              <a:gd name="connsiteY8" fmla="*/ 6636211 h 6858000"/>
              <a:gd name="connsiteX9" fmla="*/ 184036 w 1364418"/>
              <a:gd name="connsiteY9" fmla="*/ 6594177 h 6858000"/>
              <a:gd name="connsiteX10" fmla="*/ 198076 w 1364418"/>
              <a:gd name="connsiteY10" fmla="*/ 6557575 h 6858000"/>
              <a:gd name="connsiteX11" fmla="*/ 251033 w 1364418"/>
              <a:gd name="connsiteY11" fmla="*/ 6492130 h 6858000"/>
              <a:gd name="connsiteX12" fmla="*/ 266720 w 1364418"/>
              <a:gd name="connsiteY12" fmla="*/ 6431610 h 6858000"/>
              <a:gd name="connsiteX13" fmla="*/ 310425 w 1364418"/>
              <a:gd name="connsiteY13" fmla="*/ 6379786 h 6858000"/>
              <a:gd name="connsiteX14" fmla="*/ 293648 w 1364418"/>
              <a:gd name="connsiteY14" fmla="*/ 6334727 h 6858000"/>
              <a:gd name="connsiteX15" fmla="*/ 271063 w 1364418"/>
              <a:gd name="connsiteY15" fmla="*/ 6313295 h 6858000"/>
              <a:gd name="connsiteX16" fmla="*/ 278227 w 1364418"/>
              <a:gd name="connsiteY16" fmla="*/ 6280046 h 6858000"/>
              <a:gd name="connsiteX17" fmla="*/ 260972 w 1364418"/>
              <a:gd name="connsiteY17" fmla="*/ 6270265 h 6858000"/>
              <a:gd name="connsiteX18" fmla="*/ 288000 w 1364418"/>
              <a:gd name="connsiteY18" fmla="*/ 6252834 h 6858000"/>
              <a:gd name="connsiteX19" fmla="*/ 265992 w 1364418"/>
              <a:gd name="connsiteY19" fmla="*/ 6202459 h 6858000"/>
              <a:gd name="connsiteX20" fmla="*/ 264790 w 1364418"/>
              <a:gd name="connsiteY20" fmla="*/ 6153037 h 6858000"/>
              <a:gd name="connsiteX21" fmla="*/ 280205 w 1364418"/>
              <a:gd name="connsiteY21" fmla="*/ 6078132 h 6858000"/>
              <a:gd name="connsiteX22" fmla="*/ 267592 w 1364418"/>
              <a:gd name="connsiteY22" fmla="*/ 6028119 h 6858000"/>
              <a:gd name="connsiteX23" fmla="*/ 252821 w 1364418"/>
              <a:gd name="connsiteY23" fmla="*/ 5926735 h 6858000"/>
              <a:gd name="connsiteX24" fmla="*/ 302333 w 1364418"/>
              <a:gd name="connsiteY24" fmla="*/ 5712857 h 6858000"/>
              <a:gd name="connsiteX25" fmla="*/ 332131 w 1364418"/>
              <a:gd name="connsiteY25" fmla="*/ 5660491 h 6858000"/>
              <a:gd name="connsiteX26" fmla="*/ 321000 w 1364418"/>
              <a:gd name="connsiteY26" fmla="*/ 5563435 h 6858000"/>
              <a:gd name="connsiteX27" fmla="*/ 368130 w 1364418"/>
              <a:gd name="connsiteY27" fmla="*/ 5437125 h 6858000"/>
              <a:gd name="connsiteX28" fmla="*/ 381698 w 1364418"/>
              <a:gd name="connsiteY28" fmla="*/ 5396260 h 6858000"/>
              <a:gd name="connsiteX29" fmla="*/ 397679 w 1364418"/>
              <a:gd name="connsiteY29" fmla="*/ 5330009 h 6858000"/>
              <a:gd name="connsiteX30" fmla="*/ 431172 w 1364418"/>
              <a:gd name="connsiteY30" fmla="*/ 5273739 h 6858000"/>
              <a:gd name="connsiteX31" fmla="*/ 440771 w 1364418"/>
              <a:gd name="connsiteY31" fmla="*/ 5241779 h 6858000"/>
              <a:gd name="connsiteX32" fmla="*/ 451997 w 1364418"/>
              <a:gd name="connsiteY32" fmla="*/ 5225268 h 6858000"/>
              <a:gd name="connsiteX33" fmla="*/ 453017 w 1364418"/>
              <a:gd name="connsiteY33" fmla="*/ 5217684 h 6858000"/>
              <a:gd name="connsiteX34" fmla="*/ 460358 w 1364418"/>
              <a:gd name="connsiteY34" fmla="*/ 5193377 h 6858000"/>
              <a:gd name="connsiteX35" fmla="*/ 463661 w 1364418"/>
              <a:gd name="connsiteY35" fmla="*/ 5179288 h 6858000"/>
              <a:gd name="connsiteX36" fmla="*/ 464645 w 1364418"/>
              <a:gd name="connsiteY36" fmla="*/ 5173621 h 6858000"/>
              <a:gd name="connsiteX37" fmla="*/ 460279 w 1364418"/>
              <a:gd name="connsiteY37" fmla="*/ 5159961 h 6858000"/>
              <a:gd name="connsiteX38" fmla="*/ 466956 w 1364418"/>
              <a:gd name="connsiteY38" fmla="*/ 5144295 h 6858000"/>
              <a:gd name="connsiteX39" fmla="*/ 463889 w 1364418"/>
              <a:gd name="connsiteY39" fmla="*/ 5125185 h 6858000"/>
              <a:gd name="connsiteX40" fmla="*/ 470719 w 1364418"/>
              <a:gd name="connsiteY40" fmla="*/ 5121884 h 6858000"/>
              <a:gd name="connsiteX41" fmla="*/ 477755 w 1364418"/>
              <a:gd name="connsiteY41" fmla="*/ 5067850 h 6858000"/>
              <a:gd name="connsiteX42" fmla="*/ 480486 w 1364418"/>
              <a:gd name="connsiteY42" fmla="*/ 5060861 h 6858000"/>
              <a:gd name="connsiteX43" fmla="*/ 477190 w 1364418"/>
              <a:gd name="connsiteY43" fmla="*/ 5034192 h 6858000"/>
              <a:gd name="connsiteX44" fmla="*/ 478744 w 1364418"/>
              <a:gd name="connsiteY44" fmla="*/ 4993030 h 6858000"/>
              <a:gd name="connsiteX45" fmla="*/ 485653 w 1364418"/>
              <a:gd name="connsiteY45" fmla="*/ 4946844 h 6858000"/>
              <a:gd name="connsiteX46" fmla="*/ 481509 w 1364418"/>
              <a:gd name="connsiteY46" fmla="*/ 4932692 h 6858000"/>
              <a:gd name="connsiteX47" fmla="*/ 496912 w 1364418"/>
              <a:gd name="connsiteY47" fmla="*/ 4858827 h 6858000"/>
              <a:gd name="connsiteX48" fmla="*/ 502815 w 1364418"/>
              <a:gd name="connsiteY48" fmla="*/ 4821170 h 6858000"/>
              <a:gd name="connsiteX49" fmla="*/ 507548 w 1364418"/>
              <a:gd name="connsiteY49" fmla="*/ 4780965 h 6858000"/>
              <a:gd name="connsiteX50" fmla="*/ 508841 w 1364418"/>
              <a:gd name="connsiteY50" fmla="*/ 4750867 h 6858000"/>
              <a:gd name="connsiteX51" fmla="*/ 506648 w 1364418"/>
              <a:gd name="connsiteY51" fmla="*/ 4690749 h 6858000"/>
              <a:gd name="connsiteX52" fmla="*/ 502128 w 1364418"/>
              <a:gd name="connsiteY52" fmla="*/ 4584173 h 6858000"/>
              <a:gd name="connsiteX53" fmla="*/ 497211 w 1364418"/>
              <a:gd name="connsiteY53" fmla="*/ 4444346 h 6858000"/>
              <a:gd name="connsiteX54" fmla="*/ 493776 w 1364418"/>
              <a:gd name="connsiteY54" fmla="*/ 4375228 h 6858000"/>
              <a:gd name="connsiteX55" fmla="*/ 474429 w 1364418"/>
              <a:gd name="connsiteY55" fmla="*/ 4214165 h 6858000"/>
              <a:gd name="connsiteX56" fmla="*/ 478502 w 1364418"/>
              <a:gd name="connsiteY56" fmla="*/ 4090296 h 6858000"/>
              <a:gd name="connsiteX57" fmla="*/ 463758 w 1364418"/>
              <a:gd name="connsiteY57" fmla="*/ 4033999 h 6858000"/>
              <a:gd name="connsiteX58" fmla="*/ 464907 w 1364418"/>
              <a:gd name="connsiteY58" fmla="*/ 4031933 h 6858000"/>
              <a:gd name="connsiteX59" fmla="*/ 463483 w 1364418"/>
              <a:gd name="connsiteY59" fmla="*/ 4013953 h 6858000"/>
              <a:gd name="connsiteX60" fmla="*/ 449778 w 1364418"/>
              <a:gd name="connsiteY60" fmla="*/ 3974753 h 6858000"/>
              <a:gd name="connsiteX61" fmla="*/ 451376 w 1364418"/>
              <a:gd name="connsiteY61" fmla="*/ 3969950 h 6858000"/>
              <a:gd name="connsiteX62" fmla="*/ 444798 w 1364418"/>
              <a:gd name="connsiteY62" fmla="*/ 3933779 h 6858000"/>
              <a:gd name="connsiteX63" fmla="*/ 446129 w 1364418"/>
              <a:gd name="connsiteY63" fmla="*/ 3933093 h 6858000"/>
              <a:gd name="connsiteX64" fmla="*/ 450483 w 1364418"/>
              <a:gd name="connsiteY64" fmla="*/ 3922082 h 6858000"/>
              <a:gd name="connsiteX65" fmla="*/ 455561 w 1364418"/>
              <a:gd name="connsiteY65" fmla="*/ 3901461 h 6858000"/>
              <a:gd name="connsiteX66" fmla="*/ 478155 w 1364418"/>
              <a:gd name="connsiteY66" fmla="*/ 3813873 h 6858000"/>
              <a:gd name="connsiteX67" fmla="*/ 477580 w 1364418"/>
              <a:gd name="connsiteY67" fmla="*/ 3806161 h 6858000"/>
              <a:gd name="connsiteX68" fmla="*/ 477887 w 1364418"/>
              <a:gd name="connsiteY68" fmla="*/ 3805957 h 6858000"/>
              <a:gd name="connsiteX69" fmla="*/ 477914 w 1364418"/>
              <a:gd name="connsiteY69" fmla="*/ 3797724 h 6858000"/>
              <a:gd name="connsiteX70" fmla="*/ 476529 w 1364418"/>
              <a:gd name="connsiteY70" fmla="*/ 3792098 h 6858000"/>
              <a:gd name="connsiteX71" fmla="*/ 475413 w 1364418"/>
              <a:gd name="connsiteY71" fmla="*/ 3777135 h 6858000"/>
              <a:gd name="connsiteX72" fmla="*/ 477146 w 1364418"/>
              <a:gd name="connsiteY72" fmla="*/ 3771656 h 6858000"/>
              <a:gd name="connsiteX73" fmla="*/ 480889 w 1364418"/>
              <a:gd name="connsiteY73" fmla="*/ 3769007 h 6858000"/>
              <a:gd name="connsiteX74" fmla="*/ 480355 w 1364418"/>
              <a:gd name="connsiteY74" fmla="*/ 3767709 h 6858000"/>
              <a:gd name="connsiteX75" fmla="*/ 489051 w 1364418"/>
              <a:gd name="connsiteY75" fmla="*/ 3738082 h 6858000"/>
              <a:gd name="connsiteX76" fmla="*/ 496397 w 1364418"/>
              <a:gd name="connsiteY76" fmla="*/ 3673397 h 6858000"/>
              <a:gd name="connsiteX77" fmla="*/ 495693 w 1364418"/>
              <a:gd name="connsiteY77" fmla="*/ 3637109 h 6858000"/>
              <a:gd name="connsiteX78" fmla="*/ 499136 w 1364418"/>
              <a:gd name="connsiteY78" fmla="*/ 3536883 h 6858000"/>
              <a:gd name="connsiteX79" fmla="*/ 506674 w 1364418"/>
              <a:gd name="connsiteY79" fmla="*/ 3435652 h 6858000"/>
              <a:gd name="connsiteX80" fmla="*/ 508345 w 1364418"/>
              <a:gd name="connsiteY80" fmla="*/ 3307769 h 6858000"/>
              <a:gd name="connsiteX81" fmla="*/ 525908 w 1364418"/>
              <a:gd name="connsiteY81" fmla="*/ 3250522 h 6858000"/>
              <a:gd name="connsiteX82" fmla="*/ 526333 w 1364418"/>
              <a:gd name="connsiteY82" fmla="*/ 3229163 h 6858000"/>
              <a:gd name="connsiteX83" fmla="*/ 528156 w 1364418"/>
              <a:gd name="connsiteY83" fmla="*/ 3217217 h 6858000"/>
              <a:gd name="connsiteX84" fmla="*/ 514991 w 1364418"/>
              <a:gd name="connsiteY84" fmla="*/ 3183755 h 6858000"/>
              <a:gd name="connsiteX85" fmla="*/ 515492 w 1364418"/>
              <a:gd name="connsiteY85" fmla="*/ 3178642 h 6858000"/>
              <a:gd name="connsiteX86" fmla="*/ 503092 w 1364418"/>
              <a:gd name="connsiteY86" fmla="*/ 3158586 h 6858000"/>
              <a:gd name="connsiteX87" fmla="*/ 488277 w 1364418"/>
              <a:gd name="connsiteY87" fmla="*/ 3129034 h 6858000"/>
              <a:gd name="connsiteX88" fmla="*/ 488942 w 1364418"/>
              <a:gd name="connsiteY88" fmla="*/ 3126682 h 6858000"/>
              <a:gd name="connsiteX89" fmla="*/ 479810 w 1364418"/>
              <a:gd name="connsiteY89" fmla="*/ 3114519 h 6858000"/>
              <a:gd name="connsiteX90" fmla="*/ 466419 w 1364418"/>
              <a:gd name="connsiteY90" fmla="*/ 3106272 h 6858000"/>
              <a:gd name="connsiteX91" fmla="*/ 439149 w 1364418"/>
              <a:gd name="connsiteY91" fmla="*/ 2958185 h 6858000"/>
              <a:gd name="connsiteX92" fmla="*/ 381763 w 1364418"/>
              <a:gd name="connsiteY92" fmla="*/ 2762989 h 6858000"/>
              <a:gd name="connsiteX93" fmla="*/ 330681 w 1364418"/>
              <a:gd name="connsiteY93" fmla="*/ 2554718 h 6858000"/>
              <a:gd name="connsiteX94" fmla="*/ 310775 w 1364418"/>
              <a:gd name="connsiteY94" fmla="*/ 2485734 h 6858000"/>
              <a:gd name="connsiteX95" fmla="*/ 301498 w 1364418"/>
              <a:gd name="connsiteY95" fmla="*/ 2447068 h 6858000"/>
              <a:gd name="connsiteX96" fmla="*/ 288459 w 1364418"/>
              <a:gd name="connsiteY96" fmla="*/ 2425819 h 6858000"/>
              <a:gd name="connsiteX97" fmla="*/ 294458 w 1364418"/>
              <a:gd name="connsiteY97" fmla="*/ 2402874 h 6858000"/>
              <a:gd name="connsiteX98" fmla="*/ 297070 w 1364418"/>
              <a:gd name="connsiteY98" fmla="*/ 2381443 h 6858000"/>
              <a:gd name="connsiteX99" fmla="*/ 273399 w 1364418"/>
              <a:gd name="connsiteY99" fmla="*/ 2261920 h 6858000"/>
              <a:gd name="connsiteX100" fmla="*/ 263286 w 1364418"/>
              <a:gd name="connsiteY100" fmla="*/ 2195378 h 6858000"/>
              <a:gd name="connsiteX101" fmla="*/ 247503 w 1364418"/>
              <a:gd name="connsiteY101" fmla="*/ 2155135 h 6858000"/>
              <a:gd name="connsiteX102" fmla="*/ 244961 w 1364418"/>
              <a:gd name="connsiteY102" fmla="*/ 2118008 h 6858000"/>
              <a:gd name="connsiteX103" fmla="*/ 245954 w 1364418"/>
              <a:gd name="connsiteY103" fmla="*/ 2050531 h 6858000"/>
              <a:gd name="connsiteX104" fmla="*/ 237760 w 1364418"/>
              <a:gd name="connsiteY104" fmla="*/ 1963269 h 6858000"/>
              <a:gd name="connsiteX105" fmla="*/ 218938 w 1364418"/>
              <a:gd name="connsiteY105" fmla="*/ 1906352 h 6858000"/>
              <a:gd name="connsiteX106" fmla="*/ 195495 w 1364418"/>
              <a:gd name="connsiteY106" fmla="*/ 1861531 h 6858000"/>
              <a:gd name="connsiteX107" fmla="*/ 149294 w 1364418"/>
              <a:gd name="connsiteY107" fmla="*/ 1732919 h 6858000"/>
              <a:gd name="connsiteX108" fmla="*/ 121605 w 1364418"/>
              <a:gd name="connsiteY108" fmla="*/ 1663540 h 6858000"/>
              <a:gd name="connsiteX109" fmla="*/ 120731 w 1364418"/>
              <a:gd name="connsiteY109" fmla="*/ 1615777 h 6858000"/>
              <a:gd name="connsiteX110" fmla="*/ 101526 w 1364418"/>
              <a:gd name="connsiteY110" fmla="*/ 1563678 h 6858000"/>
              <a:gd name="connsiteX111" fmla="*/ 114606 w 1364418"/>
              <a:gd name="connsiteY111" fmla="*/ 1519474 h 6858000"/>
              <a:gd name="connsiteX112" fmla="*/ 107348 w 1364418"/>
              <a:gd name="connsiteY112" fmla="*/ 1477995 h 6858000"/>
              <a:gd name="connsiteX113" fmla="*/ 93433 w 1364418"/>
              <a:gd name="connsiteY113" fmla="*/ 1373769 h 6858000"/>
              <a:gd name="connsiteX114" fmla="*/ 101740 w 1364418"/>
              <a:gd name="connsiteY114" fmla="*/ 1307086 h 6858000"/>
              <a:gd name="connsiteX115" fmla="*/ 102928 w 1364418"/>
              <a:gd name="connsiteY115" fmla="*/ 1189033 h 6858000"/>
              <a:gd name="connsiteX116" fmla="*/ 107613 w 1364418"/>
              <a:gd name="connsiteY116" fmla="*/ 1168288 h 6858000"/>
              <a:gd name="connsiteX117" fmla="*/ 99895 w 1364418"/>
              <a:gd name="connsiteY117" fmla="*/ 1142577 h 6858000"/>
              <a:gd name="connsiteX118" fmla="*/ 89201 w 1364418"/>
              <a:gd name="connsiteY118" fmla="*/ 1088484 h 6858000"/>
              <a:gd name="connsiteX119" fmla="*/ 77937 w 1364418"/>
              <a:gd name="connsiteY119" fmla="*/ 1016103 h 6858000"/>
              <a:gd name="connsiteX120" fmla="*/ 79393 w 1364418"/>
              <a:gd name="connsiteY120" fmla="*/ 932283 h 6858000"/>
              <a:gd name="connsiteX121" fmla="*/ 81629 w 1364418"/>
              <a:gd name="connsiteY121" fmla="*/ 915925 h 6858000"/>
              <a:gd name="connsiteX122" fmla="*/ 74258 w 1364418"/>
              <a:gd name="connsiteY122" fmla="*/ 896999 h 6858000"/>
              <a:gd name="connsiteX123" fmla="*/ 43666 w 1364418"/>
              <a:gd name="connsiteY123" fmla="*/ 821517 h 6858000"/>
              <a:gd name="connsiteX124" fmla="*/ 22616 w 1364418"/>
              <a:gd name="connsiteY124" fmla="*/ 751353 h 6858000"/>
              <a:gd name="connsiteX125" fmla="*/ 22174 w 1364418"/>
              <a:gd name="connsiteY125" fmla="*/ 721230 h 6858000"/>
              <a:gd name="connsiteX126" fmla="*/ 7845 w 1364418"/>
              <a:gd name="connsiteY126" fmla="*/ 681659 h 6858000"/>
              <a:gd name="connsiteX127" fmla="*/ 31306 w 1364418"/>
              <a:gd name="connsiteY127" fmla="*/ 619315 h 6858000"/>
              <a:gd name="connsiteX128" fmla="*/ 15184 w 1364418"/>
              <a:gd name="connsiteY128" fmla="*/ 585934 h 6858000"/>
              <a:gd name="connsiteX129" fmla="*/ 22258 w 1364418"/>
              <a:gd name="connsiteY129" fmla="*/ 538948 h 6858000"/>
              <a:gd name="connsiteX130" fmla="*/ 26166 w 1364418"/>
              <a:gd name="connsiteY130" fmla="*/ 525163 h 6858000"/>
              <a:gd name="connsiteX131" fmla="*/ 52290 w 1364418"/>
              <a:gd name="connsiteY131" fmla="*/ 446567 h 6858000"/>
              <a:gd name="connsiteX132" fmla="*/ 51538 w 1364418"/>
              <a:gd name="connsiteY132" fmla="*/ 393828 h 6858000"/>
              <a:gd name="connsiteX133" fmla="*/ 51368 w 1364418"/>
              <a:gd name="connsiteY133" fmla="*/ 353137 h 6858000"/>
              <a:gd name="connsiteX134" fmla="*/ 55970 w 1364418"/>
              <a:gd name="connsiteY134" fmla="*/ 321428 h 6858000"/>
              <a:gd name="connsiteX135" fmla="*/ 57061 w 1364418"/>
              <a:gd name="connsiteY135" fmla="*/ 275771 h 6858000"/>
              <a:gd name="connsiteX136" fmla="*/ 74088 w 1364418"/>
              <a:gd name="connsiteY136" fmla="*/ 212860 h 6858000"/>
              <a:gd name="connsiteX137" fmla="*/ 65798 w 1364418"/>
              <a:gd name="connsiteY137" fmla="*/ 144983 h 6858000"/>
              <a:gd name="connsiteX138" fmla="*/ 78082 w 1364418"/>
              <a:gd name="connsiteY138" fmla="*/ 55288 h 6858000"/>
              <a:gd name="connsiteX139" fmla="*/ 37636 w 1364418"/>
              <a:gd name="connsiteY139" fmla="*/ 0 h 6858000"/>
              <a:gd name="connsiteX0" fmla="*/ 37636 w 1364418"/>
              <a:gd name="connsiteY0" fmla="*/ 0 h 6858000"/>
              <a:gd name="connsiteX1" fmla="*/ 1364418 w 1364418"/>
              <a:gd name="connsiteY1" fmla="*/ 0 h 6858000"/>
              <a:gd name="connsiteX2" fmla="*/ 1364418 w 1364418"/>
              <a:gd name="connsiteY2" fmla="*/ 6858000 h 6858000"/>
              <a:gd name="connsiteX3" fmla="*/ 101112 w 1364418"/>
              <a:gd name="connsiteY3" fmla="*/ 6857735 h 6858000"/>
              <a:gd name="connsiteX4" fmla="*/ 137705 w 1364418"/>
              <a:gd name="connsiteY4" fmla="*/ 6776847 h 6858000"/>
              <a:gd name="connsiteX5" fmla="*/ 149205 w 1364418"/>
              <a:gd name="connsiteY5" fmla="*/ 6737706 h 6858000"/>
              <a:gd name="connsiteX6" fmla="*/ 173944 w 1364418"/>
              <a:gd name="connsiteY6" fmla="*/ 6691589 h 6858000"/>
              <a:gd name="connsiteX7" fmla="*/ 151501 w 1364418"/>
              <a:gd name="connsiteY7" fmla="*/ 6659970 h 6858000"/>
              <a:gd name="connsiteX8" fmla="*/ 166592 w 1364418"/>
              <a:gd name="connsiteY8" fmla="*/ 6636211 h 6858000"/>
              <a:gd name="connsiteX9" fmla="*/ 184036 w 1364418"/>
              <a:gd name="connsiteY9" fmla="*/ 6594177 h 6858000"/>
              <a:gd name="connsiteX10" fmla="*/ 198076 w 1364418"/>
              <a:gd name="connsiteY10" fmla="*/ 6557575 h 6858000"/>
              <a:gd name="connsiteX11" fmla="*/ 251033 w 1364418"/>
              <a:gd name="connsiteY11" fmla="*/ 6492130 h 6858000"/>
              <a:gd name="connsiteX12" fmla="*/ 266720 w 1364418"/>
              <a:gd name="connsiteY12" fmla="*/ 6431610 h 6858000"/>
              <a:gd name="connsiteX13" fmla="*/ 310425 w 1364418"/>
              <a:gd name="connsiteY13" fmla="*/ 6379786 h 6858000"/>
              <a:gd name="connsiteX14" fmla="*/ 293648 w 1364418"/>
              <a:gd name="connsiteY14" fmla="*/ 6334727 h 6858000"/>
              <a:gd name="connsiteX15" fmla="*/ 271063 w 1364418"/>
              <a:gd name="connsiteY15" fmla="*/ 6313295 h 6858000"/>
              <a:gd name="connsiteX16" fmla="*/ 278227 w 1364418"/>
              <a:gd name="connsiteY16" fmla="*/ 6280046 h 6858000"/>
              <a:gd name="connsiteX17" fmla="*/ 260972 w 1364418"/>
              <a:gd name="connsiteY17" fmla="*/ 6270265 h 6858000"/>
              <a:gd name="connsiteX18" fmla="*/ 288000 w 1364418"/>
              <a:gd name="connsiteY18" fmla="*/ 6252834 h 6858000"/>
              <a:gd name="connsiteX19" fmla="*/ 265992 w 1364418"/>
              <a:gd name="connsiteY19" fmla="*/ 6202459 h 6858000"/>
              <a:gd name="connsiteX20" fmla="*/ 264790 w 1364418"/>
              <a:gd name="connsiteY20" fmla="*/ 6153037 h 6858000"/>
              <a:gd name="connsiteX21" fmla="*/ 280205 w 1364418"/>
              <a:gd name="connsiteY21" fmla="*/ 6078132 h 6858000"/>
              <a:gd name="connsiteX22" fmla="*/ 267592 w 1364418"/>
              <a:gd name="connsiteY22" fmla="*/ 6028119 h 6858000"/>
              <a:gd name="connsiteX23" fmla="*/ 252821 w 1364418"/>
              <a:gd name="connsiteY23" fmla="*/ 5926735 h 6858000"/>
              <a:gd name="connsiteX24" fmla="*/ 302333 w 1364418"/>
              <a:gd name="connsiteY24" fmla="*/ 5712857 h 6858000"/>
              <a:gd name="connsiteX25" fmla="*/ 332131 w 1364418"/>
              <a:gd name="connsiteY25" fmla="*/ 5660491 h 6858000"/>
              <a:gd name="connsiteX26" fmla="*/ 341254 w 1364418"/>
              <a:gd name="connsiteY26" fmla="*/ 5563435 h 6858000"/>
              <a:gd name="connsiteX27" fmla="*/ 368130 w 1364418"/>
              <a:gd name="connsiteY27" fmla="*/ 5437125 h 6858000"/>
              <a:gd name="connsiteX28" fmla="*/ 381698 w 1364418"/>
              <a:gd name="connsiteY28" fmla="*/ 5396260 h 6858000"/>
              <a:gd name="connsiteX29" fmla="*/ 397679 w 1364418"/>
              <a:gd name="connsiteY29" fmla="*/ 5330009 h 6858000"/>
              <a:gd name="connsiteX30" fmla="*/ 431172 w 1364418"/>
              <a:gd name="connsiteY30" fmla="*/ 5273739 h 6858000"/>
              <a:gd name="connsiteX31" fmla="*/ 440771 w 1364418"/>
              <a:gd name="connsiteY31" fmla="*/ 5241779 h 6858000"/>
              <a:gd name="connsiteX32" fmla="*/ 451997 w 1364418"/>
              <a:gd name="connsiteY32" fmla="*/ 5225268 h 6858000"/>
              <a:gd name="connsiteX33" fmla="*/ 453017 w 1364418"/>
              <a:gd name="connsiteY33" fmla="*/ 5217684 h 6858000"/>
              <a:gd name="connsiteX34" fmla="*/ 460358 w 1364418"/>
              <a:gd name="connsiteY34" fmla="*/ 5193377 h 6858000"/>
              <a:gd name="connsiteX35" fmla="*/ 463661 w 1364418"/>
              <a:gd name="connsiteY35" fmla="*/ 5179288 h 6858000"/>
              <a:gd name="connsiteX36" fmla="*/ 464645 w 1364418"/>
              <a:gd name="connsiteY36" fmla="*/ 5173621 h 6858000"/>
              <a:gd name="connsiteX37" fmla="*/ 460279 w 1364418"/>
              <a:gd name="connsiteY37" fmla="*/ 5159961 h 6858000"/>
              <a:gd name="connsiteX38" fmla="*/ 466956 w 1364418"/>
              <a:gd name="connsiteY38" fmla="*/ 5144295 h 6858000"/>
              <a:gd name="connsiteX39" fmla="*/ 463889 w 1364418"/>
              <a:gd name="connsiteY39" fmla="*/ 5125185 h 6858000"/>
              <a:gd name="connsiteX40" fmla="*/ 470719 w 1364418"/>
              <a:gd name="connsiteY40" fmla="*/ 5121884 h 6858000"/>
              <a:gd name="connsiteX41" fmla="*/ 477755 w 1364418"/>
              <a:gd name="connsiteY41" fmla="*/ 5067850 h 6858000"/>
              <a:gd name="connsiteX42" fmla="*/ 480486 w 1364418"/>
              <a:gd name="connsiteY42" fmla="*/ 5060861 h 6858000"/>
              <a:gd name="connsiteX43" fmla="*/ 477190 w 1364418"/>
              <a:gd name="connsiteY43" fmla="*/ 5034192 h 6858000"/>
              <a:gd name="connsiteX44" fmla="*/ 478744 w 1364418"/>
              <a:gd name="connsiteY44" fmla="*/ 4993030 h 6858000"/>
              <a:gd name="connsiteX45" fmla="*/ 485653 w 1364418"/>
              <a:gd name="connsiteY45" fmla="*/ 4946844 h 6858000"/>
              <a:gd name="connsiteX46" fmla="*/ 481509 w 1364418"/>
              <a:gd name="connsiteY46" fmla="*/ 4932692 h 6858000"/>
              <a:gd name="connsiteX47" fmla="*/ 496912 w 1364418"/>
              <a:gd name="connsiteY47" fmla="*/ 4858827 h 6858000"/>
              <a:gd name="connsiteX48" fmla="*/ 502815 w 1364418"/>
              <a:gd name="connsiteY48" fmla="*/ 4821170 h 6858000"/>
              <a:gd name="connsiteX49" fmla="*/ 507548 w 1364418"/>
              <a:gd name="connsiteY49" fmla="*/ 4780965 h 6858000"/>
              <a:gd name="connsiteX50" fmla="*/ 508841 w 1364418"/>
              <a:gd name="connsiteY50" fmla="*/ 4750867 h 6858000"/>
              <a:gd name="connsiteX51" fmla="*/ 506648 w 1364418"/>
              <a:gd name="connsiteY51" fmla="*/ 4690749 h 6858000"/>
              <a:gd name="connsiteX52" fmla="*/ 502128 w 1364418"/>
              <a:gd name="connsiteY52" fmla="*/ 4584173 h 6858000"/>
              <a:gd name="connsiteX53" fmla="*/ 497211 w 1364418"/>
              <a:gd name="connsiteY53" fmla="*/ 4444346 h 6858000"/>
              <a:gd name="connsiteX54" fmla="*/ 493776 w 1364418"/>
              <a:gd name="connsiteY54" fmla="*/ 4375228 h 6858000"/>
              <a:gd name="connsiteX55" fmla="*/ 474429 w 1364418"/>
              <a:gd name="connsiteY55" fmla="*/ 4214165 h 6858000"/>
              <a:gd name="connsiteX56" fmla="*/ 478502 w 1364418"/>
              <a:gd name="connsiteY56" fmla="*/ 4090296 h 6858000"/>
              <a:gd name="connsiteX57" fmla="*/ 463758 w 1364418"/>
              <a:gd name="connsiteY57" fmla="*/ 4033999 h 6858000"/>
              <a:gd name="connsiteX58" fmla="*/ 464907 w 1364418"/>
              <a:gd name="connsiteY58" fmla="*/ 4031933 h 6858000"/>
              <a:gd name="connsiteX59" fmla="*/ 463483 w 1364418"/>
              <a:gd name="connsiteY59" fmla="*/ 4013953 h 6858000"/>
              <a:gd name="connsiteX60" fmla="*/ 449778 w 1364418"/>
              <a:gd name="connsiteY60" fmla="*/ 3974753 h 6858000"/>
              <a:gd name="connsiteX61" fmla="*/ 451376 w 1364418"/>
              <a:gd name="connsiteY61" fmla="*/ 3969950 h 6858000"/>
              <a:gd name="connsiteX62" fmla="*/ 444798 w 1364418"/>
              <a:gd name="connsiteY62" fmla="*/ 3933779 h 6858000"/>
              <a:gd name="connsiteX63" fmla="*/ 446129 w 1364418"/>
              <a:gd name="connsiteY63" fmla="*/ 3933093 h 6858000"/>
              <a:gd name="connsiteX64" fmla="*/ 450483 w 1364418"/>
              <a:gd name="connsiteY64" fmla="*/ 3922082 h 6858000"/>
              <a:gd name="connsiteX65" fmla="*/ 455561 w 1364418"/>
              <a:gd name="connsiteY65" fmla="*/ 3901461 h 6858000"/>
              <a:gd name="connsiteX66" fmla="*/ 478155 w 1364418"/>
              <a:gd name="connsiteY66" fmla="*/ 3813873 h 6858000"/>
              <a:gd name="connsiteX67" fmla="*/ 477580 w 1364418"/>
              <a:gd name="connsiteY67" fmla="*/ 3806161 h 6858000"/>
              <a:gd name="connsiteX68" fmla="*/ 477887 w 1364418"/>
              <a:gd name="connsiteY68" fmla="*/ 3805957 h 6858000"/>
              <a:gd name="connsiteX69" fmla="*/ 477914 w 1364418"/>
              <a:gd name="connsiteY69" fmla="*/ 3797724 h 6858000"/>
              <a:gd name="connsiteX70" fmla="*/ 476529 w 1364418"/>
              <a:gd name="connsiteY70" fmla="*/ 3792098 h 6858000"/>
              <a:gd name="connsiteX71" fmla="*/ 475413 w 1364418"/>
              <a:gd name="connsiteY71" fmla="*/ 3777135 h 6858000"/>
              <a:gd name="connsiteX72" fmla="*/ 477146 w 1364418"/>
              <a:gd name="connsiteY72" fmla="*/ 3771656 h 6858000"/>
              <a:gd name="connsiteX73" fmla="*/ 480889 w 1364418"/>
              <a:gd name="connsiteY73" fmla="*/ 3769007 h 6858000"/>
              <a:gd name="connsiteX74" fmla="*/ 480355 w 1364418"/>
              <a:gd name="connsiteY74" fmla="*/ 3767709 h 6858000"/>
              <a:gd name="connsiteX75" fmla="*/ 489051 w 1364418"/>
              <a:gd name="connsiteY75" fmla="*/ 3738082 h 6858000"/>
              <a:gd name="connsiteX76" fmla="*/ 496397 w 1364418"/>
              <a:gd name="connsiteY76" fmla="*/ 3673397 h 6858000"/>
              <a:gd name="connsiteX77" fmla="*/ 495693 w 1364418"/>
              <a:gd name="connsiteY77" fmla="*/ 3637109 h 6858000"/>
              <a:gd name="connsiteX78" fmla="*/ 499136 w 1364418"/>
              <a:gd name="connsiteY78" fmla="*/ 3536883 h 6858000"/>
              <a:gd name="connsiteX79" fmla="*/ 506674 w 1364418"/>
              <a:gd name="connsiteY79" fmla="*/ 3435652 h 6858000"/>
              <a:gd name="connsiteX80" fmla="*/ 508345 w 1364418"/>
              <a:gd name="connsiteY80" fmla="*/ 3307769 h 6858000"/>
              <a:gd name="connsiteX81" fmla="*/ 525908 w 1364418"/>
              <a:gd name="connsiteY81" fmla="*/ 3250522 h 6858000"/>
              <a:gd name="connsiteX82" fmla="*/ 526333 w 1364418"/>
              <a:gd name="connsiteY82" fmla="*/ 3229163 h 6858000"/>
              <a:gd name="connsiteX83" fmla="*/ 528156 w 1364418"/>
              <a:gd name="connsiteY83" fmla="*/ 3217217 h 6858000"/>
              <a:gd name="connsiteX84" fmla="*/ 514991 w 1364418"/>
              <a:gd name="connsiteY84" fmla="*/ 3183755 h 6858000"/>
              <a:gd name="connsiteX85" fmla="*/ 515492 w 1364418"/>
              <a:gd name="connsiteY85" fmla="*/ 3178642 h 6858000"/>
              <a:gd name="connsiteX86" fmla="*/ 503092 w 1364418"/>
              <a:gd name="connsiteY86" fmla="*/ 3158586 h 6858000"/>
              <a:gd name="connsiteX87" fmla="*/ 488277 w 1364418"/>
              <a:gd name="connsiteY87" fmla="*/ 3129034 h 6858000"/>
              <a:gd name="connsiteX88" fmla="*/ 488942 w 1364418"/>
              <a:gd name="connsiteY88" fmla="*/ 3126682 h 6858000"/>
              <a:gd name="connsiteX89" fmla="*/ 479810 w 1364418"/>
              <a:gd name="connsiteY89" fmla="*/ 3114519 h 6858000"/>
              <a:gd name="connsiteX90" fmla="*/ 466419 w 1364418"/>
              <a:gd name="connsiteY90" fmla="*/ 3106272 h 6858000"/>
              <a:gd name="connsiteX91" fmla="*/ 439149 w 1364418"/>
              <a:gd name="connsiteY91" fmla="*/ 2958185 h 6858000"/>
              <a:gd name="connsiteX92" fmla="*/ 381763 w 1364418"/>
              <a:gd name="connsiteY92" fmla="*/ 2762989 h 6858000"/>
              <a:gd name="connsiteX93" fmla="*/ 330681 w 1364418"/>
              <a:gd name="connsiteY93" fmla="*/ 2554718 h 6858000"/>
              <a:gd name="connsiteX94" fmla="*/ 310775 w 1364418"/>
              <a:gd name="connsiteY94" fmla="*/ 2485734 h 6858000"/>
              <a:gd name="connsiteX95" fmla="*/ 301498 w 1364418"/>
              <a:gd name="connsiteY95" fmla="*/ 2447068 h 6858000"/>
              <a:gd name="connsiteX96" fmla="*/ 288459 w 1364418"/>
              <a:gd name="connsiteY96" fmla="*/ 2425819 h 6858000"/>
              <a:gd name="connsiteX97" fmla="*/ 294458 w 1364418"/>
              <a:gd name="connsiteY97" fmla="*/ 2402874 h 6858000"/>
              <a:gd name="connsiteX98" fmla="*/ 297070 w 1364418"/>
              <a:gd name="connsiteY98" fmla="*/ 2381443 h 6858000"/>
              <a:gd name="connsiteX99" fmla="*/ 273399 w 1364418"/>
              <a:gd name="connsiteY99" fmla="*/ 2261920 h 6858000"/>
              <a:gd name="connsiteX100" fmla="*/ 263286 w 1364418"/>
              <a:gd name="connsiteY100" fmla="*/ 2195378 h 6858000"/>
              <a:gd name="connsiteX101" fmla="*/ 247503 w 1364418"/>
              <a:gd name="connsiteY101" fmla="*/ 2155135 h 6858000"/>
              <a:gd name="connsiteX102" fmla="*/ 244961 w 1364418"/>
              <a:gd name="connsiteY102" fmla="*/ 2118008 h 6858000"/>
              <a:gd name="connsiteX103" fmla="*/ 245954 w 1364418"/>
              <a:gd name="connsiteY103" fmla="*/ 2050531 h 6858000"/>
              <a:gd name="connsiteX104" fmla="*/ 237760 w 1364418"/>
              <a:gd name="connsiteY104" fmla="*/ 1963269 h 6858000"/>
              <a:gd name="connsiteX105" fmla="*/ 218938 w 1364418"/>
              <a:gd name="connsiteY105" fmla="*/ 1906352 h 6858000"/>
              <a:gd name="connsiteX106" fmla="*/ 195495 w 1364418"/>
              <a:gd name="connsiteY106" fmla="*/ 1861531 h 6858000"/>
              <a:gd name="connsiteX107" fmla="*/ 149294 w 1364418"/>
              <a:gd name="connsiteY107" fmla="*/ 1732919 h 6858000"/>
              <a:gd name="connsiteX108" fmla="*/ 121605 w 1364418"/>
              <a:gd name="connsiteY108" fmla="*/ 1663540 h 6858000"/>
              <a:gd name="connsiteX109" fmla="*/ 120731 w 1364418"/>
              <a:gd name="connsiteY109" fmla="*/ 1615777 h 6858000"/>
              <a:gd name="connsiteX110" fmla="*/ 101526 w 1364418"/>
              <a:gd name="connsiteY110" fmla="*/ 1563678 h 6858000"/>
              <a:gd name="connsiteX111" fmla="*/ 114606 w 1364418"/>
              <a:gd name="connsiteY111" fmla="*/ 1519474 h 6858000"/>
              <a:gd name="connsiteX112" fmla="*/ 107348 w 1364418"/>
              <a:gd name="connsiteY112" fmla="*/ 1477995 h 6858000"/>
              <a:gd name="connsiteX113" fmla="*/ 93433 w 1364418"/>
              <a:gd name="connsiteY113" fmla="*/ 1373769 h 6858000"/>
              <a:gd name="connsiteX114" fmla="*/ 101740 w 1364418"/>
              <a:gd name="connsiteY114" fmla="*/ 1307086 h 6858000"/>
              <a:gd name="connsiteX115" fmla="*/ 102928 w 1364418"/>
              <a:gd name="connsiteY115" fmla="*/ 1189033 h 6858000"/>
              <a:gd name="connsiteX116" fmla="*/ 107613 w 1364418"/>
              <a:gd name="connsiteY116" fmla="*/ 1168288 h 6858000"/>
              <a:gd name="connsiteX117" fmla="*/ 99895 w 1364418"/>
              <a:gd name="connsiteY117" fmla="*/ 1142577 h 6858000"/>
              <a:gd name="connsiteX118" fmla="*/ 89201 w 1364418"/>
              <a:gd name="connsiteY118" fmla="*/ 1088484 h 6858000"/>
              <a:gd name="connsiteX119" fmla="*/ 77937 w 1364418"/>
              <a:gd name="connsiteY119" fmla="*/ 1016103 h 6858000"/>
              <a:gd name="connsiteX120" fmla="*/ 79393 w 1364418"/>
              <a:gd name="connsiteY120" fmla="*/ 932283 h 6858000"/>
              <a:gd name="connsiteX121" fmla="*/ 81629 w 1364418"/>
              <a:gd name="connsiteY121" fmla="*/ 915925 h 6858000"/>
              <a:gd name="connsiteX122" fmla="*/ 74258 w 1364418"/>
              <a:gd name="connsiteY122" fmla="*/ 896999 h 6858000"/>
              <a:gd name="connsiteX123" fmla="*/ 43666 w 1364418"/>
              <a:gd name="connsiteY123" fmla="*/ 821517 h 6858000"/>
              <a:gd name="connsiteX124" fmla="*/ 22616 w 1364418"/>
              <a:gd name="connsiteY124" fmla="*/ 751353 h 6858000"/>
              <a:gd name="connsiteX125" fmla="*/ 22174 w 1364418"/>
              <a:gd name="connsiteY125" fmla="*/ 721230 h 6858000"/>
              <a:gd name="connsiteX126" fmla="*/ 7845 w 1364418"/>
              <a:gd name="connsiteY126" fmla="*/ 681659 h 6858000"/>
              <a:gd name="connsiteX127" fmla="*/ 31306 w 1364418"/>
              <a:gd name="connsiteY127" fmla="*/ 619315 h 6858000"/>
              <a:gd name="connsiteX128" fmla="*/ 15184 w 1364418"/>
              <a:gd name="connsiteY128" fmla="*/ 585934 h 6858000"/>
              <a:gd name="connsiteX129" fmla="*/ 22258 w 1364418"/>
              <a:gd name="connsiteY129" fmla="*/ 538948 h 6858000"/>
              <a:gd name="connsiteX130" fmla="*/ 26166 w 1364418"/>
              <a:gd name="connsiteY130" fmla="*/ 525163 h 6858000"/>
              <a:gd name="connsiteX131" fmla="*/ 52290 w 1364418"/>
              <a:gd name="connsiteY131" fmla="*/ 446567 h 6858000"/>
              <a:gd name="connsiteX132" fmla="*/ 51538 w 1364418"/>
              <a:gd name="connsiteY132" fmla="*/ 393828 h 6858000"/>
              <a:gd name="connsiteX133" fmla="*/ 51368 w 1364418"/>
              <a:gd name="connsiteY133" fmla="*/ 353137 h 6858000"/>
              <a:gd name="connsiteX134" fmla="*/ 55970 w 1364418"/>
              <a:gd name="connsiteY134" fmla="*/ 321428 h 6858000"/>
              <a:gd name="connsiteX135" fmla="*/ 57061 w 1364418"/>
              <a:gd name="connsiteY135" fmla="*/ 275771 h 6858000"/>
              <a:gd name="connsiteX136" fmla="*/ 74088 w 1364418"/>
              <a:gd name="connsiteY136" fmla="*/ 212860 h 6858000"/>
              <a:gd name="connsiteX137" fmla="*/ 65798 w 1364418"/>
              <a:gd name="connsiteY137" fmla="*/ 144983 h 6858000"/>
              <a:gd name="connsiteX138" fmla="*/ 78082 w 1364418"/>
              <a:gd name="connsiteY138" fmla="*/ 55288 h 6858000"/>
              <a:gd name="connsiteX139" fmla="*/ 37636 w 1364418"/>
              <a:gd name="connsiteY139" fmla="*/ 0 h 6858000"/>
              <a:gd name="connsiteX0" fmla="*/ 37636 w 1364418"/>
              <a:gd name="connsiteY0" fmla="*/ 0 h 6858000"/>
              <a:gd name="connsiteX1" fmla="*/ 1364418 w 1364418"/>
              <a:gd name="connsiteY1" fmla="*/ 0 h 6858000"/>
              <a:gd name="connsiteX2" fmla="*/ 1364418 w 1364418"/>
              <a:gd name="connsiteY2" fmla="*/ 6858000 h 6858000"/>
              <a:gd name="connsiteX3" fmla="*/ 101112 w 1364418"/>
              <a:gd name="connsiteY3" fmla="*/ 6857735 h 6858000"/>
              <a:gd name="connsiteX4" fmla="*/ 137705 w 1364418"/>
              <a:gd name="connsiteY4" fmla="*/ 6776847 h 6858000"/>
              <a:gd name="connsiteX5" fmla="*/ 149205 w 1364418"/>
              <a:gd name="connsiteY5" fmla="*/ 6737706 h 6858000"/>
              <a:gd name="connsiteX6" fmla="*/ 173944 w 1364418"/>
              <a:gd name="connsiteY6" fmla="*/ 6691589 h 6858000"/>
              <a:gd name="connsiteX7" fmla="*/ 151501 w 1364418"/>
              <a:gd name="connsiteY7" fmla="*/ 6659970 h 6858000"/>
              <a:gd name="connsiteX8" fmla="*/ 166592 w 1364418"/>
              <a:gd name="connsiteY8" fmla="*/ 6636211 h 6858000"/>
              <a:gd name="connsiteX9" fmla="*/ 184036 w 1364418"/>
              <a:gd name="connsiteY9" fmla="*/ 6594177 h 6858000"/>
              <a:gd name="connsiteX10" fmla="*/ 198076 w 1364418"/>
              <a:gd name="connsiteY10" fmla="*/ 6557575 h 6858000"/>
              <a:gd name="connsiteX11" fmla="*/ 251033 w 1364418"/>
              <a:gd name="connsiteY11" fmla="*/ 6492130 h 6858000"/>
              <a:gd name="connsiteX12" fmla="*/ 266720 w 1364418"/>
              <a:gd name="connsiteY12" fmla="*/ 6431610 h 6858000"/>
              <a:gd name="connsiteX13" fmla="*/ 310425 w 1364418"/>
              <a:gd name="connsiteY13" fmla="*/ 6379786 h 6858000"/>
              <a:gd name="connsiteX14" fmla="*/ 293648 w 1364418"/>
              <a:gd name="connsiteY14" fmla="*/ 6334727 h 6858000"/>
              <a:gd name="connsiteX15" fmla="*/ 271063 w 1364418"/>
              <a:gd name="connsiteY15" fmla="*/ 6313295 h 6858000"/>
              <a:gd name="connsiteX16" fmla="*/ 278227 w 1364418"/>
              <a:gd name="connsiteY16" fmla="*/ 6280046 h 6858000"/>
              <a:gd name="connsiteX17" fmla="*/ 260972 w 1364418"/>
              <a:gd name="connsiteY17" fmla="*/ 6270265 h 6858000"/>
              <a:gd name="connsiteX18" fmla="*/ 288000 w 1364418"/>
              <a:gd name="connsiteY18" fmla="*/ 6252834 h 6858000"/>
              <a:gd name="connsiteX19" fmla="*/ 265992 w 1364418"/>
              <a:gd name="connsiteY19" fmla="*/ 6202459 h 6858000"/>
              <a:gd name="connsiteX20" fmla="*/ 264790 w 1364418"/>
              <a:gd name="connsiteY20" fmla="*/ 6153037 h 6858000"/>
              <a:gd name="connsiteX21" fmla="*/ 280205 w 1364418"/>
              <a:gd name="connsiteY21" fmla="*/ 6078132 h 6858000"/>
              <a:gd name="connsiteX22" fmla="*/ 267592 w 1364418"/>
              <a:gd name="connsiteY22" fmla="*/ 6028119 h 6858000"/>
              <a:gd name="connsiteX23" fmla="*/ 252821 w 1364418"/>
              <a:gd name="connsiteY23" fmla="*/ 5926735 h 6858000"/>
              <a:gd name="connsiteX24" fmla="*/ 302333 w 1364418"/>
              <a:gd name="connsiteY24" fmla="*/ 5712857 h 6858000"/>
              <a:gd name="connsiteX25" fmla="*/ 332131 w 1364418"/>
              <a:gd name="connsiteY25" fmla="*/ 5660491 h 6858000"/>
              <a:gd name="connsiteX26" fmla="*/ 341254 w 1364418"/>
              <a:gd name="connsiteY26" fmla="*/ 5563435 h 6858000"/>
              <a:gd name="connsiteX27" fmla="*/ 368130 w 1364418"/>
              <a:gd name="connsiteY27" fmla="*/ 5437125 h 6858000"/>
              <a:gd name="connsiteX28" fmla="*/ 381698 w 1364418"/>
              <a:gd name="connsiteY28" fmla="*/ 5396260 h 6858000"/>
              <a:gd name="connsiteX29" fmla="*/ 397679 w 1364418"/>
              <a:gd name="connsiteY29" fmla="*/ 5330009 h 6858000"/>
              <a:gd name="connsiteX30" fmla="*/ 431172 w 1364418"/>
              <a:gd name="connsiteY30" fmla="*/ 5273739 h 6858000"/>
              <a:gd name="connsiteX31" fmla="*/ 440771 w 1364418"/>
              <a:gd name="connsiteY31" fmla="*/ 5241779 h 6858000"/>
              <a:gd name="connsiteX32" fmla="*/ 451997 w 1364418"/>
              <a:gd name="connsiteY32" fmla="*/ 5225268 h 6858000"/>
              <a:gd name="connsiteX33" fmla="*/ 453017 w 1364418"/>
              <a:gd name="connsiteY33" fmla="*/ 5217684 h 6858000"/>
              <a:gd name="connsiteX34" fmla="*/ 460358 w 1364418"/>
              <a:gd name="connsiteY34" fmla="*/ 5193377 h 6858000"/>
              <a:gd name="connsiteX35" fmla="*/ 463661 w 1364418"/>
              <a:gd name="connsiteY35" fmla="*/ 5179288 h 6858000"/>
              <a:gd name="connsiteX36" fmla="*/ 464645 w 1364418"/>
              <a:gd name="connsiteY36" fmla="*/ 5173621 h 6858000"/>
              <a:gd name="connsiteX37" fmla="*/ 460279 w 1364418"/>
              <a:gd name="connsiteY37" fmla="*/ 5159961 h 6858000"/>
              <a:gd name="connsiteX38" fmla="*/ 466956 w 1364418"/>
              <a:gd name="connsiteY38" fmla="*/ 5144295 h 6858000"/>
              <a:gd name="connsiteX39" fmla="*/ 463889 w 1364418"/>
              <a:gd name="connsiteY39" fmla="*/ 5125185 h 6858000"/>
              <a:gd name="connsiteX40" fmla="*/ 470719 w 1364418"/>
              <a:gd name="connsiteY40" fmla="*/ 5121884 h 6858000"/>
              <a:gd name="connsiteX41" fmla="*/ 477755 w 1364418"/>
              <a:gd name="connsiteY41" fmla="*/ 5067850 h 6858000"/>
              <a:gd name="connsiteX42" fmla="*/ 480486 w 1364418"/>
              <a:gd name="connsiteY42" fmla="*/ 5060861 h 6858000"/>
              <a:gd name="connsiteX43" fmla="*/ 477190 w 1364418"/>
              <a:gd name="connsiteY43" fmla="*/ 5034192 h 6858000"/>
              <a:gd name="connsiteX44" fmla="*/ 478744 w 1364418"/>
              <a:gd name="connsiteY44" fmla="*/ 4993030 h 6858000"/>
              <a:gd name="connsiteX45" fmla="*/ 485653 w 1364418"/>
              <a:gd name="connsiteY45" fmla="*/ 4946844 h 6858000"/>
              <a:gd name="connsiteX46" fmla="*/ 481509 w 1364418"/>
              <a:gd name="connsiteY46" fmla="*/ 4932692 h 6858000"/>
              <a:gd name="connsiteX47" fmla="*/ 496912 w 1364418"/>
              <a:gd name="connsiteY47" fmla="*/ 4858827 h 6858000"/>
              <a:gd name="connsiteX48" fmla="*/ 502815 w 1364418"/>
              <a:gd name="connsiteY48" fmla="*/ 4821170 h 6858000"/>
              <a:gd name="connsiteX49" fmla="*/ 507548 w 1364418"/>
              <a:gd name="connsiteY49" fmla="*/ 4780965 h 6858000"/>
              <a:gd name="connsiteX50" fmla="*/ 508841 w 1364418"/>
              <a:gd name="connsiteY50" fmla="*/ 4750867 h 6858000"/>
              <a:gd name="connsiteX51" fmla="*/ 506648 w 1364418"/>
              <a:gd name="connsiteY51" fmla="*/ 4690749 h 6858000"/>
              <a:gd name="connsiteX52" fmla="*/ 502128 w 1364418"/>
              <a:gd name="connsiteY52" fmla="*/ 4584173 h 6858000"/>
              <a:gd name="connsiteX53" fmla="*/ 497211 w 1364418"/>
              <a:gd name="connsiteY53" fmla="*/ 4444346 h 6858000"/>
              <a:gd name="connsiteX54" fmla="*/ 493776 w 1364418"/>
              <a:gd name="connsiteY54" fmla="*/ 4375228 h 6858000"/>
              <a:gd name="connsiteX55" fmla="*/ 474429 w 1364418"/>
              <a:gd name="connsiteY55" fmla="*/ 4214165 h 6858000"/>
              <a:gd name="connsiteX56" fmla="*/ 478502 w 1364418"/>
              <a:gd name="connsiteY56" fmla="*/ 4090296 h 6858000"/>
              <a:gd name="connsiteX57" fmla="*/ 463758 w 1364418"/>
              <a:gd name="connsiteY57" fmla="*/ 4033999 h 6858000"/>
              <a:gd name="connsiteX58" fmla="*/ 464907 w 1364418"/>
              <a:gd name="connsiteY58" fmla="*/ 4031933 h 6858000"/>
              <a:gd name="connsiteX59" fmla="*/ 463483 w 1364418"/>
              <a:gd name="connsiteY59" fmla="*/ 4013953 h 6858000"/>
              <a:gd name="connsiteX60" fmla="*/ 449778 w 1364418"/>
              <a:gd name="connsiteY60" fmla="*/ 3974753 h 6858000"/>
              <a:gd name="connsiteX61" fmla="*/ 451376 w 1364418"/>
              <a:gd name="connsiteY61" fmla="*/ 3969950 h 6858000"/>
              <a:gd name="connsiteX62" fmla="*/ 444798 w 1364418"/>
              <a:gd name="connsiteY62" fmla="*/ 3933779 h 6858000"/>
              <a:gd name="connsiteX63" fmla="*/ 446129 w 1364418"/>
              <a:gd name="connsiteY63" fmla="*/ 3933093 h 6858000"/>
              <a:gd name="connsiteX64" fmla="*/ 450483 w 1364418"/>
              <a:gd name="connsiteY64" fmla="*/ 3922082 h 6858000"/>
              <a:gd name="connsiteX65" fmla="*/ 455561 w 1364418"/>
              <a:gd name="connsiteY65" fmla="*/ 3901461 h 6858000"/>
              <a:gd name="connsiteX66" fmla="*/ 478155 w 1364418"/>
              <a:gd name="connsiteY66" fmla="*/ 3813873 h 6858000"/>
              <a:gd name="connsiteX67" fmla="*/ 477580 w 1364418"/>
              <a:gd name="connsiteY67" fmla="*/ 3806161 h 6858000"/>
              <a:gd name="connsiteX68" fmla="*/ 477887 w 1364418"/>
              <a:gd name="connsiteY68" fmla="*/ 3805957 h 6858000"/>
              <a:gd name="connsiteX69" fmla="*/ 477914 w 1364418"/>
              <a:gd name="connsiteY69" fmla="*/ 3797724 h 6858000"/>
              <a:gd name="connsiteX70" fmla="*/ 476529 w 1364418"/>
              <a:gd name="connsiteY70" fmla="*/ 3792098 h 6858000"/>
              <a:gd name="connsiteX71" fmla="*/ 475413 w 1364418"/>
              <a:gd name="connsiteY71" fmla="*/ 3777135 h 6858000"/>
              <a:gd name="connsiteX72" fmla="*/ 477146 w 1364418"/>
              <a:gd name="connsiteY72" fmla="*/ 3771656 h 6858000"/>
              <a:gd name="connsiteX73" fmla="*/ 480889 w 1364418"/>
              <a:gd name="connsiteY73" fmla="*/ 3769007 h 6858000"/>
              <a:gd name="connsiteX74" fmla="*/ 480355 w 1364418"/>
              <a:gd name="connsiteY74" fmla="*/ 3767709 h 6858000"/>
              <a:gd name="connsiteX75" fmla="*/ 489051 w 1364418"/>
              <a:gd name="connsiteY75" fmla="*/ 3738082 h 6858000"/>
              <a:gd name="connsiteX76" fmla="*/ 496397 w 1364418"/>
              <a:gd name="connsiteY76" fmla="*/ 3673397 h 6858000"/>
              <a:gd name="connsiteX77" fmla="*/ 495693 w 1364418"/>
              <a:gd name="connsiteY77" fmla="*/ 3637109 h 6858000"/>
              <a:gd name="connsiteX78" fmla="*/ 499136 w 1364418"/>
              <a:gd name="connsiteY78" fmla="*/ 3536883 h 6858000"/>
              <a:gd name="connsiteX79" fmla="*/ 506674 w 1364418"/>
              <a:gd name="connsiteY79" fmla="*/ 3435652 h 6858000"/>
              <a:gd name="connsiteX80" fmla="*/ 508345 w 1364418"/>
              <a:gd name="connsiteY80" fmla="*/ 3307769 h 6858000"/>
              <a:gd name="connsiteX81" fmla="*/ 525908 w 1364418"/>
              <a:gd name="connsiteY81" fmla="*/ 3250522 h 6858000"/>
              <a:gd name="connsiteX82" fmla="*/ 526333 w 1364418"/>
              <a:gd name="connsiteY82" fmla="*/ 3229163 h 6858000"/>
              <a:gd name="connsiteX83" fmla="*/ 528156 w 1364418"/>
              <a:gd name="connsiteY83" fmla="*/ 3217217 h 6858000"/>
              <a:gd name="connsiteX84" fmla="*/ 514991 w 1364418"/>
              <a:gd name="connsiteY84" fmla="*/ 3183755 h 6858000"/>
              <a:gd name="connsiteX85" fmla="*/ 515492 w 1364418"/>
              <a:gd name="connsiteY85" fmla="*/ 3178642 h 6858000"/>
              <a:gd name="connsiteX86" fmla="*/ 503092 w 1364418"/>
              <a:gd name="connsiteY86" fmla="*/ 3158586 h 6858000"/>
              <a:gd name="connsiteX87" fmla="*/ 488277 w 1364418"/>
              <a:gd name="connsiteY87" fmla="*/ 3129034 h 6858000"/>
              <a:gd name="connsiteX88" fmla="*/ 488942 w 1364418"/>
              <a:gd name="connsiteY88" fmla="*/ 3126682 h 6858000"/>
              <a:gd name="connsiteX89" fmla="*/ 479810 w 1364418"/>
              <a:gd name="connsiteY89" fmla="*/ 3114519 h 6858000"/>
              <a:gd name="connsiteX90" fmla="*/ 466419 w 1364418"/>
              <a:gd name="connsiteY90" fmla="*/ 3106272 h 6858000"/>
              <a:gd name="connsiteX91" fmla="*/ 439149 w 1364418"/>
              <a:gd name="connsiteY91" fmla="*/ 2958185 h 6858000"/>
              <a:gd name="connsiteX92" fmla="*/ 381763 w 1364418"/>
              <a:gd name="connsiteY92" fmla="*/ 2762989 h 6858000"/>
              <a:gd name="connsiteX93" fmla="*/ 330681 w 1364418"/>
              <a:gd name="connsiteY93" fmla="*/ 2554718 h 6858000"/>
              <a:gd name="connsiteX94" fmla="*/ 310775 w 1364418"/>
              <a:gd name="connsiteY94" fmla="*/ 2485734 h 6858000"/>
              <a:gd name="connsiteX95" fmla="*/ 301498 w 1364418"/>
              <a:gd name="connsiteY95" fmla="*/ 2447068 h 6858000"/>
              <a:gd name="connsiteX96" fmla="*/ 288459 w 1364418"/>
              <a:gd name="connsiteY96" fmla="*/ 2425819 h 6858000"/>
              <a:gd name="connsiteX97" fmla="*/ 294458 w 1364418"/>
              <a:gd name="connsiteY97" fmla="*/ 2402874 h 6858000"/>
              <a:gd name="connsiteX98" fmla="*/ 297070 w 1364418"/>
              <a:gd name="connsiteY98" fmla="*/ 2381443 h 6858000"/>
              <a:gd name="connsiteX99" fmla="*/ 273399 w 1364418"/>
              <a:gd name="connsiteY99" fmla="*/ 2261920 h 6858000"/>
              <a:gd name="connsiteX100" fmla="*/ 263286 w 1364418"/>
              <a:gd name="connsiteY100" fmla="*/ 2195378 h 6858000"/>
              <a:gd name="connsiteX101" fmla="*/ 247503 w 1364418"/>
              <a:gd name="connsiteY101" fmla="*/ 2155135 h 6858000"/>
              <a:gd name="connsiteX102" fmla="*/ 244961 w 1364418"/>
              <a:gd name="connsiteY102" fmla="*/ 2118008 h 6858000"/>
              <a:gd name="connsiteX103" fmla="*/ 245954 w 1364418"/>
              <a:gd name="connsiteY103" fmla="*/ 2050531 h 6858000"/>
              <a:gd name="connsiteX104" fmla="*/ 237760 w 1364418"/>
              <a:gd name="connsiteY104" fmla="*/ 1963269 h 6858000"/>
              <a:gd name="connsiteX105" fmla="*/ 218938 w 1364418"/>
              <a:gd name="connsiteY105" fmla="*/ 1906352 h 6858000"/>
              <a:gd name="connsiteX106" fmla="*/ 195495 w 1364418"/>
              <a:gd name="connsiteY106" fmla="*/ 1861531 h 6858000"/>
              <a:gd name="connsiteX107" fmla="*/ 149294 w 1364418"/>
              <a:gd name="connsiteY107" fmla="*/ 1732919 h 6858000"/>
              <a:gd name="connsiteX108" fmla="*/ 121605 w 1364418"/>
              <a:gd name="connsiteY108" fmla="*/ 1663540 h 6858000"/>
              <a:gd name="connsiteX109" fmla="*/ 120731 w 1364418"/>
              <a:gd name="connsiteY109" fmla="*/ 1615777 h 6858000"/>
              <a:gd name="connsiteX110" fmla="*/ 101526 w 1364418"/>
              <a:gd name="connsiteY110" fmla="*/ 1563678 h 6858000"/>
              <a:gd name="connsiteX111" fmla="*/ 114606 w 1364418"/>
              <a:gd name="connsiteY111" fmla="*/ 1519474 h 6858000"/>
              <a:gd name="connsiteX112" fmla="*/ 107348 w 1364418"/>
              <a:gd name="connsiteY112" fmla="*/ 1477995 h 6858000"/>
              <a:gd name="connsiteX113" fmla="*/ 93433 w 1364418"/>
              <a:gd name="connsiteY113" fmla="*/ 1373769 h 6858000"/>
              <a:gd name="connsiteX114" fmla="*/ 101740 w 1364418"/>
              <a:gd name="connsiteY114" fmla="*/ 1307086 h 6858000"/>
              <a:gd name="connsiteX115" fmla="*/ 102928 w 1364418"/>
              <a:gd name="connsiteY115" fmla="*/ 1189033 h 6858000"/>
              <a:gd name="connsiteX116" fmla="*/ 107613 w 1364418"/>
              <a:gd name="connsiteY116" fmla="*/ 1168288 h 6858000"/>
              <a:gd name="connsiteX117" fmla="*/ 99895 w 1364418"/>
              <a:gd name="connsiteY117" fmla="*/ 1142577 h 6858000"/>
              <a:gd name="connsiteX118" fmla="*/ 89201 w 1364418"/>
              <a:gd name="connsiteY118" fmla="*/ 1088484 h 6858000"/>
              <a:gd name="connsiteX119" fmla="*/ 77937 w 1364418"/>
              <a:gd name="connsiteY119" fmla="*/ 1016103 h 6858000"/>
              <a:gd name="connsiteX120" fmla="*/ 79393 w 1364418"/>
              <a:gd name="connsiteY120" fmla="*/ 932283 h 6858000"/>
              <a:gd name="connsiteX121" fmla="*/ 81629 w 1364418"/>
              <a:gd name="connsiteY121" fmla="*/ 915925 h 6858000"/>
              <a:gd name="connsiteX122" fmla="*/ 74258 w 1364418"/>
              <a:gd name="connsiteY122" fmla="*/ 896999 h 6858000"/>
              <a:gd name="connsiteX123" fmla="*/ 43666 w 1364418"/>
              <a:gd name="connsiteY123" fmla="*/ 821517 h 6858000"/>
              <a:gd name="connsiteX124" fmla="*/ 22616 w 1364418"/>
              <a:gd name="connsiteY124" fmla="*/ 751353 h 6858000"/>
              <a:gd name="connsiteX125" fmla="*/ 22174 w 1364418"/>
              <a:gd name="connsiteY125" fmla="*/ 721230 h 6858000"/>
              <a:gd name="connsiteX126" fmla="*/ 7845 w 1364418"/>
              <a:gd name="connsiteY126" fmla="*/ 681659 h 6858000"/>
              <a:gd name="connsiteX127" fmla="*/ 31306 w 1364418"/>
              <a:gd name="connsiteY127" fmla="*/ 619315 h 6858000"/>
              <a:gd name="connsiteX128" fmla="*/ 15184 w 1364418"/>
              <a:gd name="connsiteY128" fmla="*/ 585934 h 6858000"/>
              <a:gd name="connsiteX129" fmla="*/ 22258 w 1364418"/>
              <a:gd name="connsiteY129" fmla="*/ 538948 h 6858000"/>
              <a:gd name="connsiteX130" fmla="*/ 26166 w 1364418"/>
              <a:gd name="connsiteY130" fmla="*/ 525163 h 6858000"/>
              <a:gd name="connsiteX131" fmla="*/ 52290 w 1364418"/>
              <a:gd name="connsiteY131" fmla="*/ 446567 h 6858000"/>
              <a:gd name="connsiteX132" fmla="*/ 51538 w 1364418"/>
              <a:gd name="connsiteY132" fmla="*/ 393828 h 6858000"/>
              <a:gd name="connsiteX133" fmla="*/ 51368 w 1364418"/>
              <a:gd name="connsiteY133" fmla="*/ 353137 h 6858000"/>
              <a:gd name="connsiteX134" fmla="*/ 55970 w 1364418"/>
              <a:gd name="connsiteY134" fmla="*/ 321428 h 6858000"/>
              <a:gd name="connsiteX135" fmla="*/ 57061 w 1364418"/>
              <a:gd name="connsiteY135" fmla="*/ 275771 h 6858000"/>
              <a:gd name="connsiteX136" fmla="*/ 74088 w 1364418"/>
              <a:gd name="connsiteY136" fmla="*/ 212860 h 6858000"/>
              <a:gd name="connsiteX137" fmla="*/ 65798 w 1364418"/>
              <a:gd name="connsiteY137" fmla="*/ 144983 h 6858000"/>
              <a:gd name="connsiteX138" fmla="*/ 78082 w 1364418"/>
              <a:gd name="connsiteY138" fmla="*/ 55288 h 6858000"/>
              <a:gd name="connsiteX139" fmla="*/ 37636 w 1364418"/>
              <a:gd name="connsiteY139" fmla="*/ 0 h 6858000"/>
              <a:gd name="connsiteX0" fmla="*/ 37636 w 1364418"/>
              <a:gd name="connsiteY0" fmla="*/ 0 h 6858000"/>
              <a:gd name="connsiteX1" fmla="*/ 1364418 w 1364418"/>
              <a:gd name="connsiteY1" fmla="*/ 0 h 6858000"/>
              <a:gd name="connsiteX2" fmla="*/ 1364418 w 1364418"/>
              <a:gd name="connsiteY2" fmla="*/ 6858000 h 6858000"/>
              <a:gd name="connsiteX3" fmla="*/ 101112 w 1364418"/>
              <a:gd name="connsiteY3" fmla="*/ 6857735 h 6858000"/>
              <a:gd name="connsiteX4" fmla="*/ 137705 w 1364418"/>
              <a:gd name="connsiteY4" fmla="*/ 6776847 h 6858000"/>
              <a:gd name="connsiteX5" fmla="*/ 149205 w 1364418"/>
              <a:gd name="connsiteY5" fmla="*/ 6737706 h 6858000"/>
              <a:gd name="connsiteX6" fmla="*/ 173944 w 1364418"/>
              <a:gd name="connsiteY6" fmla="*/ 6691589 h 6858000"/>
              <a:gd name="connsiteX7" fmla="*/ 151501 w 1364418"/>
              <a:gd name="connsiteY7" fmla="*/ 6659970 h 6858000"/>
              <a:gd name="connsiteX8" fmla="*/ 166592 w 1364418"/>
              <a:gd name="connsiteY8" fmla="*/ 6636211 h 6858000"/>
              <a:gd name="connsiteX9" fmla="*/ 184036 w 1364418"/>
              <a:gd name="connsiteY9" fmla="*/ 6594177 h 6858000"/>
              <a:gd name="connsiteX10" fmla="*/ 198076 w 1364418"/>
              <a:gd name="connsiteY10" fmla="*/ 6557575 h 6858000"/>
              <a:gd name="connsiteX11" fmla="*/ 251033 w 1364418"/>
              <a:gd name="connsiteY11" fmla="*/ 6492130 h 6858000"/>
              <a:gd name="connsiteX12" fmla="*/ 266720 w 1364418"/>
              <a:gd name="connsiteY12" fmla="*/ 6431610 h 6858000"/>
              <a:gd name="connsiteX13" fmla="*/ 310425 w 1364418"/>
              <a:gd name="connsiteY13" fmla="*/ 6379786 h 6858000"/>
              <a:gd name="connsiteX14" fmla="*/ 293648 w 1364418"/>
              <a:gd name="connsiteY14" fmla="*/ 6334727 h 6858000"/>
              <a:gd name="connsiteX15" fmla="*/ 271063 w 1364418"/>
              <a:gd name="connsiteY15" fmla="*/ 6313295 h 6858000"/>
              <a:gd name="connsiteX16" fmla="*/ 278227 w 1364418"/>
              <a:gd name="connsiteY16" fmla="*/ 6280046 h 6858000"/>
              <a:gd name="connsiteX17" fmla="*/ 260972 w 1364418"/>
              <a:gd name="connsiteY17" fmla="*/ 6270265 h 6858000"/>
              <a:gd name="connsiteX18" fmla="*/ 288000 w 1364418"/>
              <a:gd name="connsiteY18" fmla="*/ 6252834 h 6858000"/>
              <a:gd name="connsiteX19" fmla="*/ 265992 w 1364418"/>
              <a:gd name="connsiteY19" fmla="*/ 6202459 h 6858000"/>
              <a:gd name="connsiteX20" fmla="*/ 264790 w 1364418"/>
              <a:gd name="connsiteY20" fmla="*/ 6153037 h 6858000"/>
              <a:gd name="connsiteX21" fmla="*/ 280205 w 1364418"/>
              <a:gd name="connsiteY21" fmla="*/ 6078132 h 6858000"/>
              <a:gd name="connsiteX22" fmla="*/ 267592 w 1364418"/>
              <a:gd name="connsiteY22" fmla="*/ 6028119 h 6858000"/>
              <a:gd name="connsiteX23" fmla="*/ 252821 w 1364418"/>
              <a:gd name="connsiteY23" fmla="*/ 5926735 h 6858000"/>
              <a:gd name="connsiteX24" fmla="*/ 302333 w 1364418"/>
              <a:gd name="connsiteY24" fmla="*/ 5712857 h 6858000"/>
              <a:gd name="connsiteX25" fmla="*/ 332131 w 1364418"/>
              <a:gd name="connsiteY25" fmla="*/ 5660491 h 6858000"/>
              <a:gd name="connsiteX26" fmla="*/ 341254 w 1364418"/>
              <a:gd name="connsiteY26" fmla="*/ 5563435 h 6858000"/>
              <a:gd name="connsiteX27" fmla="*/ 368130 w 1364418"/>
              <a:gd name="connsiteY27" fmla="*/ 5437125 h 6858000"/>
              <a:gd name="connsiteX28" fmla="*/ 381698 w 1364418"/>
              <a:gd name="connsiteY28" fmla="*/ 5396260 h 6858000"/>
              <a:gd name="connsiteX29" fmla="*/ 397679 w 1364418"/>
              <a:gd name="connsiteY29" fmla="*/ 5330009 h 6858000"/>
              <a:gd name="connsiteX30" fmla="*/ 431172 w 1364418"/>
              <a:gd name="connsiteY30" fmla="*/ 5273739 h 6858000"/>
              <a:gd name="connsiteX31" fmla="*/ 440771 w 1364418"/>
              <a:gd name="connsiteY31" fmla="*/ 5241779 h 6858000"/>
              <a:gd name="connsiteX32" fmla="*/ 451997 w 1364418"/>
              <a:gd name="connsiteY32" fmla="*/ 5225268 h 6858000"/>
              <a:gd name="connsiteX33" fmla="*/ 453017 w 1364418"/>
              <a:gd name="connsiteY33" fmla="*/ 5217684 h 6858000"/>
              <a:gd name="connsiteX34" fmla="*/ 460358 w 1364418"/>
              <a:gd name="connsiteY34" fmla="*/ 5193377 h 6858000"/>
              <a:gd name="connsiteX35" fmla="*/ 463661 w 1364418"/>
              <a:gd name="connsiteY35" fmla="*/ 5179288 h 6858000"/>
              <a:gd name="connsiteX36" fmla="*/ 464645 w 1364418"/>
              <a:gd name="connsiteY36" fmla="*/ 5173621 h 6858000"/>
              <a:gd name="connsiteX37" fmla="*/ 460279 w 1364418"/>
              <a:gd name="connsiteY37" fmla="*/ 5159961 h 6858000"/>
              <a:gd name="connsiteX38" fmla="*/ 466956 w 1364418"/>
              <a:gd name="connsiteY38" fmla="*/ 5144295 h 6858000"/>
              <a:gd name="connsiteX39" fmla="*/ 463889 w 1364418"/>
              <a:gd name="connsiteY39" fmla="*/ 5125185 h 6858000"/>
              <a:gd name="connsiteX40" fmla="*/ 470719 w 1364418"/>
              <a:gd name="connsiteY40" fmla="*/ 5121884 h 6858000"/>
              <a:gd name="connsiteX41" fmla="*/ 477755 w 1364418"/>
              <a:gd name="connsiteY41" fmla="*/ 5067850 h 6858000"/>
              <a:gd name="connsiteX42" fmla="*/ 480486 w 1364418"/>
              <a:gd name="connsiteY42" fmla="*/ 5060861 h 6858000"/>
              <a:gd name="connsiteX43" fmla="*/ 477190 w 1364418"/>
              <a:gd name="connsiteY43" fmla="*/ 5034192 h 6858000"/>
              <a:gd name="connsiteX44" fmla="*/ 478744 w 1364418"/>
              <a:gd name="connsiteY44" fmla="*/ 4993030 h 6858000"/>
              <a:gd name="connsiteX45" fmla="*/ 485653 w 1364418"/>
              <a:gd name="connsiteY45" fmla="*/ 4946844 h 6858000"/>
              <a:gd name="connsiteX46" fmla="*/ 481509 w 1364418"/>
              <a:gd name="connsiteY46" fmla="*/ 4932692 h 6858000"/>
              <a:gd name="connsiteX47" fmla="*/ 496912 w 1364418"/>
              <a:gd name="connsiteY47" fmla="*/ 4858827 h 6858000"/>
              <a:gd name="connsiteX48" fmla="*/ 502815 w 1364418"/>
              <a:gd name="connsiteY48" fmla="*/ 4821170 h 6858000"/>
              <a:gd name="connsiteX49" fmla="*/ 507548 w 1364418"/>
              <a:gd name="connsiteY49" fmla="*/ 4780965 h 6858000"/>
              <a:gd name="connsiteX50" fmla="*/ 508841 w 1364418"/>
              <a:gd name="connsiteY50" fmla="*/ 4750867 h 6858000"/>
              <a:gd name="connsiteX51" fmla="*/ 506648 w 1364418"/>
              <a:gd name="connsiteY51" fmla="*/ 4690749 h 6858000"/>
              <a:gd name="connsiteX52" fmla="*/ 502128 w 1364418"/>
              <a:gd name="connsiteY52" fmla="*/ 4584173 h 6858000"/>
              <a:gd name="connsiteX53" fmla="*/ 497211 w 1364418"/>
              <a:gd name="connsiteY53" fmla="*/ 4444346 h 6858000"/>
              <a:gd name="connsiteX54" fmla="*/ 493776 w 1364418"/>
              <a:gd name="connsiteY54" fmla="*/ 4375228 h 6858000"/>
              <a:gd name="connsiteX55" fmla="*/ 474429 w 1364418"/>
              <a:gd name="connsiteY55" fmla="*/ 4214165 h 6858000"/>
              <a:gd name="connsiteX56" fmla="*/ 478502 w 1364418"/>
              <a:gd name="connsiteY56" fmla="*/ 4090296 h 6858000"/>
              <a:gd name="connsiteX57" fmla="*/ 463758 w 1364418"/>
              <a:gd name="connsiteY57" fmla="*/ 4033999 h 6858000"/>
              <a:gd name="connsiteX58" fmla="*/ 464907 w 1364418"/>
              <a:gd name="connsiteY58" fmla="*/ 4031933 h 6858000"/>
              <a:gd name="connsiteX59" fmla="*/ 463483 w 1364418"/>
              <a:gd name="connsiteY59" fmla="*/ 4013953 h 6858000"/>
              <a:gd name="connsiteX60" fmla="*/ 449778 w 1364418"/>
              <a:gd name="connsiteY60" fmla="*/ 3974753 h 6858000"/>
              <a:gd name="connsiteX61" fmla="*/ 451376 w 1364418"/>
              <a:gd name="connsiteY61" fmla="*/ 3969950 h 6858000"/>
              <a:gd name="connsiteX62" fmla="*/ 444798 w 1364418"/>
              <a:gd name="connsiteY62" fmla="*/ 3933779 h 6858000"/>
              <a:gd name="connsiteX63" fmla="*/ 446129 w 1364418"/>
              <a:gd name="connsiteY63" fmla="*/ 3933093 h 6858000"/>
              <a:gd name="connsiteX64" fmla="*/ 450483 w 1364418"/>
              <a:gd name="connsiteY64" fmla="*/ 3922082 h 6858000"/>
              <a:gd name="connsiteX65" fmla="*/ 455561 w 1364418"/>
              <a:gd name="connsiteY65" fmla="*/ 3901461 h 6858000"/>
              <a:gd name="connsiteX66" fmla="*/ 478155 w 1364418"/>
              <a:gd name="connsiteY66" fmla="*/ 3813873 h 6858000"/>
              <a:gd name="connsiteX67" fmla="*/ 477580 w 1364418"/>
              <a:gd name="connsiteY67" fmla="*/ 3806161 h 6858000"/>
              <a:gd name="connsiteX68" fmla="*/ 477887 w 1364418"/>
              <a:gd name="connsiteY68" fmla="*/ 3805957 h 6858000"/>
              <a:gd name="connsiteX69" fmla="*/ 477914 w 1364418"/>
              <a:gd name="connsiteY69" fmla="*/ 3797724 h 6858000"/>
              <a:gd name="connsiteX70" fmla="*/ 476529 w 1364418"/>
              <a:gd name="connsiteY70" fmla="*/ 3792098 h 6858000"/>
              <a:gd name="connsiteX71" fmla="*/ 475413 w 1364418"/>
              <a:gd name="connsiteY71" fmla="*/ 3777135 h 6858000"/>
              <a:gd name="connsiteX72" fmla="*/ 477146 w 1364418"/>
              <a:gd name="connsiteY72" fmla="*/ 3771656 h 6858000"/>
              <a:gd name="connsiteX73" fmla="*/ 480889 w 1364418"/>
              <a:gd name="connsiteY73" fmla="*/ 3769007 h 6858000"/>
              <a:gd name="connsiteX74" fmla="*/ 480355 w 1364418"/>
              <a:gd name="connsiteY74" fmla="*/ 3767709 h 6858000"/>
              <a:gd name="connsiteX75" fmla="*/ 489051 w 1364418"/>
              <a:gd name="connsiteY75" fmla="*/ 3738082 h 6858000"/>
              <a:gd name="connsiteX76" fmla="*/ 496397 w 1364418"/>
              <a:gd name="connsiteY76" fmla="*/ 3673397 h 6858000"/>
              <a:gd name="connsiteX77" fmla="*/ 495693 w 1364418"/>
              <a:gd name="connsiteY77" fmla="*/ 3637109 h 6858000"/>
              <a:gd name="connsiteX78" fmla="*/ 499136 w 1364418"/>
              <a:gd name="connsiteY78" fmla="*/ 3536883 h 6858000"/>
              <a:gd name="connsiteX79" fmla="*/ 506674 w 1364418"/>
              <a:gd name="connsiteY79" fmla="*/ 3435652 h 6858000"/>
              <a:gd name="connsiteX80" fmla="*/ 508345 w 1364418"/>
              <a:gd name="connsiteY80" fmla="*/ 3307769 h 6858000"/>
              <a:gd name="connsiteX81" fmla="*/ 525908 w 1364418"/>
              <a:gd name="connsiteY81" fmla="*/ 3250522 h 6858000"/>
              <a:gd name="connsiteX82" fmla="*/ 526333 w 1364418"/>
              <a:gd name="connsiteY82" fmla="*/ 3229163 h 6858000"/>
              <a:gd name="connsiteX83" fmla="*/ 528156 w 1364418"/>
              <a:gd name="connsiteY83" fmla="*/ 3217217 h 6858000"/>
              <a:gd name="connsiteX84" fmla="*/ 514991 w 1364418"/>
              <a:gd name="connsiteY84" fmla="*/ 3183755 h 6858000"/>
              <a:gd name="connsiteX85" fmla="*/ 515492 w 1364418"/>
              <a:gd name="connsiteY85" fmla="*/ 3178642 h 6858000"/>
              <a:gd name="connsiteX86" fmla="*/ 503092 w 1364418"/>
              <a:gd name="connsiteY86" fmla="*/ 3158586 h 6858000"/>
              <a:gd name="connsiteX87" fmla="*/ 488277 w 1364418"/>
              <a:gd name="connsiteY87" fmla="*/ 3129034 h 6858000"/>
              <a:gd name="connsiteX88" fmla="*/ 488942 w 1364418"/>
              <a:gd name="connsiteY88" fmla="*/ 3126682 h 6858000"/>
              <a:gd name="connsiteX89" fmla="*/ 479810 w 1364418"/>
              <a:gd name="connsiteY89" fmla="*/ 3114519 h 6858000"/>
              <a:gd name="connsiteX90" fmla="*/ 466419 w 1364418"/>
              <a:gd name="connsiteY90" fmla="*/ 3106272 h 6858000"/>
              <a:gd name="connsiteX91" fmla="*/ 439149 w 1364418"/>
              <a:gd name="connsiteY91" fmla="*/ 2958185 h 6858000"/>
              <a:gd name="connsiteX92" fmla="*/ 381763 w 1364418"/>
              <a:gd name="connsiteY92" fmla="*/ 2762989 h 6858000"/>
              <a:gd name="connsiteX93" fmla="*/ 330681 w 1364418"/>
              <a:gd name="connsiteY93" fmla="*/ 2554718 h 6858000"/>
              <a:gd name="connsiteX94" fmla="*/ 310775 w 1364418"/>
              <a:gd name="connsiteY94" fmla="*/ 2485734 h 6858000"/>
              <a:gd name="connsiteX95" fmla="*/ 301498 w 1364418"/>
              <a:gd name="connsiteY95" fmla="*/ 2447068 h 6858000"/>
              <a:gd name="connsiteX96" fmla="*/ 288459 w 1364418"/>
              <a:gd name="connsiteY96" fmla="*/ 2425819 h 6858000"/>
              <a:gd name="connsiteX97" fmla="*/ 294458 w 1364418"/>
              <a:gd name="connsiteY97" fmla="*/ 2402874 h 6858000"/>
              <a:gd name="connsiteX98" fmla="*/ 297070 w 1364418"/>
              <a:gd name="connsiteY98" fmla="*/ 2381443 h 6858000"/>
              <a:gd name="connsiteX99" fmla="*/ 273399 w 1364418"/>
              <a:gd name="connsiteY99" fmla="*/ 2261920 h 6858000"/>
              <a:gd name="connsiteX100" fmla="*/ 263286 w 1364418"/>
              <a:gd name="connsiteY100" fmla="*/ 2195378 h 6858000"/>
              <a:gd name="connsiteX101" fmla="*/ 247503 w 1364418"/>
              <a:gd name="connsiteY101" fmla="*/ 2155135 h 6858000"/>
              <a:gd name="connsiteX102" fmla="*/ 244961 w 1364418"/>
              <a:gd name="connsiteY102" fmla="*/ 2118008 h 6858000"/>
              <a:gd name="connsiteX103" fmla="*/ 245954 w 1364418"/>
              <a:gd name="connsiteY103" fmla="*/ 2050531 h 6858000"/>
              <a:gd name="connsiteX104" fmla="*/ 237760 w 1364418"/>
              <a:gd name="connsiteY104" fmla="*/ 1963269 h 6858000"/>
              <a:gd name="connsiteX105" fmla="*/ 218938 w 1364418"/>
              <a:gd name="connsiteY105" fmla="*/ 1906352 h 6858000"/>
              <a:gd name="connsiteX106" fmla="*/ 195495 w 1364418"/>
              <a:gd name="connsiteY106" fmla="*/ 1861531 h 6858000"/>
              <a:gd name="connsiteX107" fmla="*/ 149294 w 1364418"/>
              <a:gd name="connsiteY107" fmla="*/ 1732919 h 6858000"/>
              <a:gd name="connsiteX108" fmla="*/ 121605 w 1364418"/>
              <a:gd name="connsiteY108" fmla="*/ 1663540 h 6858000"/>
              <a:gd name="connsiteX109" fmla="*/ 120731 w 1364418"/>
              <a:gd name="connsiteY109" fmla="*/ 1615777 h 6858000"/>
              <a:gd name="connsiteX110" fmla="*/ 101526 w 1364418"/>
              <a:gd name="connsiteY110" fmla="*/ 1563678 h 6858000"/>
              <a:gd name="connsiteX111" fmla="*/ 114606 w 1364418"/>
              <a:gd name="connsiteY111" fmla="*/ 1519474 h 6858000"/>
              <a:gd name="connsiteX112" fmla="*/ 107348 w 1364418"/>
              <a:gd name="connsiteY112" fmla="*/ 1477995 h 6858000"/>
              <a:gd name="connsiteX113" fmla="*/ 93433 w 1364418"/>
              <a:gd name="connsiteY113" fmla="*/ 1373769 h 6858000"/>
              <a:gd name="connsiteX114" fmla="*/ 101740 w 1364418"/>
              <a:gd name="connsiteY114" fmla="*/ 1307086 h 6858000"/>
              <a:gd name="connsiteX115" fmla="*/ 102928 w 1364418"/>
              <a:gd name="connsiteY115" fmla="*/ 1189033 h 6858000"/>
              <a:gd name="connsiteX116" fmla="*/ 107613 w 1364418"/>
              <a:gd name="connsiteY116" fmla="*/ 1168288 h 6858000"/>
              <a:gd name="connsiteX117" fmla="*/ 99895 w 1364418"/>
              <a:gd name="connsiteY117" fmla="*/ 1142577 h 6858000"/>
              <a:gd name="connsiteX118" fmla="*/ 89201 w 1364418"/>
              <a:gd name="connsiteY118" fmla="*/ 1088484 h 6858000"/>
              <a:gd name="connsiteX119" fmla="*/ 77937 w 1364418"/>
              <a:gd name="connsiteY119" fmla="*/ 1016103 h 6858000"/>
              <a:gd name="connsiteX120" fmla="*/ 79393 w 1364418"/>
              <a:gd name="connsiteY120" fmla="*/ 932283 h 6858000"/>
              <a:gd name="connsiteX121" fmla="*/ 81629 w 1364418"/>
              <a:gd name="connsiteY121" fmla="*/ 915925 h 6858000"/>
              <a:gd name="connsiteX122" fmla="*/ 74258 w 1364418"/>
              <a:gd name="connsiteY122" fmla="*/ 896999 h 6858000"/>
              <a:gd name="connsiteX123" fmla="*/ 43666 w 1364418"/>
              <a:gd name="connsiteY123" fmla="*/ 821517 h 6858000"/>
              <a:gd name="connsiteX124" fmla="*/ 22616 w 1364418"/>
              <a:gd name="connsiteY124" fmla="*/ 751353 h 6858000"/>
              <a:gd name="connsiteX125" fmla="*/ 22174 w 1364418"/>
              <a:gd name="connsiteY125" fmla="*/ 721230 h 6858000"/>
              <a:gd name="connsiteX126" fmla="*/ 7845 w 1364418"/>
              <a:gd name="connsiteY126" fmla="*/ 681659 h 6858000"/>
              <a:gd name="connsiteX127" fmla="*/ 31306 w 1364418"/>
              <a:gd name="connsiteY127" fmla="*/ 619315 h 6858000"/>
              <a:gd name="connsiteX128" fmla="*/ 15184 w 1364418"/>
              <a:gd name="connsiteY128" fmla="*/ 585934 h 6858000"/>
              <a:gd name="connsiteX129" fmla="*/ 22258 w 1364418"/>
              <a:gd name="connsiteY129" fmla="*/ 538948 h 6858000"/>
              <a:gd name="connsiteX130" fmla="*/ 26166 w 1364418"/>
              <a:gd name="connsiteY130" fmla="*/ 525163 h 6858000"/>
              <a:gd name="connsiteX131" fmla="*/ 52290 w 1364418"/>
              <a:gd name="connsiteY131" fmla="*/ 446567 h 6858000"/>
              <a:gd name="connsiteX132" fmla="*/ 51538 w 1364418"/>
              <a:gd name="connsiteY132" fmla="*/ 393828 h 6858000"/>
              <a:gd name="connsiteX133" fmla="*/ 51368 w 1364418"/>
              <a:gd name="connsiteY133" fmla="*/ 353137 h 6858000"/>
              <a:gd name="connsiteX134" fmla="*/ 55970 w 1364418"/>
              <a:gd name="connsiteY134" fmla="*/ 321428 h 6858000"/>
              <a:gd name="connsiteX135" fmla="*/ 57061 w 1364418"/>
              <a:gd name="connsiteY135" fmla="*/ 275771 h 6858000"/>
              <a:gd name="connsiteX136" fmla="*/ 74088 w 1364418"/>
              <a:gd name="connsiteY136" fmla="*/ 212860 h 6858000"/>
              <a:gd name="connsiteX137" fmla="*/ 65798 w 1364418"/>
              <a:gd name="connsiteY137" fmla="*/ 144983 h 6858000"/>
              <a:gd name="connsiteX138" fmla="*/ 78082 w 1364418"/>
              <a:gd name="connsiteY138" fmla="*/ 55288 h 6858000"/>
              <a:gd name="connsiteX139" fmla="*/ 37636 w 1364418"/>
              <a:gd name="connsiteY139" fmla="*/ 0 h 6858000"/>
              <a:gd name="connsiteX0" fmla="*/ 37636 w 1364418"/>
              <a:gd name="connsiteY0" fmla="*/ 0 h 6858000"/>
              <a:gd name="connsiteX1" fmla="*/ 1364418 w 1364418"/>
              <a:gd name="connsiteY1" fmla="*/ 0 h 6858000"/>
              <a:gd name="connsiteX2" fmla="*/ 1364418 w 1364418"/>
              <a:gd name="connsiteY2" fmla="*/ 6858000 h 6858000"/>
              <a:gd name="connsiteX3" fmla="*/ 101112 w 1364418"/>
              <a:gd name="connsiteY3" fmla="*/ 6857735 h 6858000"/>
              <a:gd name="connsiteX4" fmla="*/ 137705 w 1364418"/>
              <a:gd name="connsiteY4" fmla="*/ 6776847 h 6858000"/>
              <a:gd name="connsiteX5" fmla="*/ 149205 w 1364418"/>
              <a:gd name="connsiteY5" fmla="*/ 6737706 h 6858000"/>
              <a:gd name="connsiteX6" fmla="*/ 173944 w 1364418"/>
              <a:gd name="connsiteY6" fmla="*/ 6691589 h 6858000"/>
              <a:gd name="connsiteX7" fmla="*/ 165968 w 1364418"/>
              <a:gd name="connsiteY7" fmla="*/ 6659970 h 6858000"/>
              <a:gd name="connsiteX8" fmla="*/ 166592 w 1364418"/>
              <a:gd name="connsiteY8" fmla="*/ 6636211 h 6858000"/>
              <a:gd name="connsiteX9" fmla="*/ 184036 w 1364418"/>
              <a:gd name="connsiteY9" fmla="*/ 6594177 h 6858000"/>
              <a:gd name="connsiteX10" fmla="*/ 198076 w 1364418"/>
              <a:gd name="connsiteY10" fmla="*/ 6557575 h 6858000"/>
              <a:gd name="connsiteX11" fmla="*/ 251033 w 1364418"/>
              <a:gd name="connsiteY11" fmla="*/ 6492130 h 6858000"/>
              <a:gd name="connsiteX12" fmla="*/ 266720 w 1364418"/>
              <a:gd name="connsiteY12" fmla="*/ 6431610 h 6858000"/>
              <a:gd name="connsiteX13" fmla="*/ 310425 w 1364418"/>
              <a:gd name="connsiteY13" fmla="*/ 6379786 h 6858000"/>
              <a:gd name="connsiteX14" fmla="*/ 293648 w 1364418"/>
              <a:gd name="connsiteY14" fmla="*/ 6334727 h 6858000"/>
              <a:gd name="connsiteX15" fmla="*/ 271063 w 1364418"/>
              <a:gd name="connsiteY15" fmla="*/ 6313295 h 6858000"/>
              <a:gd name="connsiteX16" fmla="*/ 278227 w 1364418"/>
              <a:gd name="connsiteY16" fmla="*/ 6280046 h 6858000"/>
              <a:gd name="connsiteX17" fmla="*/ 260972 w 1364418"/>
              <a:gd name="connsiteY17" fmla="*/ 6270265 h 6858000"/>
              <a:gd name="connsiteX18" fmla="*/ 288000 w 1364418"/>
              <a:gd name="connsiteY18" fmla="*/ 6252834 h 6858000"/>
              <a:gd name="connsiteX19" fmla="*/ 265992 w 1364418"/>
              <a:gd name="connsiteY19" fmla="*/ 6202459 h 6858000"/>
              <a:gd name="connsiteX20" fmla="*/ 264790 w 1364418"/>
              <a:gd name="connsiteY20" fmla="*/ 6153037 h 6858000"/>
              <a:gd name="connsiteX21" fmla="*/ 280205 w 1364418"/>
              <a:gd name="connsiteY21" fmla="*/ 6078132 h 6858000"/>
              <a:gd name="connsiteX22" fmla="*/ 267592 w 1364418"/>
              <a:gd name="connsiteY22" fmla="*/ 6028119 h 6858000"/>
              <a:gd name="connsiteX23" fmla="*/ 252821 w 1364418"/>
              <a:gd name="connsiteY23" fmla="*/ 5926735 h 6858000"/>
              <a:gd name="connsiteX24" fmla="*/ 302333 w 1364418"/>
              <a:gd name="connsiteY24" fmla="*/ 5712857 h 6858000"/>
              <a:gd name="connsiteX25" fmla="*/ 332131 w 1364418"/>
              <a:gd name="connsiteY25" fmla="*/ 5660491 h 6858000"/>
              <a:gd name="connsiteX26" fmla="*/ 341254 w 1364418"/>
              <a:gd name="connsiteY26" fmla="*/ 5563435 h 6858000"/>
              <a:gd name="connsiteX27" fmla="*/ 368130 w 1364418"/>
              <a:gd name="connsiteY27" fmla="*/ 5437125 h 6858000"/>
              <a:gd name="connsiteX28" fmla="*/ 381698 w 1364418"/>
              <a:gd name="connsiteY28" fmla="*/ 5396260 h 6858000"/>
              <a:gd name="connsiteX29" fmla="*/ 397679 w 1364418"/>
              <a:gd name="connsiteY29" fmla="*/ 5330009 h 6858000"/>
              <a:gd name="connsiteX30" fmla="*/ 431172 w 1364418"/>
              <a:gd name="connsiteY30" fmla="*/ 5273739 h 6858000"/>
              <a:gd name="connsiteX31" fmla="*/ 440771 w 1364418"/>
              <a:gd name="connsiteY31" fmla="*/ 5241779 h 6858000"/>
              <a:gd name="connsiteX32" fmla="*/ 451997 w 1364418"/>
              <a:gd name="connsiteY32" fmla="*/ 5225268 h 6858000"/>
              <a:gd name="connsiteX33" fmla="*/ 453017 w 1364418"/>
              <a:gd name="connsiteY33" fmla="*/ 5217684 h 6858000"/>
              <a:gd name="connsiteX34" fmla="*/ 460358 w 1364418"/>
              <a:gd name="connsiteY34" fmla="*/ 5193377 h 6858000"/>
              <a:gd name="connsiteX35" fmla="*/ 463661 w 1364418"/>
              <a:gd name="connsiteY35" fmla="*/ 5179288 h 6858000"/>
              <a:gd name="connsiteX36" fmla="*/ 464645 w 1364418"/>
              <a:gd name="connsiteY36" fmla="*/ 5173621 h 6858000"/>
              <a:gd name="connsiteX37" fmla="*/ 460279 w 1364418"/>
              <a:gd name="connsiteY37" fmla="*/ 5159961 h 6858000"/>
              <a:gd name="connsiteX38" fmla="*/ 466956 w 1364418"/>
              <a:gd name="connsiteY38" fmla="*/ 5144295 h 6858000"/>
              <a:gd name="connsiteX39" fmla="*/ 463889 w 1364418"/>
              <a:gd name="connsiteY39" fmla="*/ 5125185 h 6858000"/>
              <a:gd name="connsiteX40" fmla="*/ 470719 w 1364418"/>
              <a:gd name="connsiteY40" fmla="*/ 5121884 h 6858000"/>
              <a:gd name="connsiteX41" fmla="*/ 477755 w 1364418"/>
              <a:gd name="connsiteY41" fmla="*/ 5067850 h 6858000"/>
              <a:gd name="connsiteX42" fmla="*/ 480486 w 1364418"/>
              <a:gd name="connsiteY42" fmla="*/ 5060861 h 6858000"/>
              <a:gd name="connsiteX43" fmla="*/ 477190 w 1364418"/>
              <a:gd name="connsiteY43" fmla="*/ 5034192 h 6858000"/>
              <a:gd name="connsiteX44" fmla="*/ 478744 w 1364418"/>
              <a:gd name="connsiteY44" fmla="*/ 4993030 h 6858000"/>
              <a:gd name="connsiteX45" fmla="*/ 485653 w 1364418"/>
              <a:gd name="connsiteY45" fmla="*/ 4946844 h 6858000"/>
              <a:gd name="connsiteX46" fmla="*/ 481509 w 1364418"/>
              <a:gd name="connsiteY46" fmla="*/ 4932692 h 6858000"/>
              <a:gd name="connsiteX47" fmla="*/ 496912 w 1364418"/>
              <a:gd name="connsiteY47" fmla="*/ 4858827 h 6858000"/>
              <a:gd name="connsiteX48" fmla="*/ 502815 w 1364418"/>
              <a:gd name="connsiteY48" fmla="*/ 4821170 h 6858000"/>
              <a:gd name="connsiteX49" fmla="*/ 507548 w 1364418"/>
              <a:gd name="connsiteY49" fmla="*/ 4780965 h 6858000"/>
              <a:gd name="connsiteX50" fmla="*/ 508841 w 1364418"/>
              <a:gd name="connsiteY50" fmla="*/ 4750867 h 6858000"/>
              <a:gd name="connsiteX51" fmla="*/ 506648 w 1364418"/>
              <a:gd name="connsiteY51" fmla="*/ 4690749 h 6858000"/>
              <a:gd name="connsiteX52" fmla="*/ 502128 w 1364418"/>
              <a:gd name="connsiteY52" fmla="*/ 4584173 h 6858000"/>
              <a:gd name="connsiteX53" fmla="*/ 497211 w 1364418"/>
              <a:gd name="connsiteY53" fmla="*/ 4444346 h 6858000"/>
              <a:gd name="connsiteX54" fmla="*/ 493776 w 1364418"/>
              <a:gd name="connsiteY54" fmla="*/ 4375228 h 6858000"/>
              <a:gd name="connsiteX55" fmla="*/ 474429 w 1364418"/>
              <a:gd name="connsiteY55" fmla="*/ 4214165 h 6858000"/>
              <a:gd name="connsiteX56" fmla="*/ 478502 w 1364418"/>
              <a:gd name="connsiteY56" fmla="*/ 4090296 h 6858000"/>
              <a:gd name="connsiteX57" fmla="*/ 463758 w 1364418"/>
              <a:gd name="connsiteY57" fmla="*/ 4033999 h 6858000"/>
              <a:gd name="connsiteX58" fmla="*/ 464907 w 1364418"/>
              <a:gd name="connsiteY58" fmla="*/ 4031933 h 6858000"/>
              <a:gd name="connsiteX59" fmla="*/ 463483 w 1364418"/>
              <a:gd name="connsiteY59" fmla="*/ 4013953 h 6858000"/>
              <a:gd name="connsiteX60" fmla="*/ 449778 w 1364418"/>
              <a:gd name="connsiteY60" fmla="*/ 3974753 h 6858000"/>
              <a:gd name="connsiteX61" fmla="*/ 451376 w 1364418"/>
              <a:gd name="connsiteY61" fmla="*/ 3969950 h 6858000"/>
              <a:gd name="connsiteX62" fmla="*/ 444798 w 1364418"/>
              <a:gd name="connsiteY62" fmla="*/ 3933779 h 6858000"/>
              <a:gd name="connsiteX63" fmla="*/ 446129 w 1364418"/>
              <a:gd name="connsiteY63" fmla="*/ 3933093 h 6858000"/>
              <a:gd name="connsiteX64" fmla="*/ 450483 w 1364418"/>
              <a:gd name="connsiteY64" fmla="*/ 3922082 h 6858000"/>
              <a:gd name="connsiteX65" fmla="*/ 455561 w 1364418"/>
              <a:gd name="connsiteY65" fmla="*/ 3901461 h 6858000"/>
              <a:gd name="connsiteX66" fmla="*/ 478155 w 1364418"/>
              <a:gd name="connsiteY66" fmla="*/ 3813873 h 6858000"/>
              <a:gd name="connsiteX67" fmla="*/ 477580 w 1364418"/>
              <a:gd name="connsiteY67" fmla="*/ 3806161 h 6858000"/>
              <a:gd name="connsiteX68" fmla="*/ 477887 w 1364418"/>
              <a:gd name="connsiteY68" fmla="*/ 3805957 h 6858000"/>
              <a:gd name="connsiteX69" fmla="*/ 477914 w 1364418"/>
              <a:gd name="connsiteY69" fmla="*/ 3797724 h 6858000"/>
              <a:gd name="connsiteX70" fmla="*/ 476529 w 1364418"/>
              <a:gd name="connsiteY70" fmla="*/ 3792098 h 6858000"/>
              <a:gd name="connsiteX71" fmla="*/ 475413 w 1364418"/>
              <a:gd name="connsiteY71" fmla="*/ 3777135 h 6858000"/>
              <a:gd name="connsiteX72" fmla="*/ 477146 w 1364418"/>
              <a:gd name="connsiteY72" fmla="*/ 3771656 h 6858000"/>
              <a:gd name="connsiteX73" fmla="*/ 480889 w 1364418"/>
              <a:gd name="connsiteY73" fmla="*/ 3769007 h 6858000"/>
              <a:gd name="connsiteX74" fmla="*/ 480355 w 1364418"/>
              <a:gd name="connsiteY74" fmla="*/ 3767709 h 6858000"/>
              <a:gd name="connsiteX75" fmla="*/ 489051 w 1364418"/>
              <a:gd name="connsiteY75" fmla="*/ 3738082 h 6858000"/>
              <a:gd name="connsiteX76" fmla="*/ 496397 w 1364418"/>
              <a:gd name="connsiteY76" fmla="*/ 3673397 h 6858000"/>
              <a:gd name="connsiteX77" fmla="*/ 495693 w 1364418"/>
              <a:gd name="connsiteY77" fmla="*/ 3637109 h 6858000"/>
              <a:gd name="connsiteX78" fmla="*/ 499136 w 1364418"/>
              <a:gd name="connsiteY78" fmla="*/ 3536883 h 6858000"/>
              <a:gd name="connsiteX79" fmla="*/ 506674 w 1364418"/>
              <a:gd name="connsiteY79" fmla="*/ 3435652 h 6858000"/>
              <a:gd name="connsiteX80" fmla="*/ 508345 w 1364418"/>
              <a:gd name="connsiteY80" fmla="*/ 3307769 h 6858000"/>
              <a:gd name="connsiteX81" fmla="*/ 525908 w 1364418"/>
              <a:gd name="connsiteY81" fmla="*/ 3250522 h 6858000"/>
              <a:gd name="connsiteX82" fmla="*/ 526333 w 1364418"/>
              <a:gd name="connsiteY82" fmla="*/ 3229163 h 6858000"/>
              <a:gd name="connsiteX83" fmla="*/ 528156 w 1364418"/>
              <a:gd name="connsiteY83" fmla="*/ 3217217 h 6858000"/>
              <a:gd name="connsiteX84" fmla="*/ 514991 w 1364418"/>
              <a:gd name="connsiteY84" fmla="*/ 3183755 h 6858000"/>
              <a:gd name="connsiteX85" fmla="*/ 515492 w 1364418"/>
              <a:gd name="connsiteY85" fmla="*/ 3178642 h 6858000"/>
              <a:gd name="connsiteX86" fmla="*/ 503092 w 1364418"/>
              <a:gd name="connsiteY86" fmla="*/ 3158586 h 6858000"/>
              <a:gd name="connsiteX87" fmla="*/ 488277 w 1364418"/>
              <a:gd name="connsiteY87" fmla="*/ 3129034 h 6858000"/>
              <a:gd name="connsiteX88" fmla="*/ 488942 w 1364418"/>
              <a:gd name="connsiteY88" fmla="*/ 3126682 h 6858000"/>
              <a:gd name="connsiteX89" fmla="*/ 479810 w 1364418"/>
              <a:gd name="connsiteY89" fmla="*/ 3114519 h 6858000"/>
              <a:gd name="connsiteX90" fmla="*/ 466419 w 1364418"/>
              <a:gd name="connsiteY90" fmla="*/ 3106272 h 6858000"/>
              <a:gd name="connsiteX91" fmla="*/ 439149 w 1364418"/>
              <a:gd name="connsiteY91" fmla="*/ 2958185 h 6858000"/>
              <a:gd name="connsiteX92" fmla="*/ 381763 w 1364418"/>
              <a:gd name="connsiteY92" fmla="*/ 2762989 h 6858000"/>
              <a:gd name="connsiteX93" fmla="*/ 330681 w 1364418"/>
              <a:gd name="connsiteY93" fmla="*/ 2554718 h 6858000"/>
              <a:gd name="connsiteX94" fmla="*/ 310775 w 1364418"/>
              <a:gd name="connsiteY94" fmla="*/ 2485734 h 6858000"/>
              <a:gd name="connsiteX95" fmla="*/ 301498 w 1364418"/>
              <a:gd name="connsiteY95" fmla="*/ 2447068 h 6858000"/>
              <a:gd name="connsiteX96" fmla="*/ 288459 w 1364418"/>
              <a:gd name="connsiteY96" fmla="*/ 2425819 h 6858000"/>
              <a:gd name="connsiteX97" fmla="*/ 294458 w 1364418"/>
              <a:gd name="connsiteY97" fmla="*/ 2402874 h 6858000"/>
              <a:gd name="connsiteX98" fmla="*/ 297070 w 1364418"/>
              <a:gd name="connsiteY98" fmla="*/ 2381443 h 6858000"/>
              <a:gd name="connsiteX99" fmla="*/ 273399 w 1364418"/>
              <a:gd name="connsiteY99" fmla="*/ 2261920 h 6858000"/>
              <a:gd name="connsiteX100" fmla="*/ 263286 w 1364418"/>
              <a:gd name="connsiteY100" fmla="*/ 2195378 h 6858000"/>
              <a:gd name="connsiteX101" fmla="*/ 247503 w 1364418"/>
              <a:gd name="connsiteY101" fmla="*/ 2155135 h 6858000"/>
              <a:gd name="connsiteX102" fmla="*/ 244961 w 1364418"/>
              <a:gd name="connsiteY102" fmla="*/ 2118008 h 6858000"/>
              <a:gd name="connsiteX103" fmla="*/ 245954 w 1364418"/>
              <a:gd name="connsiteY103" fmla="*/ 2050531 h 6858000"/>
              <a:gd name="connsiteX104" fmla="*/ 237760 w 1364418"/>
              <a:gd name="connsiteY104" fmla="*/ 1963269 h 6858000"/>
              <a:gd name="connsiteX105" fmla="*/ 218938 w 1364418"/>
              <a:gd name="connsiteY105" fmla="*/ 1906352 h 6858000"/>
              <a:gd name="connsiteX106" fmla="*/ 195495 w 1364418"/>
              <a:gd name="connsiteY106" fmla="*/ 1861531 h 6858000"/>
              <a:gd name="connsiteX107" fmla="*/ 149294 w 1364418"/>
              <a:gd name="connsiteY107" fmla="*/ 1732919 h 6858000"/>
              <a:gd name="connsiteX108" fmla="*/ 121605 w 1364418"/>
              <a:gd name="connsiteY108" fmla="*/ 1663540 h 6858000"/>
              <a:gd name="connsiteX109" fmla="*/ 120731 w 1364418"/>
              <a:gd name="connsiteY109" fmla="*/ 1615777 h 6858000"/>
              <a:gd name="connsiteX110" fmla="*/ 101526 w 1364418"/>
              <a:gd name="connsiteY110" fmla="*/ 1563678 h 6858000"/>
              <a:gd name="connsiteX111" fmla="*/ 114606 w 1364418"/>
              <a:gd name="connsiteY111" fmla="*/ 1519474 h 6858000"/>
              <a:gd name="connsiteX112" fmla="*/ 107348 w 1364418"/>
              <a:gd name="connsiteY112" fmla="*/ 1477995 h 6858000"/>
              <a:gd name="connsiteX113" fmla="*/ 93433 w 1364418"/>
              <a:gd name="connsiteY113" fmla="*/ 1373769 h 6858000"/>
              <a:gd name="connsiteX114" fmla="*/ 101740 w 1364418"/>
              <a:gd name="connsiteY114" fmla="*/ 1307086 h 6858000"/>
              <a:gd name="connsiteX115" fmla="*/ 102928 w 1364418"/>
              <a:gd name="connsiteY115" fmla="*/ 1189033 h 6858000"/>
              <a:gd name="connsiteX116" fmla="*/ 107613 w 1364418"/>
              <a:gd name="connsiteY116" fmla="*/ 1168288 h 6858000"/>
              <a:gd name="connsiteX117" fmla="*/ 99895 w 1364418"/>
              <a:gd name="connsiteY117" fmla="*/ 1142577 h 6858000"/>
              <a:gd name="connsiteX118" fmla="*/ 89201 w 1364418"/>
              <a:gd name="connsiteY118" fmla="*/ 1088484 h 6858000"/>
              <a:gd name="connsiteX119" fmla="*/ 77937 w 1364418"/>
              <a:gd name="connsiteY119" fmla="*/ 1016103 h 6858000"/>
              <a:gd name="connsiteX120" fmla="*/ 79393 w 1364418"/>
              <a:gd name="connsiteY120" fmla="*/ 932283 h 6858000"/>
              <a:gd name="connsiteX121" fmla="*/ 81629 w 1364418"/>
              <a:gd name="connsiteY121" fmla="*/ 915925 h 6858000"/>
              <a:gd name="connsiteX122" fmla="*/ 74258 w 1364418"/>
              <a:gd name="connsiteY122" fmla="*/ 896999 h 6858000"/>
              <a:gd name="connsiteX123" fmla="*/ 43666 w 1364418"/>
              <a:gd name="connsiteY123" fmla="*/ 821517 h 6858000"/>
              <a:gd name="connsiteX124" fmla="*/ 22616 w 1364418"/>
              <a:gd name="connsiteY124" fmla="*/ 751353 h 6858000"/>
              <a:gd name="connsiteX125" fmla="*/ 22174 w 1364418"/>
              <a:gd name="connsiteY125" fmla="*/ 721230 h 6858000"/>
              <a:gd name="connsiteX126" fmla="*/ 7845 w 1364418"/>
              <a:gd name="connsiteY126" fmla="*/ 681659 h 6858000"/>
              <a:gd name="connsiteX127" fmla="*/ 31306 w 1364418"/>
              <a:gd name="connsiteY127" fmla="*/ 619315 h 6858000"/>
              <a:gd name="connsiteX128" fmla="*/ 15184 w 1364418"/>
              <a:gd name="connsiteY128" fmla="*/ 585934 h 6858000"/>
              <a:gd name="connsiteX129" fmla="*/ 22258 w 1364418"/>
              <a:gd name="connsiteY129" fmla="*/ 538948 h 6858000"/>
              <a:gd name="connsiteX130" fmla="*/ 26166 w 1364418"/>
              <a:gd name="connsiteY130" fmla="*/ 525163 h 6858000"/>
              <a:gd name="connsiteX131" fmla="*/ 52290 w 1364418"/>
              <a:gd name="connsiteY131" fmla="*/ 446567 h 6858000"/>
              <a:gd name="connsiteX132" fmla="*/ 51538 w 1364418"/>
              <a:gd name="connsiteY132" fmla="*/ 393828 h 6858000"/>
              <a:gd name="connsiteX133" fmla="*/ 51368 w 1364418"/>
              <a:gd name="connsiteY133" fmla="*/ 353137 h 6858000"/>
              <a:gd name="connsiteX134" fmla="*/ 55970 w 1364418"/>
              <a:gd name="connsiteY134" fmla="*/ 321428 h 6858000"/>
              <a:gd name="connsiteX135" fmla="*/ 57061 w 1364418"/>
              <a:gd name="connsiteY135" fmla="*/ 275771 h 6858000"/>
              <a:gd name="connsiteX136" fmla="*/ 74088 w 1364418"/>
              <a:gd name="connsiteY136" fmla="*/ 212860 h 6858000"/>
              <a:gd name="connsiteX137" fmla="*/ 65798 w 1364418"/>
              <a:gd name="connsiteY137" fmla="*/ 144983 h 6858000"/>
              <a:gd name="connsiteX138" fmla="*/ 78082 w 1364418"/>
              <a:gd name="connsiteY138" fmla="*/ 55288 h 6858000"/>
              <a:gd name="connsiteX139" fmla="*/ 37636 w 1364418"/>
              <a:gd name="connsiteY139" fmla="*/ 0 h 6858000"/>
              <a:gd name="connsiteX0" fmla="*/ 37636 w 1364418"/>
              <a:gd name="connsiteY0" fmla="*/ 0 h 6858000"/>
              <a:gd name="connsiteX1" fmla="*/ 1364418 w 1364418"/>
              <a:gd name="connsiteY1" fmla="*/ 0 h 6858000"/>
              <a:gd name="connsiteX2" fmla="*/ 1364418 w 1364418"/>
              <a:gd name="connsiteY2" fmla="*/ 6858000 h 6858000"/>
              <a:gd name="connsiteX3" fmla="*/ 101112 w 1364418"/>
              <a:gd name="connsiteY3" fmla="*/ 6857735 h 6858000"/>
              <a:gd name="connsiteX4" fmla="*/ 137705 w 1364418"/>
              <a:gd name="connsiteY4" fmla="*/ 6776847 h 6858000"/>
              <a:gd name="connsiteX5" fmla="*/ 149205 w 1364418"/>
              <a:gd name="connsiteY5" fmla="*/ 6737706 h 6858000"/>
              <a:gd name="connsiteX6" fmla="*/ 173944 w 1364418"/>
              <a:gd name="connsiteY6" fmla="*/ 6691589 h 6858000"/>
              <a:gd name="connsiteX7" fmla="*/ 165968 w 1364418"/>
              <a:gd name="connsiteY7" fmla="*/ 6659970 h 6858000"/>
              <a:gd name="connsiteX8" fmla="*/ 166592 w 1364418"/>
              <a:gd name="connsiteY8" fmla="*/ 6636211 h 6858000"/>
              <a:gd name="connsiteX9" fmla="*/ 184036 w 1364418"/>
              <a:gd name="connsiteY9" fmla="*/ 6594177 h 6858000"/>
              <a:gd name="connsiteX10" fmla="*/ 198076 w 1364418"/>
              <a:gd name="connsiteY10" fmla="*/ 6557575 h 6858000"/>
              <a:gd name="connsiteX11" fmla="*/ 251033 w 1364418"/>
              <a:gd name="connsiteY11" fmla="*/ 6492130 h 6858000"/>
              <a:gd name="connsiteX12" fmla="*/ 266720 w 1364418"/>
              <a:gd name="connsiteY12" fmla="*/ 6431610 h 6858000"/>
              <a:gd name="connsiteX13" fmla="*/ 310425 w 1364418"/>
              <a:gd name="connsiteY13" fmla="*/ 6379786 h 6858000"/>
              <a:gd name="connsiteX14" fmla="*/ 293648 w 1364418"/>
              <a:gd name="connsiteY14" fmla="*/ 6334727 h 6858000"/>
              <a:gd name="connsiteX15" fmla="*/ 271063 w 1364418"/>
              <a:gd name="connsiteY15" fmla="*/ 6313295 h 6858000"/>
              <a:gd name="connsiteX16" fmla="*/ 278227 w 1364418"/>
              <a:gd name="connsiteY16" fmla="*/ 6280046 h 6858000"/>
              <a:gd name="connsiteX17" fmla="*/ 281226 w 1364418"/>
              <a:gd name="connsiteY17" fmla="*/ 6272987 h 6858000"/>
              <a:gd name="connsiteX18" fmla="*/ 288000 w 1364418"/>
              <a:gd name="connsiteY18" fmla="*/ 6252834 h 6858000"/>
              <a:gd name="connsiteX19" fmla="*/ 265992 w 1364418"/>
              <a:gd name="connsiteY19" fmla="*/ 6202459 h 6858000"/>
              <a:gd name="connsiteX20" fmla="*/ 264790 w 1364418"/>
              <a:gd name="connsiteY20" fmla="*/ 6153037 h 6858000"/>
              <a:gd name="connsiteX21" fmla="*/ 280205 w 1364418"/>
              <a:gd name="connsiteY21" fmla="*/ 6078132 h 6858000"/>
              <a:gd name="connsiteX22" fmla="*/ 267592 w 1364418"/>
              <a:gd name="connsiteY22" fmla="*/ 6028119 h 6858000"/>
              <a:gd name="connsiteX23" fmla="*/ 252821 w 1364418"/>
              <a:gd name="connsiteY23" fmla="*/ 5926735 h 6858000"/>
              <a:gd name="connsiteX24" fmla="*/ 302333 w 1364418"/>
              <a:gd name="connsiteY24" fmla="*/ 5712857 h 6858000"/>
              <a:gd name="connsiteX25" fmla="*/ 332131 w 1364418"/>
              <a:gd name="connsiteY25" fmla="*/ 5660491 h 6858000"/>
              <a:gd name="connsiteX26" fmla="*/ 341254 w 1364418"/>
              <a:gd name="connsiteY26" fmla="*/ 5563435 h 6858000"/>
              <a:gd name="connsiteX27" fmla="*/ 368130 w 1364418"/>
              <a:gd name="connsiteY27" fmla="*/ 5437125 h 6858000"/>
              <a:gd name="connsiteX28" fmla="*/ 381698 w 1364418"/>
              <a:gd name="connsiteY28" fmla="*/ 5396260 h 6858000"/>
              <a:gd name="connsiteX29" fmla="*/ 397679 w 1364418"/>
              <a:gd name="connsiteY29" fmla="*/ 5330009 h 6858000"/>
              <a:gd name="connsiteX30" fmla="*/ 431172 w 1364418"/>
              <a:gd name="connsiteY30" fmla="*/ 5273739 h 6858000"/>
              <a:gd name="connsiteX31" fmla="*/ 440771 w 1364418"/>
              <a:gd name="connsiteY31" fmla="*/ 5241779 h 6858000"/>
              <a:gd name="connsiteX32" fmla="*/ 451997 w 1364418"/>
              <a:gd name="connsiteY32" fmla="*/ 5225268 h 6858000"/>
              <a:gd name="connsiteX33" fmla="*/ 453017 w 1364418"/>
              <a:gd name="connsiteY33" fmla="*/ 5217684 h 6858000"/>
              <a:gd name="connsiteX34" fmla="*/ 460358 w 1364418"/>
              <a:gd name="connsiteY34" fmla="*/ 5193377 h 6858000"/>
              <a:gd name="connsiteX35" fmla="*/ 463661 w 1364418"/>
              <a:gd name="connsiteY35" fmla="*/ 5179288 h 6858000"/>
              <a:gd name="connsiteX36" fmla="*/ 464645 w 1364418"/>
              <a:gd name="connsiteY36" fmla="*/ 5173621 h 6858000"/>
              <a:gd name="connsiteX37" fmla="*/ 460279 w 1364418"/>
              <a:gd name="connsiteY37" fmla="*/ 5159961 h 6858000"/>
              <a:gd name="connsiteX38" fmla="*/ 466956 w 1364418"/>
              <a:gd name="connsiteY38" fmla="*/ 5144295 h 6858000"/>
              <a:gd name="connsiteX39" fmla="*/ 463889 w 1364418"/>
              <a:gd name="connsiteY39" fmla="*/ 5125185 h 6858000"/>
              <a:gd name="connsiteX40" fmla="*/ 470719 w 1364418"/>
              <a:gd name="connsiteY40" fmla="*/ 5121884 h 6858000"/>
              <a:gd name="connsiteX41" fmla="*/ 477755 w 1364418"/>
              <a:gd name="connsiteY41" fmla="*/ 5067850 h 6858000"/>
              <a:gd name="connsiteX42" fmla="*/ 480486 w 1364418"/>
              <a:gd name="connsiteY42" fmla="*/ 5060861 h 6858000"/>
              <a:gd name="connsiteX43" fmla="*/ 477190 w 1364418"/>
              <a:gd name="connsiteY43" fmla="*/ 5034192 h 6858000"/>
              <a:gd name="connsiteX44" fmla="*/ 478744 w 1364418"/>
              <a:gd name="connsiteY44" fmla="*/ 4993030 h 6858000"/>
              <a:gd name="connsiteX45" fmla="*/ 485653 w 1364418"/>
              <a:gd name="connsiteY45" fmla="*/ 4946844 h 6858000"/>
              <a:gd name="connsiteX46" fmla="*/ 481509 w 1364418"/>
              <a:gd name="connsiteY46" fmla="*/ 4932692 h 6858000"/>
              <a:gd name="connsiteX47" fmla="*/ 496912 w 1364418"/>
              <a:gd name="connsiteY47" fmla="*/ 4858827 h 6858000"/>
              <a:gd name="connsiteX48" fmla="*/ 502815 w 1364418"/>
              <a:gd name="connsiteY48" fmla="*/ 4821170 h 6858000"/>
              <a:gd name="connsiteX49" fmla="*/ 507548 w 1364418"/>
              <a:gd name="connsiteY49" fmla="*/ 4780965 h 6858000"/>
              <a:gd name="connsiteX50" fmla="*/ 508841 w 1364418"/>
              <a:gd name="connsiteY50" fmla="*/ 4750867 h 6858000"/>
              <a:gd name="connsiteX51" fmla="*/ 506648 w 1364418"/>
              <a:gd name="connsiteY51" fmla="*/ 4690749 h 6858000"/>
              <a:gd name="connsiteX52" fmla="*/ 502128 w 1364418"/>
              <a:gd name="connsiteY52" fmla="*/ 4584173 h 6858000"/>
              <a:gd name="connsiteX53" fmla="*/ 497211 w 1364418"/>
              <a:gd name="connsiteY53" fmla="*/ 4444346 h 6858000"/>
              <a:gd name="connsiteX54" fmla="*/ 493776 w 1364418"/>
              <a:gd name="connsiteY54" fmla="*/ 4375228 h 6858000"/>
              <a:gd name="connsiteX55" fmla="*/ 474429 w 1364418"/>
              <a:gd name="connsiteY55" fmla="*/ 4214165 h 6858000"/>
              <a:gd name="connsiteX56" fmla="*/ 478502 w 1364418"/>
              <a:gd name="connsiteY56" fmla="*/ 4090296 h 6858000"/>
              <a:gd name="connsiteX57" fmla="*/ 463758 w 1364418"/>
              <a:gd name="connsiteY57" fmla="*/ 4033999 h 6858000"/>
              <a:gd name="connsiteX58" fmla="*/ 464907 w 1364418"/>
              <a:gd name="connsiteY58" fmla="*/ 4031933 h 6858000"/>
              <a:gd name="connsiteX59" fmla="*/ 463483 w 1364418"/>
              <a:gd name="connsiteY59" fmla="*/ 4013953 h 6858000"/>
              <a:gd name="connsiteX60" fmla="*/ 449778 w 1364418"/>
              <a:gd name="connsiteY60" fmla="*/ 3974753 h 6858000"/>
              <a:gd name="connsiteX61" fmla="*/ 451376 w 1364418"/>
              <a:gd name="connsiteY61" fmla="*/ 3969950 h 6858000"/>
              <a:gd name="connsiteX62" fmla="*/ 444798 w 1364418"/>
              <a:gd name="connsiteY62" fmla="*/ 3933779 h 6858000"/>
              <a:gd name="connsiteX63" fmla="*/ 446129 w 1364418"/>
              <a:gd name="connsiteY63" fmla="*/ 3933093 h 6858000"/>
              <a:gd name="connsiteX64" fmla="*/ 450483 w 1364418"/>
              <a:gd name="connsiteY64" fmla="*/ 3922082 h 6858000"/>
              <a:gd name="connsiteX65" fmla="*/ 455561 w 1364418"/>
              <a:gd name="connsiteY65" fmla="*/ 3901461 h 6858000"/>
              <a:gd name="connsiteX66" fmla="*/ 478155 w 1364418"/>
              <a:gd name="connsiteY66" fmla="*/ 3813873 h 6858000"/>
              <a:gd name="connsiteX67" fmla="*/ 477580 w 1364418"/>
              <a:gd name="connsiteY67" fmla="*/ 3806161 h 6858000"/>
              <a:gd name="connsiteX68" fmla="*/ 477887 w 1364418"/>
              <a:gd name="connsiteY68" fmla="*/ 3805957 h 6858000"/>
              <a:gd name="connsiteX69" fmla="*/ 477914 w 1364418"/>
              <a:gd name="connsiteY69" fmla="*/ 3797724 h 6858000"/>
              <a:gd name="connsiteX70" fmla="*/ 476529 w 1364418"/>
              <a:gd name="connsiteY70" fmla="*/ 3792098 h 6858000"/>
              <a:gd name="connsiteX71" fmla="*/ 475413 w 1364418"/>
              <a:gd name="connsiteY71" fmla="*/ 3777135 h 6858000"/>
              <a:gd name="connsiteX72" fmla="*/ 477146 w 1364418"/>
              <a:gd name="connsiteY72" fmla="*/ 3771656 h 6858000"/>
              <a:gd name="connsiteX73" fmla="*/ 480889 w 1364418"/>
              <a:gd name="connsiteY73" fmla="*/ 3769007 h 6858000"/>
              <a:gd name="connsiteX74" fmla="*/ 480355 w 1364418"/>
              <a:gd name="connsiteY74" fmla="*/ 3767709 h 6858000"/>
              <a:gd name="connsiteX75" fmla="*/ 489051 w 1364418"/>
              <a:gd name="connsiteY75" fmla="*/ 3738082 h 6858000"/>
              <a:gd name="connsiteX76" fmla="*/ 496397 w 1364418"/>
              <a:gd name="connsiteY76" fmla="*/ 3673397 h 6858000"/>
              <a:gd name="connsiteX77" fmla="*/ 495693 w 1364418"/>
              <a:gd name="connsiteY77" fmla="*/ 3637109 h 6858000"/>
              <a:gd name="connsiteX78" fmla="*/ 499136 w 1364418"/>
              <a:gd name="connsiteY78" fmla="*/ 3536883 h 6858000"/>
              <a:gd name="connsiteX79" fmla="*/ 506674 w 1364418"/>
              <a:gd name="connsiteY79" fmla="*/ 3435652 h 6858000"/>
              <a:gd name="connsiteX80" fmla="*/ 508345 w 1364418"/>
              <a:gd name="connsiteY80" fmla="*/ 3307769 h 6858000"/>
              <a:gd name="connsiteX81" fmla="*/ 525908 w 1364418"/>
              <a:gd name="connsiteY81" fmla="*/ 3250522 h 6858000"/>
              <a:gd name="connsiteX82" fmla="*/ 526333 w 1364418"/>
              <a:gd name="connsiteY82" fmla="*/ 3229163 h 6858000"/>
              <a:gd name="connsiteX83" fmla="*/ 528156 w 1364418"/>
              <a:gd name="connsiteY83" fmla="*/ 3217217 h 6858000"/>
              <a:gd name="connsiteX84" fmla="*/ 514991 w 1364418"/>
              <a:gd name="connsiteY84" fmla="*/ 3183755 h 6858000"/>
              <a:gd name="connsiteX85" fmla="*/ 515492 w 1364418"/>
              <a:gd name="connsiteY85" fmla="*/ 3178642 h 6858000"/>
              <a:gd name="connsiteX86" fmla="*/ 503092 w 1364418"/>
              <a:gd name="connsiteY86" fmla="*/ 3158586 h 6858000"/>
              <a:gd name="connsiteX87" fmla="*/ 488277 w 1364418"/>
              <a:gd name="connsiteY87" fmla="*/ 3129034 h 6858000"/>
              <a:gd name="connsiteX88" fmla="*/ 488942 w 1364418"/>
              <a:gd name="connsiteY88" fmla="*/ 3126682 h 6858000"/>
              <a:gd name="connsiteX89" fmla="*/ 479810 w 1364418"/>
              <a:gd name="connsiteY89" fmla="*/ 3114519 h 6858000"/>
              <a:gd name="connsiteX90" fmla="*/ 466419 w 1364418"/>
              <a:gd name="connsiteY90" fmla="*/ 3106272 h 6858000"/>
              <a:gd name="connsiteX91" fmla="*/ 439149 w 1364418"/>
              <a:gd name="connsiteY91" fmla="*/ 2958185 h 6858000"/>
              <a:gd name="connsiteX92" fmla="*/ 381763 w 1364418"/>
              <a:gd name="connsiteY92" fmla="*/ 2762989 h 6858000"/>
              <a:gd name="connsiteX93" fmla="*/ 330681 w 1364418"/>
              <a:gd name="connsiteY93" fmla="*/ 2554718 h 6858000"/>
              <a:gd name="connsiteX94" fmla="*/ 310775 w 1364418"/>
              <a:gd name="connsiteY94" fmla="*/ 2485734 h 6858000"/>
              <a:gd name="connsiteX95" fmla="*/ 301498 w 1364418"/>
              <a:gd name="connsiteY95" fmla="*/ 2447068 h 6858000"/>
              <a:gd name="connsiteX96" fmla="*/ 288459 w 1364418"/>
              <a:gd name="connsiteY96" fmla="*/ 2425819 h 6858000"/>
              <a:gd name="connsiteX97" fmla="*/ 294458 w 1364418"/>
              <a:gd name="connsiteY97" fmla="*/ 2402874 h 6858000"/>
              <a:gd name="connsiteX98" fmla="*/ 297070 w 1364418"/>
              <a:gd name="connsiteY98" fmla="*/ 2381443 h 6858000"/>
              <a:gd name="connsiteX99" fmla="*/ 273399 w 1364418"/>
              <a:gd name="connsiteY99" fmla="*/ 2261920 h 6858000"/>
              <a:gd name="connsiteX100" fmla="*/ 263286 w 1364418"/>
              <a:gd name="connsiteY100" fmla="*/ 2195378 h 6858000"/>
              <a:gd name="connsiteX101" fmla="*/ 247503 w 1364418"/>
              <a:gd name="connsiteY101" fmla="*/ 2155135 h 6858000"/>
              <a:gd name="connsiteX102" fmla="*/ 244961 w 1364418"/>
              <a:gd name="connsiteY102" fmla="*/ 2118008 h 6858000"/>
              <a:gd name="connsiteX103" fmla="*/ 245954 w 1364418"/>
              <a:gd name="connsiteY103" fmla="*/ 2050531 h 6858000"/>
              <a:gd name="connsiteX104" fmla="*/ 237760 w 1364418"/>
              <a:gd name="connsiteY104" fmla="*/ 1963269 h 6858000"/>
              <a:gd name="connsiteX105" fmla="*/ 218938 w 1364418"/>
              <a:gd name="connsiteY105" fmla="*/ 1906352 h 6858000"/>
              <a:gd name="connsiteX106" fmla="*/ 195495 w 1364418"/>
              <a:gd name="connsiteY106" fmla="*/ 1861531 h 6858000"/>
              <a:gd name="connsiteX107" fmla="*/ 149294 w 1364418"/>
              <a:gd name="connsiteY107" fmla="*/ 1732919 h 6858000"/>
              <a:gd name="connsiteX108" fmla="*/ 121605 w 1364418"/>
              <a:gd name="connsiteY108" fmla="*/ 1663540 h 6858000"/>
              <a:gd name="connsiteX109" fmla="*/ 120731 w 1364418"/>
              <a:gd name="connsiteY109" fmla="*/ 1615777 h 6858000"/>
              <a:gd name="connsiteX110" fmla="*/ 101526 w 1364418"/>
              <a:gd name="connsiteY110" fmla="*/ 1563678 h 6858000"/>
              <a:gd name="connsiteX111" fmla="*/ 114606 w 1364418"/>
              <a:gd name="connsiteY111" fmla="*/ 1519474 h 6858000"/>
              <a:gd name="connsiteX112" fmla="*/ 107348 w 1364418"/>
              <a:gd name="connsiteY112" fmla="*/ 1477995 h 6858000"/>
              <a:gd name="connsiteX113" fmla="*/ 93433 w 1364418"/>
              <a:gd name="connsiteY113" fmla="*/ 1373769 h 6858000"/>
              <a:gd name="connsiteX114" fmla="*/ 101740 w 1364418"/>
              <a:gd name="connsiteY114" fmla="*/ 1307086 h 6858000"/>
              <a:gd name="connsiteX115" fmla="*/ 102928 w 1364418"/>
              <a:gd name="connsiteY115" fmla="*/ 1189033 h 6858000"/>
              <a:gd name="connsiteX116" fmla="*/ 107613 w 1364418"/>
              <a:gd name="connsiteY116" fmla="*/ 1168288 h 6858000"/>
              <a:gd name="connsiteX117" fmla="*/ 99895 w 1364418"/>
              <a:gd name="connsiteY117" fmla="*/ 1142577 h 6858000"/>
              <a:gd name="connsiteX118" fmla="*/ 89201 w 1364418"/>
              <a:gd name="connsiteY118" fmla="*/ 1088484 h 6858000"/>
              <a:gd name="connsiteX119" fmla="*/ 77937 w 1364418"/>
              <a:gd name="connsiteY119" fmla="*/ 1016103 h 6858000"/>
              <a:gd name="connsiteX120" fmla="*/ 79393 w 1364418"/>
              <a:gd name="connsiteY120" fmla="*/ 932283 h 6858000"/>
              <a:gd name="connsiteX121" fmla="*/ 81629 w 1364418"/>
              <a:gd name="connsiteY121" fmla="*/ 915925 h 6858000"/>
              <a:gd name="connsiteX122" fmla="*/ 74258 w 1364418"/>
              <a:gd name="connsiteY122" fmla="*/ 896999 h 6858000"/>
              <a:gd name="connsiteX123" fmla="*/ 43666 w 1364418"/>
              <a:gd name="connsiteY123" fmla="*/ 821517 h 6858000"/>
              <a:gd name="connsiteX124" fmla="*/ 22616 w 1364418"/>
              <a:gd name="connsiteY124" fmla="*/ 751353 h 6858000"/>
              <a:gd name="connsiteX125" fmla="*/ 22174 w 1364418"/>
              <a:gd name="connsiteY125" fmla="*/ 721230 h 6858000"/>
              <a:gd name="connsiteX126" fmla="*/ 7845 w 1364418"/>
              <a:gd name="connsiteY126" fmla="*/ 681659 h 6858000"/>
              <a:gd name="connsiteX127" fmla="*/ 31306 w 1364418"/>
              <a:gd name="connsiteY127" fmla="*/ 619315 h 6858000"/>
              <a:gd name="connsiteX128" fmla="*/ 15184 w 1364418"/>
              <a:gd name="connsiteY128" fmla="*/ 585934 h 6858000"/>
              <a:gd name="connsiteX129" fmla="*/ 22258 w 1364418"/>
              <a:gd name="connsiteY129" fmla="*/ 538948 h 6858000"/>
              <a:gd name="connsiteX130" fmla="*/ 26166 w 1364418"/>
              <a:gd name="connsiteY130" fmla="*/ 525163 h 6858000"/>
              <a:gd name="connsiteX131" fmla="*/ 52290 w 1364418"/>
              <a:gd name="connsiteY131" fmla="*/ 446567 h 6858000"/>
              <a:gd name="connsiteX132" fmla="*/ 51538 w 1364418"/>
              <a:gd name="connsiteY132" fmla="*/ 393828 h 6858000"/>
              <a:gd name="connsiteX133" fmla="*/ 51368 w 1364418"/>
              <a:gd name="connsiteY133" fmla="*/ 353137 h 6858000"/>
              <a:gd name="connsiteX134" fmla="*/ 55970 w 1364418"/>
              <a:gd name="connsiteY134" fmla="*/ 321428 h 6858000"/>
              <a:gd name="connsiteX135" fmla="*/ 57061 w 1364418"/>
              <a:gd name="connsiteY135" fmla="*/ 275771 h 6858000"/>
              <a:gd name="connsiteX136" fmla="*/ 74088 w 1364418"/>
              <a:gd name="connsiteY136" fmla="*/ 212860 h 6858000"/>
              <a:gd name="connsiteX137" fmla="*/ 65798 w 1364418"/>
              <a:gd name="connsiteY137" fmla="*/ 144983 h 6858000"/>
              <a:gd name="connsiteX138" fmla="*/ 78082 w 1364418"/>
              <a:gd name="connsiteY138" fmla="*/ 55288 h 6858000"/>
              <a:gd name="connsiteX139" fmla="*/ 37636 w 1364418"/>
              <a:gd name="connsiteY139" fmla="*/ 0 h 6858000"/>
              <a:gd name="connsiteX0" fmla="*/ 37636 w 1364418"/>
              <a:gd name="connsiteY0" fmla="*/ 0 h 6858000"/>
              <a:gd name="connsiteX1" fmla="*/ 1364418 w 1364418"/>
              <a:gd name="connsiteY1" fmla="*/ 0 h 6858000"/>
              <a:gd name="connsiteX2" fmla="*/ 1364418 w 1364418"/>
              <a:gd name="connsiteY2" fmla="*/ 6858000 h 6858000"/>
              <a:gd name="connsiteX3" fmla="*/ 101112 w 1364418"/>
              <a:gd name="connsiteY3" fmla="*/ 6857735 h 6858000"/>
              <a:gd name="connsiteX4" fmla="*/ 137705 w 1364418"/>
              <a:gd name="connsiteY4" fmla="*/ 6776847 h 6858000"/>
              <a:gd name="connsiteX5" fmla="*/ 149205 w 1364418"/>
              <a:gd name="connsiteY5" fmla="*/ 6737706 h 6858000"/>
              <a:gd name="connsiteX6" fmla="*/ 173944 w 1364418"/>
              <a:gd name="connsiteY6" fmla="*/ 6691589 h 6858000"/>
              <a:gd name="connsiteX7" fmla="*/ 165968 w 1364418"/>
              <a:gd name="connsiteY7" fmla="*/ 6659970 h 6858000"/>
              <a:gd name="connsiteX8" fmla="*/ 166592 w 1364418"/>
              <a:gd name="connsiteY8" fmla="*/ 6636211 h 6858000"/>
              <a:gd name="connsiteX9" fmla="*/ 184036 w 1364418"/>
              <a:gd name="connsiteY9" fmla="*/ 6594177 h 6858000"/>
              <a:gd name="connsiteX10" fmla="*/ 198076 w 1364418"/>
              <a:gd name="connsiteY10" fmla="*/ 6557575 h 6858000"/>
              <a:gd name="connsiteX11" fmla="*/ 251033 w 1364418"/>
              <a:gd name="connsiteY11" fmla="*/ 6492130 h 6858000"/>
              <a:gd name="connsiteX12" fmla="*/ 266720 w 1364418"/>
              <a:gd name="connsiteY12" fmla="*/ 6431610 h 6858000"/>
              <a:gd name="connsiteX13" fmla="*/ 310425 w 1364418"/>
              <a:gd name="connsiteY13" fmla="*/ 6379786 h 6858000"/>
              <a:gd name="connsiteX14" fmla="*/ 293648 w 1364418"/>
              <a:gd name="connsiteY14" fmla="*/ 6334727 h 6858000"/>
              <a:gd name="connsiteX15" fmla="*/ 271063 w 1364418"/>
              <a:gd name="connsiteY15" fmla="*/ 6313295 h 6858000"/>
              <a:gd name="connsiteX16" fmla="*/ 278227 w 1364418"/>
              <a:gd name="connsiteY16" fmla="*/ 6280046 h 6858000"/>
              <a:gd name="connsiteX17" fmla="*/ 281226 w 1364418"/>
              <a:gd name="connsiteY17" fmla="*/ 6272987 h 6858000"/>
              <a:gd name="connsiteX18" fmla="*/ 288000 w 1364418"/>
              <a:gd name="connsiteY18" fmla="*/ 6252834 h 6858000"/>
              <a:gd name="connsiteX19" fmla="*/ 265992 w 1364418"/>
              <a:gd name="connsiteY19" fmla="*/ 6202459 h 6858000"/>
              <a:gd name="connsiteX20" fmla="*/ 264790 w 1364418"/>
              <a:gd name="connsiteY20" fmla="*/ 6153037 h 6858000"/>
              <a:gd name="connsiteX21" fmla="*/ 280205 w 1364418"/>
              <a:gd name="connsiteY21" fmla="*/ 6078132 h 6858000"/>
              <a:gd name="connsiteX22" fmla="*/ 267592 w 1364418"/>
              <a:gd name="connsiteY22" fmla="*/ 6028119 h 6858000"/>
              <a:gd name="connsiteX23" fmla="*/ 252821 w 1364418"/>
              <a:gd name="connsiteY23" fmla="*/ 5926735 h 6858000"/>
              <a:gd name="connsiteX24" fmla="*/ 302333 w 1364418"/>
              <a:gd name="connsiteY24" fmla="*/ 5712857 h 6858000"/>
              <a:gd name="connsiteX25" fmla="*/ 332131 w 1364418"/>
              <a:gd name="connsiteY25" fmla="*/ 5660491 h 6858000"/>
              <a:gd name="connsiteX26" fmla="*/ 341254 w 1364418"/>
              <a:gd name="connsiteY26" fmla="*/ 5563435 h 6858000"/>
              <a:gd name="connsiteX27" fmla="*/ 368130 w 1364418"/>
              <a:gd name="connsiteY27" fmla="*/ 5437125 h 6858000"/>
              <a:gd name="connsiteX28" fmla="*/ 381698 w 1364418"/>
              <a:gd name="connsiteY28" fmla="*/ 5396260 h 6858000"/>
              <a:gd name="connsiteX29" fmla="*/ 397679 w 1364418"/>
              <a:gd name="connsiteY29" fmla="*/ 5330009 h 6858000"/>
              <a:gd name="connsiteX30" fmla="*/ 431172 w 1364418"/>
              <a:gd name="connsiteY30" fmla="*/ 5273739 h 6858000"/>
              <a:gd name="connsiteX31" fmla="*/ 440771 w 1364418"/>
              <a:gd name="connsiteY31" fmla="*/ 5241779 h 6858000"/>
              <a:gd name="connsiteX32" fmla="*/ 451997 w 1364418"/>
              <a:gd name="connsiteY32" fmla="*/ 5225268 h 6858000"/>
              <a:gd name="connsiteX33" fmla="*/ 453017 w 1364418"/>
              <a:gd name="connsiteY33" fmla="*/ 5217684 h 6858000"/>
              <a:gd name="connsiteX34" fmla="*/ 460358 w 1364418"/>
              <a:gd name="connsiteY34" fmla="*/ 5193377 h 6858000"/>
              <a:gd name="connsiteX35" fmla="*/ 463661 w 1364418"/>
              <a:gd name="connsiteY35" fmla="*/ 5179288 h 6858000"/>
              <a:gd name="connsiteX36" fmla="*/ 464645 w 1364418"/>
              <a:gd name="connsiteY36" fmla="*/ 5173621 h 6858000"/>
              <a:gd name="connsiteX37" fmla="*/ 460279 w 1364418"/>
              <a:gd name="connsiteY37" fmla="*/ 5159961 h 6858000"/>
              <a:gd name="connsiteX38" fmla="*/ 466956 w 1364418"/>
              <a:gd name="connsiteY38" fmla="*/ 5144295 h 6858000"/>
              <a:gd name="connsiteX39" fmla="*/ 463889 w 1364418"/>
              <a:gd name="connsiteY39" fmla="*/ 5125185 h 6858000"/>
              <a:gd name="connsiteX40" fmla="*/ 470719 w 1364418"/>
              <a:gd name="connsiteY40" fmla="*/ 5121884 h 6858000"/>
              <a:gd name="connsiteX41" fmla="*/ 477755 w 1364418"/>
              <a:gd name="connsiteY41" fmla="*/ 5067850 h 6858000"/>
              <a:gd name="connsiteX42" fmla="*/ 480486 w 1364418"/>
              <a:gd name="connsiteY42" fmla="*/ 5060861 h 6858000"/>
              <a:gd name="connsiteX43" fmla="*/ 477190 w 1364418"/>
              <a:gd name="connsiteY43" fmla="*/ 5034192 h 6858000"/>
              <a:gd name="connsiteX44" fmla="*/ 478744 w 1364418"/>
              <a:gd name="connsiteY44" fmla="*/ 4993030 h 6858000"/>
              <a:gd name="connsiteX45" fmla="*/ 485653 w 1364418"/>
              <a:gd name="connsiteY45" fmla="*/ 4946844 h 6858000"/>
              <a:gd name="connsiteX46" fmla="*/ 481509 w 1364418"/>
              <a:gd name="connsiteY46" fmla="*/ 4932692 h 6858000"/>
              <a:gd name="connsiteX47" fmla="*/ 496912 w 1364418"/>
              <a:gd name="connsiteY47" fmla="*/ 4858827 h 6858000"/>
              <a:gd name="connsiteX48" fmla="*/ 502815 w 1364418"/>
              <a:gd name="connsiteY48" fmla="*/ 4821170 h 6858000"/>
              <a:gd name="connsiteX49" fmla="*/ 507548 w 1364418"/>
              <a:gd name="connsiteY49" fmla="*/ 4780965 h 6858000"/>
              <a:gd name="connsiteX50" fmla="*/ 508841 w 1364418"/>
              <a:gd name="connsiteY50" fmla="*/ 4750867 h 6858000"/>
              <a:gd name="connsiteX51" fmla="*/ 506648 w 1364418"/>
              <a:gd name="connsiteY51" fmla="*/ 4690749 h 6858000"/>
              <a:gd name="connsiteX52" fmla="*/ 502128 w 1364418"/>
              <a:gd name="connsiteY52" fmla="*/ 4584173 h 6858000"/>
              <a:gd name="connsiteX53" fmla="*/ 497211 w 1364418"/>
              <a:gd name="connsiteY53" fmla="*/ 4444346 h 6858000"/>
              <a:gd name="connsiteX54" fmla="*/ 493776 w 1364418"/>
              <a:gd name="connsiteY54" fmla="*/ 4375228 h 6858000"/>
              <a:gd name="connsiteX55" fmla="*/ 474429 w 1364418"/>
              <a:gd name="connsiteY55" fmla="*/ 4214165 h 6858000"/>
              <a:gd name="connsiteX56" fmla="*/ 478502 w 1364418"/>
              <a:gd name="connsiteY56" fmla="*/ 4090296 h 6858000"/>
              <a:gd name="connsiteX57" fmla="*/ 463758 w 1364418"/>
              <a:gd name="connsiteY57" fmla="*/ 4033999 h 6858000"/>
              <a:gd name="connsiteX58" fmla="*/ 464907 w 1364418"/>
              <a:gd name="connsiteY58" fmla="*/ 4031933 h 6858000"/>
              <a:gd name="connsiteX59" fmla="*/ 463483 w 1364418"/>
              <a:gd name="connsiteY59" fmla="*/ 4013953 h 6858000"/>
              <a:gd name="connsiteX60" fmla="*/ 449778 w 1364418"/>
              <a:gd name="connsiteY60" fmla="*/ 3974753 h 6858000"/>
              <a:gd name="connsiteX61" fmla="*/ 451376 w 1364418"/>
              <a:gd name="connsiteY61" fmla="*/ 3969950 h 6858000"/>
              <a:gd name="connsiteX62" fmla="*/ 444798 w 1364418"/>
              <a:gd name="connsiteY62" fmla="*/ 3933779 h 6858000"/>
              <a:gd name="connsiteX63" fmla="*/ 446129 w 1364418"/>
              <a:gd name="connsiteY63" fmla="*/ 3933093 h 6858000"/>
              <a:gd name="connsiteX64" fmla="*/ 450483 w 1364418"/>
              <a:gd name="connsiteY64" fmla="*/ 3922082 h 6858000"/>
              <a:gd name="connsiteX65" fmla="*/ 455561 w 1364418"/>
              <a:gd name="connsiteY65" fmla="*/ 3901461 h 6858000"/>
              <a:gd name="connsiteX66" fmla="*/ 478155 w 1364418"/>
              <a:gd name="connsiteY66" fmla="*/ 3813873 h 6858000"/>
              <a:gd name="connsiteX67" fmla="*/ 477580 w 1364418"/>
              <a:gd name="connsiteY67" fmla="*/ 3806161 h 6858000"/>
              <a:gd name="connsiteX68" fmla="*/ 477887 w 1364418"/>
              <a:gd name="connsiteY68" fmla="*/ 3805957 h 6858000"/>
              <a:gd name="connsiteX69" fmla="*/ 477914 w 1364418"/>
              <a:gd name="connsiteY69" fmla="*/ 3797724 h 6858000"/>
              <a:gd name="connsiteX70" fmla="*/ 476529 w 1364418"/>
              <a:gd name="connsiteY70" fmla="*/ 3792098 h 6858000"/>
              <a:gd name="connsiteX71" fmla="*/ 475413 w 1364418"/>
              <a:gd name="connsiteY71" fmla="*/ 3777135 h 6858000"/>
              <a:gd name="connsiteX72" fmla="*/ 477146 w 1364418"/>
              <a:gd name="connsiteY72" fmla="*/ 3771656 h 6858000"/>
              <a:gd name="connsiteX73" fmla="*/ 480889 w 1364418"/>
              <a:gd name="connsiteY73" fmla="*/ 3769007 h 6858000"/>
              <a:gd name="connsiteX74" fmla="*/ 480355 w 1364418"/>
              <a:gd name="connsiteY74" fmla="*/ 3767709 h 6858000"/>
              <a:gd name="connsiteX75" fmla="*/ 489051 w 1364418"/>
              <a:gd name="connsiteY75" fmla="*/ 3738082 h 6858000"/>
              <a:gd name="connsiteX76" fmla="*/ 496397 w 1364418"/>
              <a:gd name="connsiteY76" fmla="*/ 3673397 h 6858000"/>
              <a:gd name="connsiteX77" fmla="*/ 495693 w 1364418"/>
              <a:gd name="connsiteY77" fmla="*/ 3637109 h 6858000"/>
              <a:gd name="connsiteX78" fmla="*/ 499136 w 1364418"/>
              <a:gd name="connsiteY78" fmla="*/ 3536883 h 6858000"/>
              <a:gd name="connsiteX79" fmla="*/ 506674 w 1364418"/>
              <a:gd name="connsiteY79" fmla="*/ 3435652 h 6858000"/>
              <a:gd name="connsiteX80" fmla="*/ 508345 w 1364418"/>
              <a:gd name="connsiteY80" fmla="*/ 3307769 h 6858000"/>
              <a:gd name="connsiteX81" fmla="*/ 525908 w 1364418"/>
              <a:gd name="connsiteY81" fmla="*/ 3250522 h 6858000"/>
              <a:gd name="connsiteX82" fmla="*/ 526333 w 1364418"/>
              <a:gd name="connsiteY82" fmla="*/ 3229163 h 6858000"/>
              <a:gd name="connsiteX83" fmla="*/ 528156 w 1364418"/>
              <a:gd name="connsiteY83" fmla="*/ 3217217 h 6858000"/>
              <a:gd name="connsiteX84" fmla="*/ 514991 w 1364418"/>
              <a:gd name="connsiteY84" fmla="*/ 3183755 h 6858000"/>
              <a:gd name="connsiteX85" fmla="*/ 515492 w 1364418"/>
              <a:gd name="connsiteY85" fmla="*/ 3178642 h 6858000"/>
              <a:gd name="connsiteX86" fmla="*/ 503092 w 1364418"/>
              <a:gd name="connsiteY86" fmla="*/ 3158586 h 6858000"/>
              <a:gd name="connsiteX87" fmla="*/ 488277 w 1364418"/>
              <a:gd name="connsiteY87" fmla="*/ 3129034 h 6858000"/>
              <a:gd name="connsiteX88" fmla="*/ 488942 w 1364418"/>
              <a:gd name="connsiteY88" fmla="*/ 3126682 h 6858000"/>
              <a:gd name="connsiteX89" fmla="*/ 479810 w 1364418"/>
              <a:gd name="connsiteY89" fmla="*/ 3114519 h 6858000"/>
              <a:gd name="connsiteX90" fmla="*/ 466419 w 1364418"/>
              <a:gd name="connsiteY90" fmla="*/ 3106272 h 6858000"/>
              <a:gd name="connsiteX91" fmla="*/ 439149 w 1364418"/>
              <a:gd name="connsiteY91" fmla="*/ 2958185 h 6858000"/>
              <a:gd name="connsiteX92" fmla="*/ 381763 w 1364418"/>
              <a:gd name="connsiteY92" fmla="*/ 2762989 h 6858000"/>
              <a:gd name="connsiteX93" fmla="*/ 330681 w 1364418"/>
              <a:gd name="connsiteY93" fmla="*/ 2554718 h 6858000"/>
              <a:gd name="connsiteX94" fmla="*/ 310775 w 1364418"/>
              <a:gd name="connsiteY94" fmla="*/ 2485734 h 6858000"/>
              <a:gd name="connsiteX95" fmla="*/ 301498 w 1364418"/>
              <a:gd name="connsiteY95" fmla="*/ 2447068 h 6858000"/>
              <a:gd name="connsiteX96" fmla="*/ 288459 w 1364418"/>
              <a:gd name="connsiteY96" fmla="*/ 2425819 h 6858000"/>
              <a:gd name="connsiteX97" fmla="*/ 294458 w 1364418"/>
              <a:gd name="connsiteY97" fmla="*/ 2402874 h 6858000"/>
              <a:gd name="connsiteX98" fmla="*/ 297070 w 1364418"/>
              <a:gd name="connsiteY98" fmla="*/ 2381443 h 6858000"/>
              <a:gd name="connsiteX99" fmla="*/ 273399 w 1364418"/>
              <a:gd name="connsiteY99" fmla="*/ 2261920 h 6858000"/>
              <a:gd name="connsiteX100" fmla="*/ 263286 w 1364418"/>
              <a:gd name="connsiteY100" fmla="*/ 2195378 h 6858000"/>
              <a:gd name="connsiteX101" fmla="*/ 247503 w 1364418"/>
              <a:gd name="connsiteY101" fmla="*/ 2155135 h 6858000"/>
              <a:gd name="connsiteX102" fmla="*/ 244961 w 1364418"/>
              <a:gd name="connsiteY102" fmla="*/ 2118008 h 6858000"/>
              <a:gd name="connsiteX103" fmla="*/ 245954 w 1364418"/>
              <a:gd name="connsiteY103" fmla="*/ 2050531 h 6858000"/>
              <a:gd name="connsiteX104" fmla="*/ 237760 w 1364418"/>
              <a:gd name="connsiteY104" fmla="*/ 1963269 h 6858000"/>
              <a:gd name="connsiteX105" fmla="*/ 218938 w 1364418"/>
              <a:gd name="connsiteY105" fmla="*/ 1906352 h 6858000"/>
              <a:gd name="connsiteX106" fmla="*/ 195495 w 1364418"/>
              <a:gd name="connsiteY106" fmla="*/ 1861531 h 6858000"/>
              <a:gd name="connsiteX107" fmla="*/ 149294 w 1364418"/>
              <a:gd name="connsiteY107" fmla="*/ 1732919 h 6858000"/>
              <a:gd name="connsiteX108" fmla="*/ 121605 w 1364418"/>
              <a:gd name="connsiteY108" fmla="*/ 1663540 h 6858000"/>
              <a:gd name="connsiteX109" fmla="*/ 120731 w 1364418"/>
              <a:gd name="connsiteY109" fmla="*/ 1615777 h 6858000"/>
              <a:gd name="connsiteX110" fmla="*/ 101526 w 1364418"/>
              <a:gd name="connsiteY110" fmla="*/ 1563678 h 6858000"/>
              <a:gd name="connsiteX111" fmla="*/ 114606 w 1364418"/>
              <a:gd name="connsiteY111" fmla="*/ 1519474 h 6858000"/>
              <a:gd name="connsiteX112" fmla="*/ 107348 w 1364418"/>
              <a:gd name="connsiteY112" fmla="*/ 1477995 h 6858000"/>
              <a:gd name="connsiteX113" fmla="*/ 93433 w 1364418"/>
              <a:gd name="connsiteY113" fmla="*/ 1373769 h 6858000"/>
              <a:gd name="connsiteX114" fmla="*/ 101740 w 1364418"/>
              <a:gd name="connsiteY114" fmla="*/ 1307086 h 6858000"/>
              <a:gd name="connsiteX115" fmla="*/ 102928 w 1364418"/>
              <a:gd name="connsiteY115" fmla="*/ 1189033 h 6858000"/>
              <a:gd name="connsiteX116" fmla="*/ 107613 w 1364418"/>
              <a:gd name="connsiteY116" fmla="*/ 1168288 h 6858000"/>
              <a:gd name="connsiteX117" fmla="*/ 99895 w 1364418"/>
              <a:gd name="connsiteY117" fmla="*/ 1142577 h 6858000"/>
              <a:gd name="connsiteX118" fmla="*/ 89201 w 1364418"/>
              <a:gd name="connsiteY118" fmla="*/ 1088484 h 6858000"/>
              <a:gd name="connsiteX119" fmla="*/ 77937 w 1364418"/>
              <a:gd name="connsiteY119" fmla="*/ 1016103 h 6858000"/>
              <a:gd name="connsiteX120" fmla="*/ 79393 w 1364418"/>
              <a:gd name="connsiteY120" fmla="*/ 954054 h 6858000"/>
              <a:gd name="connsiteX121" fmla="*/ 81629 w 1364418"/>
              <a:gd name="connsiteY121" fmla="*/ 915925 h 6858000"/>
              <a:gd name="connsiteX122" fmla="*/ 74258 w 1364418"/>
              <a:gd name="connsiteY122" fmla="*/ 896999 h 6858000"/>
              <a:gd name="connsiteX123" fmla="*/ 43666 w 1364418"/>
              <a:gd name="connsiteY123" fmla="*/ 821517 h 6858000"/>
              <a:gd name="connsiteX124" fmla="*/ 22616 w 1364418"/>
              <a:gd name="connsiteY124" fmla="*/ 751353 h 6858000"/>
              <a:gd name="connsiteX125" fmla="*/ 22174 w 1364418"/>
              <a:gd name="connsiteY125" fmla="*/ 721230 h 6858000"/>
              <a:gd name="connsiteX126" fmla="*/ 7845 w 1364418"/>
              <a:gd name="connsiteY126" fmla="*/ 681659 h 6858000"/>
              <a:gd name="connsiteX127" fmla="*/ 31306 w 1364418"/>
              <a:gd name="connsiteY127" fmla="*/ 619315 h 6858000"/>
              <a:gd name="connsiteX128" fmla="*/ 15184 w 1364418"/>
              <a:gd name="connsiteY128" fmla="*/ 585934 h 6858000"/>
              <a:gd name="connsiteX129" fmla="*/ 22258 w 1364418"/>
              <a:gd name="connsiteY129" fmla="*/ 538948 h 6858000"/>
              <a:gd name="connsiteX130" fmla="*/ 26166 w 1364418"/>
              <a:gd name="connsiteY130" fmla="*/ 525163 h 6858000"/>
              <a:gd name="connsiteX131" fmla="*/ 52290 w 1364418"/>
              <a:gd name="connsiteY131" fmla="*/ 446567 h 6858000"/>
              <a:gd name="connsiteX132" fmla="*/ 51538 w 1364418"/>
              <a:gd name="connsiteY132" fmla="*/ 393828 h 6858000"/>
              <a:gd name="connsiteX133" fmla="*/ 51368 w 1364418"/>
              <a:gd name="connsiteY133" fmla="*/ 353137 h 6858000"/>
              <a:gd name="connsiteX134" fmla="*/ 55970 w 1364418"/>
              <a:gd name="connsiteY134" fmla="*/ 321428 h 6858000"/>
              <a:gd name="connsiteX135" fmla="*/ 57061 w 1364418"/>
              <a:gd name="connsiteY135" fmla="*/ 275771 h 6858000"/>
              <a:gd name="connsiteX136" fmla="*/ 74088 w 1364418"/>
              <a:gd name="connsiteY136" fmla="*/ 212860 h 6858000"/>
              <a:gd name="connsiteX137" fmla="*/ 65798 w 1364418"/>
              <a:gd name="connsiteY137" fmla="*/ 144983 h 6858000"/>
              <a:gd name="connsiteX138" fmla="*/ 78082 w 1364418"/>
              <a:gd name="connsiteY138" fmla="*/ 55288 h 6858000"/>
              <a:gd name="connsiteX139" fmla="*/ 37636 w 1364418"/>
              <a:gd name="connsiteY139" fmla="*/ 0 h 6858000"/>
              <a:gd name="connsiteX0" fmla="*/ 37636 w 1364418"/>
              <a:gd name="connsiteY0" fmla="*/ 0 h 6858000"/>
              <a:gd name="connsiteX1" fmla="*/ 1364418 w 1364418"/>
              <a:gd name="connsiteY1" fmla="*/ 0 h 6858000"/>
              <a:gd name="connsiteX2" fmla="*/ 1364418 w 1364418"/>
              <a:gd name="connsiteY2" fmla="*/ 6858000 h 6858000"/>
              <a:gd name="connsiteX3" fmla="*/ 101112 w 1364418"/>
              <a:gd name="connsiteY3" fmla="*/ 6857735 h 6858000"/>
              <a:gd name="connsiteX4" fmla="*/ 137705 w 1364418"/>
              <a:gd name="connsiteY4" fmla="*/ 6776847 h 6858000"/>
              <a:gd name="connsiteX5" fmla="*/ 149205 w 1364418"/>
              <a:gd name="connsiteY5" fmla="*/ 6737706 h 6858000"/>
              <a:gd name="connsiteX6" fmla="*/ 173944 w 1364418"/>
              <a:gd name="connsiteY6" fmla="*/ 6691589 h 6858000"/>
              <a:gd name="connsiteX7" fmla="*/ 165968 w 1364418"/>
              <a:gd name="connsiteY7" fmla="*/ 6659970 h 6858000"/>
              <a:gd name="connsiteX8" fmla="*/ 166592 w 1364418"/>
              <a:gd name="connsiteY8" fmla="*/ 6636211 h 6858000"/>
              <a:gd name="connsiteX9" fmla="*/ 184036 w 1364418"/>
              <a:gd name="connsiteY9" fmla="*/ 6594177 h 6858000"/>
              <a:gd name="connsiteX10" fmla="*/ 198076 w 1364418"/>
              <a:gd name="connsiteY10" fmla="*/ 6557575 h 6858000"/>
              <a:gd name="connsiteX11" fmla="*/ 251033 w 1364418"/>
              <a:gd name="connsiteY11" fmla="*/ 6492130 h 6858000"/>
              <a:gd name="connsiteX12" fmla="*/ 266720 w 1364418"/>
              <a:gd name="connsiteY12" fmla="*/ 6431610 h 6858000"/>
              <a:gd name="connsiteX13" fmla="*/ 310425 w 1364418"/>
              <a:gd name="connsiteY13" fmla="*/ 6379786 h 6858000"/>
              <a:gd name="connsiteX14" fmla="*/ 293648 w 1364418"/>
              <a:gd name="connsiteY14" fmla="*/ 6334727 h 6858000"/>
              <a:gd name="connsiteX15" fmla="*/ 271063 w 1364418"/>
              <a:gd name="connsiteY15" fmla="*/ 6313295 h 6858000"/>
              <a:gd name="connsiteX16" fmla="*/ 278227 w 1364418"/>
              <a:gd name="connsiteY16" fmla="*/ 6280046 h 6858000"/>
              <a:gd name="connsiteX17" fmla="*/ 281226 w 1364418"/>
              <a:gd name="connsiteY17" fmla="*/ 6272987 h 6858000"/>
              <a:gd name="connsiteX18" fmla="*/ 288000 w 1364418"/>
              <a:gd name="connsiteY18" fmla="*/ 6252834 h 6858000"/>
              <a:gd name="connsiteX19" fmla="*/ 265992 w 1364418"/>
              <a:gd name="connsiteY19" fmla="*/ 6202459 h 6858000"/>
              <a:gd name="connsiteX20" fmla="*/ 264790 w 1364418"/>
              <a:gd name="connsiteY20" fmla="*/ 6153037 h 6858000"/>
              <a:gd name="connsiteX21" fmla="*/ 280205 w 1364418"/>
              <a:gd name="connsiteY21" fmla="*/ 6078132 h 6858000"/>
              <a:gd name="connsiteX22" fmla="*/ 267592 w 1364418"/>
              <a:gd name="connsiteY22" fmla="*/ 6028119 h 6858000"/>
              <a:gd name="connsiteX23" fmla="*/ 252821 w 1364418"/>
              <a:gd name="connsiteY23" fmla="*/ 5926735 h 6858000"/>
              <a:gd name="connsiteX24" fmla="*/ 302333 w 1364418"/>
              <a:gd name="connsiteY24" fmla="*/ 5712857 h 6858000"/>
              <a:gd name="connsiteX25" fmla="*/ 332131 w 1364418"/>
              <a:gd name="connsiteY25" fmla="*/ 5660491 h 6858000"/>
              <a:gd name="connsiteX26" fmla="*/ 341254 w 1364418"/>
              <a:gd name="connsiteY26" fmla="*/ 5563435 h 6858000"/>
              <a:gd name="connsiteX27" fmla="*/ 368130 w 1364418"/>
              <a:gd name="connsiteY27" fmla="*/ 5437125 h 6858000"/>
              <a:gd name="connsiteX28" fmla="*/ 381698 w 1364418"/>
              <a:gd name="connsiteY28" fmla="*/ 5396260 h 6858000"/>
              <a:gd name="connsiteX29" fmla="*/ 397679 w 1364418"/>
              <a:gd name="connsiteY29" fmla="*/ 5330009 h 6858000"/>
              <a:gd name="connsiteX30" fmla="*/ 431172 w 1364418"/>
              <a:gd name="connsiteY30" fmla="*/ 5273739 h 6858000"/>
              <a:gd name="connsiteX31" fmla="*/ 440771 w 1364418"/>
              <a:gd name="connsiteY31" fmla="*/ 5241779 h 6858000"/>
              <a:gd name="connsiteX32" fmla="*/ 451997 w 1364418"/>
              <a:gd name="connsiteY32" fmla="*/ 5225268 h 6858000"/>
              <a:gd name="connsiteX33" fmla="*/ 453017 w 1364418"/>
              <a:gd name="connsiteY33" fmla="*/ 5217684 h 6858000"/>
              <a:gd name="connsiteX34" fmla="*/ 460358 w 1364418"/>
              <a:gd name="connsiteY34" fmla="*/ 5193377 h 6858000"/>
              <a:gd name="connsiteX35" fmla="*/ 463661 w 1364418"/>
              <a:gd name="connsiteY35" fmla="*/ 5179288 h 6858000"/>
              <a:gd name="connsiteX36" fmla="*/ 464645 w 1364418"/>
              <a:gd name="connsiteY36" fmla="*/ 5173621 h 6858000"/>
              <a:gd name="connsiteX37" fmla="*/ 460279 w 1364418"/>
              <a:gd name="connsiteY37" fmla="*/ 5159961 h 6858000"/>
              <a:gd name="connsiteX38" fmla="*/ 466956 w 1364418"/>
              <a:gd name="connsiteY38" fmla="*/ 5144295 h 6858000"/>
              <a:gd name="connsiteX39" fmla="*/ 463889 w 1364418"/>
              <a:gd name="connsiteY39" fmla="*/ 5125185 h 6858000"/>
              <a:gd name="connsiteX40" fmla="*/ 470719 w 1364418"/>
              <a:gd name="connsiteY40" fmla="*/ 5121884 h 6858000"/>
              <a:gd name="connsiteX41" fmla="*/ 477755 w 1364418"/>
              <a:gd name="connsiteY41" fmla="*/ 5067850 h 6858000"/>
              <a:gd name="connsiteX42" fmla="*/ 480486 w 1364418"/>
              <a:gd name="connsiteY42" fmla="*/ 5060861 h 6858000"/>
              <a:gd name="connsiteX43" fmla="*/ 477190 w 1364418"/>
              <a:gd name="connsiteY43" fmla="*/ 5034192 h 6858000"/>
              <a:gd name="connsiteX44" fmla="*/ 478744 w 1364418"/>
              <a:gd name="connsiteY44" fmla="*/ 4993030 h 6858000"/>
              <a:gd name="connsiteX45" fmla="*/ 485653 w 1364418"/>
              <a:gd name="connsiteY45" fmla="*/ 4946844 h 6858000"/>
              <a:gd name="connsiteX46" fmla="*/ 481509 w 1364418"/>
              <a:gd name="connsiteY46" fmla="*/ 4932692 h 6858000"/>
              <a:gd name="connsiteX47" fmla="*/ 496912 w 1364418"/>
              <a:gd name="connsiteY47" fmla="*/ 4858827 h 6858000"/>
              <a:gd name="connsiteX48" fmla="*/ 502815 w 1364418"/>
              <a:gd name="connsiteY48" fmla="*/ 4821170 h 6858000"/>
              <a:gd name="connsiteX49" fmla="*/ 507548 w 1364418"/>
              <a:gd name="connsiteY49" fmla="*/ 4780965 h 6858000"/>
              <a:gd name="connsiteX50" fmla="*/ 508841 w 1364418"/>
              <a:gd name="connsiteY50" fmla="*/ 4750867 h 6858000"/>
              <a:gd name="connsiteX51" fmla="*/ 506648 w 1364418"/>
              <a:gd name="connsiteY51" fmla="*/ 4690749 h 6858000"/>
              <a:gd name="connsiteX52" fmla="*/ 502128 w 1364418"/>
              <a:gd name="connsiteY52" fmla="*/ 4584173 h 6858000"/>
              <a:gd name="connsiteX53" fmla="*/ 497211 w 1364418"/>
              <a:gd name="connsiteY53" fmla="*/ 4444346 h 6858000"/>
              <a:gd name="connsiteX54" fmla="*/ 493776 w 1364418"/>
              <a:gd name="connsiteY54" fmla="*/ 4375228 h 6858000"/>
              <a:gd name="connsiteX55" fmla="*/ 474429 w 1364418"/>
              <a:gd name="connsiteY55" fmla="*/ 4214165 h 6858000"/>
              <a:gd name="connsiteX56" fmla="*/ 478502 w 1364418"/>
              <a:gd name="connsiteY56" fmla="*/ 4090296 h 6858000"/>
              <a:gd name="connsiteX57" fmla="*/ 463758 w 1364418"/>
              <a:gd name="connsiteY57" fmla="*/ 4033999 h 6858000"/>
              <a:gd name="connsiteX58" fmla="*/ 464907 w 1364418"/>
              <a:gd name="connsiteY58" fmla="*/ 4031933 h 6858000"/>
              <a:gd name="connsiteX59" fmla="*/ 463483 w 1364418"/>
              <a:gd name="connsiteY59" fmla="*/ 4013953 h 6858000"/>
              <a:gd name="connsiteX60" fmla="*/ 449778 w 1364418"/>
              <a:gd name="connsiteY60" fmla="*/ 3974753 h 6858000"/>
              <a:gd name="connsiteX61" fmla="*/ 451376 w 1364418"/>
              <a:gd name="connsiteY61" fmla="*/ 3969950 h 6858000"/>
              <a:gd name="connsiteX62" fmla="*/ 444798 w 1364418"/>
              <a:gd name="connsiteY62" fmla="*/ 3933779 h 6858000"/>
              <a:gd name="connsiteX63" fmla="*/ 446129 w 1364418"/>
              <a:gd name="connsiteY63" fmla="*/ 3933093 h 6858000"/>
              <a:gd name="connsiteX64" fmla="*/ 450483 w 1364418"/>
              <a:gd name="connsiteY64" fmla="*/ 3922082 h 6858000"/>
              <a:gd name="connsiteX65" fmla="*/ 455561 w 1364418"/>
              <a:gd name="connsiteY65" fmla="*/ 3901461 h 6858000"/>
              <a:gd name="connsiteX66" fmla="*/ 478155 w 1364418"/>
              <a:gd name="connsiteY66" fmla="*/ 3813873 h 6858000"/>
              <a:gd name="connsiteX67" fmla="*/ 477580 w 1364418"/>
              <a:gd name="connsiteY67" fmla="*/ 3806161 h 6858000"/>
              <a:gd name="connsiteX68" fmla="*/ 477887 w 1364418"/>
              <a:gd name="connsiteY68" fmla="*/ 3805957 h 6858000"/>
              <a:gd name="connsiteX69" fmla="*/ 477914 w 1364418"/>
              <a:gd name="connsiteY69" fmla="*/ 3797724 h 6858000"/>
              <a:gd name="connsiteX70" fmla="*/ 476529 w 1364418"/>
              <a:gd name="connsiteY70" fmla="*/ 3792098 h 6858000"/>
              <a:gd name="connsiteX71" fmla="*/ 475413 w 1364418"/>
              <a:gd name="connsiteY71" fmla="*/ 3777135 h 6858000"/>
              <a:gd name="connsiteX72" fmla="*/ 477146 w 1364418"/>
              <a:gd name="connsiteY72" fmla="*/ 3771656 h 6858000"/>
              <a:gd name="connsiteX73" fmla="*/ 480889 w 1364418"/>
              <a:gd name="connsiteY73" fmla="*/ 3769007 h 6858000"/>
              <a:gd name="connsiteX74" fmla="*/ 480355 w 1364418"/>
              <a:gd name="connsiteY74" fmla="*/ 3767709 h 6858000"/>
              <a:gd name="connsiteX75" fmla="*/ 489051 w 1364418"/>
              <a:gd name="connsiteY75" fmla="*/ 3738082 h 6858000"/>
              <a:gd name="connsiteX76" fmla="*/ 496397 w 1364418"/>
              <a:gd name="connsiteY76" fmla="*/ 3673397 h 6858000"/>
              <a:gd name="connsiteX77" fmla="*/ 495693 w 1364418"/>
              <a:gd name="connsiteY77" fmla="*/ 3637109 h 6858000"/>
              <a:gd name="connsiteX78" fmla="*/ 499136 w 1364418"/>
              <a:gd name="connsiteY78" fmla="*/ 3536883 h 6858000"/>
              <a:gd name="connsiteX79" fmla="*/ 506674 w 1364418"/>
              <a:gd name="connsiteY79" fmla="*/ 3435652 h 6858000"/>
              <a:gd name="connsiteX80" fmla="*/ 508345 w 1364418"/>
              <a:gd name="connsiteY80" fmla="*/ 3307769 h 6858000"/>
              <a:gd name="connsiteX81" fmla="*/ 525908 w 1364418"/>
              <a:gd name="connsiteY81" fmla="*/ 3250522 h 6858000"/>
              <a:gd name="connsiteX82" fmla="*/ 526333 w 1364418"/>
              <a:gd name="connsiteY82" fmla="*/ 3229163 h 6858000"/>
              <a:gd name="connsiteX83" fmla="*/ 528156 w 1364418"/>
              <a:gd name="connsiteY83" fmla="*/ 3217217 h 6858000"/>
              <a:gd name="connsiteX84" fmla="*/ 514991 w 1364418"/>
              <a:gd name="connsiteY84" fmla="*/ 3183755 h 6858000"/>
              <a:gd name="connsiteX85" fmla="*/ 515492 w 1364418"/>
              <a:gd name="connsiteY85" fmla="*/ 3178642 h 6858000"/>
              <a:gd name="connsiteX86" fmla="*/ 503092 w 1364418"/>
              <a:gd name="connsiteY86" fmla="*/ 3158586 h 6858000"/>
              <a:gd name="connsiteX87" fmla="*/ 488277 w 1364418"/>
              <a:gd name="connsiteY87" fmla="*/ 3129034 h 6858000"/>
              <a:gd name="connsiteX88" fmla="*/ 488942 w 1364418"/>
              <a:gd name="connsiteY88" fmla="*/ 3126682 h 6858000"/>
              <a:gd name="connsiteX89" fmla="*/ 479810 w 1364418"/>
              <a:gd name="connsiteY89" fmla="*/ 3114519 h 6858000"/>
              <a:gd name="connsiteX90" fmla="*/ 466419 w 1364418"/>
              <a:gd name="connsiteY90" fmla="*/ 3106272 h 6858000"/>
              <a:gd name="connsiteX91" fmla="*/ 439149 w 1364418"/>
              <a:gd name="connsiteY91" fmla="*/ 2958185 h 6858000"/>
              <a:gd name="connsiteX92" fmla="*/ 381763 w 1364418"/>
              <a:gd name="connsiteY92" fmla="*/ 2762989 h 6858000"/>
              <a:gd name="connsiteX93" fmla="*/ 330681 w 1364418"/>
              <a:gd name="connsiteY93" fmla="*/ 2554718 h 6858000"/>
              <a:gd name="connsiteX94" fmla="*/ 310775 w 1364418"/>
              <a:gd name="connsiteY94" fmla="*/ 2485734 h 6858000"/>
              <a:gd name="connsiteX95" fmla="*/ 301498 w 1364418"/>
              <a:gd name="connsiteY95" fmla="*/ 2447068 h 6858000"/>
              <a:gd name="connsiteX96" fmla="*/ 288459 w 1364418"/>
              <a:gd name="connsiteY96" fmla="*/ 2425819 h 6858000"/>
              <a:gd name="connsiteX97" fmla="*/ 294458 w 1364418"/>
              <a:gd name="connsiteY97" fmla="*/ 2402874 h 6858000"/>
              <a:gd name="connsiteX98" fmla="*/ 297070 w 1364418"/>
              <a:gd name="connsiteY98" fmla="*/ 2381443 h 6858000"/>
              <a:gd name="connsiteX99" fmla="*/ 273399 w 1364418"/>
              <a:gd name="connsiteY99" fmla="*/ 2261920 h 6858000"/>
              <a:gd name="connsiteX100" fmla="*/ 263286 w 1364418"/>
              <a:gd name="connsiteY100" fmla="*/ 2195378 h 6858000"/>
              <a:gd name="connsiteX101" fmla="*/ 247503 w 1364418"/>
              <a:gd name="connsiteY101" fmla="*/ 2155135 h 6858000"/>
              <a:gd name="connsiteX102" fmla="*/ 244961 w 1364418"/>
              <a:gd name="connsiteY102" fmla="*/ 2118008 h 6858000"/>
              <a:gd name="connsiteX103" fmla="*/ 245954 w 1364418"/>
              <a:gd name="connsiteY103" fmla="*/ 2050531 h 6858000"/>
              <a:gd name="connsiteX104" fmla="*/ 237760 w 1364418"/>
              <a:gd name="connsiteY104" fmla="*/ 1963269 h 6858000"/>
              <a:gd name="connsiteX105" fmla="*/ 218938 w 1364418"/>
              <a:gd name="connsiteY105" fmla="*/ 1906352 h 6858000"/>
              <a:gd name="connsiteX106" fmla="*/ 195495 w 1364418"/>
              <a:gd name="connsiteY106" fmla="*/ 1861531 h 6858000"/>
              <a:gd name="connsiteX107" fmla="*/ 149294 w 1364418"/>
              <a:gd name="connsiteY107" fmla="*/ 1732919 h 6858000"/>
              <a:gd name="connsiteX108" fmla="*/ 121605 w 1364418"/>
              <a:gd name="connsiteY108" fmla="*/ 1663540 h 6858000"/>
              <a:gd name="connsiteX109" fmla="*/ 120731 w 1364418"/>
              <a:gd name="connsiteY109" fmla="*/ 1615777 h 6858000"/>
              <a:gd name="connsiteX110" fmla="*/ 101526 w 1364418"/>
              <a:gd name="connsiteY110" fmla="*/ 1563678 h 6858000"/>
              <a:gd name="connsiteX111" fmla="*/ 114606 w 1364418"/>
              <a:gd name="connsiteY111" fmla="*/ 1519474 h 6858000"/>
              <a:gd name="connsiteX112" fmla="*/ 107348 w 1364418"/>
              <a:gd name="connsiteY112" fmla="*/ 1477995 h 6858000"/>
              <a:gd name="connsiteX113" fmla="*/ 93433 w 1364418"/>
              <a:gd name="connsiteY113" fmla="*/ 1373769 h 6858000"/>
              <a:gd name="connsiteX114" fmla="*/ 101740 w 1364418"/>
              <a:gd name="connsiteY114" fmla="*/ 1307086 h 6858000"/>
              <a:gd name="connsiteX115" fmla="*/ 102928 w 1364418"/>
              <a:gd name="connsiteY115" fmla="*/ 1189033 h 6858000"/>
              <a:gd name="connsiteX116" fmla="*/ 107613 w 1364418"/>
              <a:gd name="connsiteY116" fmla="*/ 1168288 h 6858000"/>
              <a:gd name="connsiteX117" fmla="*/ 99895 w 1364418"/>
              <a:gd name="connsiteY117" fmla="*/ 1142577 h 6858000"/>
              <a:gd name="connsiteX118" fmla="*/ 89201 w 1364418"/>
              <a:gd name="connsiteY118" fmla="*/ 1088484 h 6858000"/>
              <a:gd name="connsiteX119" fmla="*/ 77937 w 1364418"/>
              <a:gd name="connsiteY119" fmla="*/ 1016103 h 6858000"/>
              <a:gd name="connsiteX120" fmla="*/ 79393 w 1364418"/>
              <a:gd name="connsiteY120" fmla="*/ 954054 h 6858000"/>
              <a:gd name="connsiteX121" fmla="*/ 90309 w 1364418"/>
              <a:gd name="connsiteY121" fmla="*/ 921368 h 6858000"/>
              <a:gd name="connsiteX122" fmla="*/ 74258 w 1364418"/>
              <a:gd name="connsiteY122" fmla="*/ 896999 h 6858000"/>
              <a:gd name="connsiteX123" fmla="*/ 43666 w 1364418"/>
              <a:gd name="connsiteY123" fmla="*/ 821517 h 6858000"/>
              <a:gd name="connsiteX124" fmla="*/ 22616 w 1364418"/>
              <a:gd name="connsiteY124" fmla="*/ 751353 h 6858000"/>
              <a:gd name="connsiteX125" fmla="*/ 22174 w 1364418"/>
              <a:gd name="connsiteY125" fmla="*/ 721230 h 6858000"/>
              <a:gd name="connsiteX126" fmla="*/ 7845 w 1364418"/>
              <a:gd name="connsiteY126" fmla="*/ 681659 h 6858000"/>
              <a:gd name="connsiteX127" fmla="*/ 31306 w 1364418"/>
              <a:gd name="connsiteY127" fmla="*/ 619315 h 6858000"/>
              <a:gd name="connsiteX128" fmla="*/ 15184 w 1364418"/>
              <a:gd name="connsiteY128" fmla="*/ 585934 h 6858000"/>
              <a:gd name="connsiteX129" fmla="*/ 22258 w 1364418"/>
              <a:gd name="connsiteY129" fmla="*/ 538948 h 6858000"/>
              <a:gd name="connsiteX130" fmla="*/ 26166 w 1364418"/>
              <a:gd name="connsiteY130" fmla="*/ 525163 h 6858000"/>
              <a:gd name="connsiteX131" fmla="*/ 52290 w 1364418"/>
              <a:gd name="connsiteY131" fmla="*/ 446567 h 6858000"/>
              <a:gd name="connsiteX132" fmla="*/ 51538 w 1364418"/>
              <a:gd name="connsiteY132" fmla="*/ 393828 h 6858000"/>
              <a:gd name="connsiteX133" fmla="*/ 51368 w 1364418"/>
              <a:gd name="connsiteY133" fmla="*/ 353137 h 6858000"/>
              <a:gd name="connsiteX134" fmla="*/ 55970 w 1364418"/>
              <a:gd name="connsiteY134" fmla="*/ 321428 h 6858000"/>
              <a:gd name="connsiteX135" fmla="*/ 57061 w 1364418"/>
              <a:gd name="connsiteY135" fmla="*/ 275771 h 6858000"/>
              <a:gd name="connsiteX136" fmla="*/ 74088 w 1364418"/>
              <a:gd name="connsiteY136" fmla="*/ 212860 h 6858000"/>
              <a:gd name="connsiteX137" fmla="*/ 65798 w 1364418"/>
              <a:gd name="connsiteY137" fmla="*/ 144983 h 6858000"/>
              <a:gd name="connsiteX138" fmla="*/ 78082 w 1364418"/>
              <a:gd name="connsiteY138" fmla="*/ 55288 h 6858000"/>
              <a:gd name="connsiteX139" fmla="*/ 37636 w 1364418"/>
              <a:gd name="connsiteY139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</a:cxnLst>
            <a:rect l="l" t="t" r="r" b="b"/>
            <a:pathLst>
              <a:path w="1364418" h="6858000">
                <a:moveTo>
                  <a:pt x="37636" y="0"/>
                </a:moveTo>
                <a:lnTo>
                  <a:pt x="1364418" y="0"/>
                </a:lnTo>
                <a:lnTo>
                  <a:pt x="1364418" y="6858000"/>
                </a:lnTo>
                <a:lnTo>
                  <a:pt x="101112" y="6857735"/>
                </a:lnTo>
                <a:cubicBezTo>
                  <a:pt x="115369" y="6839114"/>
                  <a:pt x="142394" y="6806441"/>
                  <a:pt x="137705" y="6776847"/>
                </a:cubicBezTo>
                <a:cubicBezTo>
                  <a:pt x="148424" y="6767643"/>
                  <a:pt x="156380" y="6753187"/>
                  <a:pt x="149205" y="6737706"/>
                </a:cubicBezTo>
                <a:cubicBezTo>
                  <a:pt x="155245" y="6708183"/>
                  <a:pt x="170958" y="6713000"/>
                  <a:pt x="173944" y="6691589"/>
                </a:cubicBezTo>
                <a:cubicBezTo>
                  <a:pt x="174057" y="6689618"/>
                  <a:pt x="165855" y="6661941"/>
                  <a:pt x="165968" y="6659970"/>
                </a:cubicBezTo>
                <a:cubicBezTo>
                  <a:pt x="166538" y="6656036"/>
                  <a:pt x="165560" y="6637698"/>
                  <a:pt x="166592" y="6636211"/>
                </a:cubicBezTo>
                <a:lnTo>
                  <a:pt x="184036" y="6594177"/>
                </a:lnTo>
                <a:cubicBezTo>
                  <a:pt x="192044" y="6580421"/>
                  <a:pt x="188570" y="6573022"/>
                  <a:pt x="198076" y="6557575"/>
                </a:cubicBezTo>
                <a:cubicBezTo>
                  <a:pt x="200255" y="6540981"/>
                  <a:pt x="232864" y="6478671"/>
                  <a:pt x="251033" y="6492130"/>
                </a:cubicBezTo>
                <a:cubicBezTo>
                  <a:pt x="252316" y="6486906"/>
                  <a:pt x="263405" y="6432771"/>
                  <a:pt x="266720" y="6431610"/>
                </a:cubicBezTo>
                <a:lnTo>
                  <a:pt x="310425" y="6379786"/>
                </a:lnTo>
                <a:cubicBezTo>
                  <a:pt x="310468" y="6347539"/>
                  <a:pt x="314739" y="6343120"/>
                  <a:pt x="293648" y="6334727"/>
                </a:cubicBezTo>
                <a:cubicBezTo>
                  <a:pt x="293165" y="6323607"/>
                  <a:pt x="271546" y="6324415"/>
                  <a:pt x="271063" y="6313295"/>
                </a:cubicBezTo>
                <a:cubicBezTo>
                  <a:pt x="270633" y="6307513"/>
                  <a:pt x="278657" y="6285828"/>
                  <a:pt x="278227" y="6280046"/>
                </a:cubicBezTo>
                <a:cubicBezTo>
                  <a:pt x="276993" y="6275532"/>
                  <a:pt x="276658" y="6280700"/>
                  <a:pt x="281226" y="6272987"/>
                </a:cubicBezTo>
                <a:lnTo>
                  <a:pt x="288000" y="6252834"/>
                </a:lnTo>
                <a:lnTo>
                  <a:pt x="265992" y="6202459"/>
                </a:lnTo>
                <a:cubicBezTo>
                  <a:pt x="264772" y="6196814"/>
                  <a:pt x="268092" y="6158095"/>
                  <a:pt x="264790" y="6153037"/>
                </a:cubicBezTo>
                <a:cubicBezTo>
                  <a:pt x="302335" y="6114354"/>
                  <a:pt x="260378" y="6128837"/>
                  <a:pt x="280205" y="6078132"/>
                </a:cubicBezTo>
                <a:cubicBezTo>
                  <a:pt x="283657" y="6049622"/>
                  <a:pt x="275724" y="6059673"/>
                  <a:pt x="267592" y="6028119"/>
                </a:cubicBezTo>
                <a:cubicBezTo>
                  <a:pt x="277113" y="5988572"/>
                  <a:pt x="234727" y="5976018"/>
                  <a:pt x="252821" y="5926735"/>
                </a:cubicBezTo>
                <a:cubicBezTo>
                  <a:pt x="290324" y="5823532"/>
                  <a:pt x="288016" y="5757776"/>
                  <a:pt x="302333" y="5712857"/>
                </a:cubicBezTo>
                <a:cubicBezTo>
                  <a:pt x="310258" y="5688518"/>
                  <a:pt x="328236" y="5675288"/>
                  <a:pt x="332131" y="5660491"/>
                </a:cubicBezTo>
                <a:cubicBezTo>
                  <a:pt x="345782" y="5622696"/>
                  <a:pt x="344964" y="5595787"/>
                  <a:pt x="341254" y="5563435"/>
                </a:cubicBezTo>
                <a:cubicBezTo>
                  <a:pt x="335745" y="5537661"/>
                  <a:pt x="359171" y="5479228"/>
                  <a:pt x="368130" y="5437125"/>
                </a:cubicBezTo>
                <a:cubicBezTo>
                  <a:pt x="379868" y="5399640"/>
                  <a:pt x="373836" y="5420657"/>
                  <a:pt x="381698" y="5396260"/>
                </a:cubicBezTo>
                <a:cubicBezTo>
                  <a:pt x="395995" y="5391935"/>
                  <a:pt x="389433" y="5350429"/>
                  <a:pt x="397679" y="5330009"/>
                </a:cubicBezTo>
                <a:cubicBezTo>
                  <a:pt x="405925" y="5309589"/>
                  <a:pt x="420210" y="5291626"/>
                  <a:pt x="431172" y="5273739"/>
                </a:cubicBezTo>
                <a:cubicBezTo>
                  <a:pt x="426568" y="5263245"/>
                  <a:pt x="432286" y="5253790"/>
                  <a:pt x="440771" y="5241779"/>
                </a:cubicBezTo>
                <a:lnTo>
                  <a:pt x="451997" y="5225268"/>
                </a:lnTo>
                <a:lnTo>
                  <a:pt x="453017" y="5217684"/>
                </a:lnTo>
                <a:cubicBezTo>
                  <a:pt x="455252" y="5208685"/>
                  <a:pt x="458044" y="5200600"/>
                  <a:pt x="460358" y="5193377"/>
                </a:cubicBezTo>
                <a:lnTo>
                  <a:pt x="463661" y="5179288"/>
                </a:lnTo>
                <a:lnTo>
                  <a:pt x="464645" y="5173621"/>
                </a:lnTo>
                <a:lnTo>
                  <a:pt x="460279" y="5159961"/>
                </a:lnTo>
                <a:lnTo>
                  <a:pt x="466956" y="5144295"/>
                </a:lnTo>
                <a:lnTo>
                  <a:pt x="463889" y="5125185"/>
                </a:lnTo>
                <a:cubicBezTo>
                  <a:pt x="466252" y="5124475"/>
                  <a:pt x="468554" y="5123363"/>
                  <a:pt x="470719" y="5121884"/>
                </a:cubicBezTo>
                <a:lnTo>
                  <a:pt x="477755" y="5067850"/>
                </a:lnTo>
                <a:lnTo>
                  <a:pt x="480486" y="5060861"/>
                </a:lnTo>
                <a:lnTo>
                  <a:pt x="477190" y="5034192"/>
                </a:lnTo>
                <a:cubicBezTo>
                  <a:pt x="476699" y="5019824"/>
                  <a:pt x="477403" y="5006180"/>
                  <a:pt x="478744" y="4993030"/>
                </a:cubicBezTo>
                <a:lnTo>
                  <a:pt x="485653" y="4946844"/>
                </a:lnTo>
                <a:lnTo>
                  <a:pt x="481509" y="4932692"/>
                </a:lnTo>
                <a:cubicBezTo>
                  <a:pt x="481214" y="4911802"/>
                  <a:pt x="495319" y="4880686"/>
                  <a:pt x="496912" y="4858827"/>
                </a:cubicBezTo>
                <a:lnTo>
                  <a:pt x="502815" y="4821170"/>
                </a:lnTo>
                <a:lnTo>
                  <a:pt x="507548" y="4780965"/>
                </a:lnTo>
                <a:lnTo>
                  <a:pt x="508841" y="4750867"/>
                </a:lnTo>
                <a:lnTo>
                  <a:pt x="506648" y="4690749"/>
                </a:lnTo>
                <a:cubicBezTo>
                  <a:pt x="512729" y="4654213"/>
                  <a:pt x="491337" y="4623546"/>
                  <a:pt x="502128" y="4584173"/>
                </a:cubicBezTo>
                <a:cubicBezTo>
                  <a:pt x="488693" y="4519562"/>
                  <a:pt x="492047" y="4501522"/>
                  <a:pt x="497211" y="4444346"/>
                </a:cubicBezTo>
                <a:cubicBezTo>
                  <a:pt x="511033" y="4454946"/>
                  <a:pt x="497584" y="4394050"/>
                  <a:pt x="493776" y="4375228"/>
                </a:cubicBezTo>
                <a:cubicBezTo>
                  <a:pt x="491426" y="4334791"/>
                  <a:pt x="480594" y="4270639"/>
                  <a:pt x="474429" y="4214165"/>
                </a:cubicBezTo>
                <a:cubicBezTo>
                  <a:pt x="465297" y="4170832"/>
                  <a:pt x="480280" y="4120324"/>
                  <a:pt x="478502" y="4090296"/>
                </a:cubicBezTo>
                <a:lnTo>
                  <a:pt x="463758" y="4033999"/>
                </a:lnTo>
                <a:lnTo>
                  <a:pt x="464907" y="4031933"/>
                </a:lnTo>
                <a:cubicBezTo>
                  <a:pt x="467040" y="4022997"/>
                  <a:pt x="465967" y="4017669"/>
                  <a:pt x="463483" y="4013953"/>
                </a:cubicBezTo>
                <a:lnTo>
                  <a:pt x="449778" y="3974753"/>
                </a:lnTo>
                <a:lnTo>
                  <a:pt x="451376" y="3969950"/>
                </a:lnTo>
                <a:lnTo>
                  <a:pt x="444798" y="3933779"/>
                </a:lnTo>
                <a:lnTo>
                  <a:pt x="446129" y="3933093"/>
                </a:lnTo>
                <a:cubicBezTo>
                  <a:pt x="448961" y="3930731"/>
                  <a:pt x="450769" y="3927433"/>
                  <a:pt x="450483" y="3922082"/>
                </a:cubicBezTo>
                <a:cubicBezTo>
                  <a:pt x="471740" y="3927556"/>
                  <a:pt x="458283" y="3917724"/>
                  <a:pt x="455561" y="3901461"/>
                </a:cubicBezTo>
                <a:cubicBezTo>
                  <a:pt x="460173" y="3883426"/>
                  <a:pt x="474485" y="3829756"/>
                  <a:pt x="478155" y="3813873"/>
                </a:cubicBezTo>
                <a:cubicBezTo>
                  <a:pt x="477963" y="3811302"/>
                  <a:pt x="477772" y="3808732"/>
                  <a:pt x="477580" y="3806161"/>
                </a:cubicBezTo>
                <a:lnTo>
                  <a:pt x="477887" y="3805957"/>
                </a:lnTo>
                <a:cubicBezTo>
                  <a:pt x="478443" y="3804175"/>
                  <a:pt x="478509" y="3801600"/>
                  <a:pt x="477914" y="3797724"/>
                </a:cubicBezTo>
                <a:lnTo>
                  <a:pt x="476529" y="3792098"/>
                </a:lnTo>
                <a:lnTo>
                  <a:pt x="475413" y="3777135"/>
                </a:lnTo>
                <a:lnTo>
                  <a:pt x="477146" y="3771656"/>
                </a:lnTo>
                <a:lnTo>
                  <a:pt x="480889" y="3769007"/>
                </a:lnTo>
                <a:lnTo>
                  <a:pt x="480355" y="3767709"/>
                </a:lnTo>
                <a:cubicBezTo>
                  <a:pt x="472854" y="3758603"/>
                  <a:pt x="462858" y="3757457"/>
                  <a:pt x="489051" y="3738082"/>
                </a:cubicBezTo>
                <a:cubicBezTo>
                  <a:pt x="476420" y="3716230"/>
                  <a:pt x="492614" y="3707883"/>
                  <a:pt x="496397" y="3673397"/>
                </a:cubicBezTo>
                <a:cubicBezTo>
                  <a:pt x="485059" y="3661788"/>
                  <a:pt x="488117" y="3649813"/>
                  <a:pt x="495693" y="3637109"/>
                </a:cubicBezTo>
                <a:cubicBezTo>
                  <a:pt x="488827" y="3605834"/>
                  <a:pt x="498565" y="3573837"/>
                  <a:pt x="499136" y="3536883"/>
                </a:cubicBezTo>
                <a:cubicBezTo>
                  <a:pt x="483096" y="3500539"/>
                  <a:pt x="506170" y="3475121"/>
                  <a:pt x="506674" y="3435652"/>
                </a:cubicBezTo>
                <a:cubicBezTo>
                  <a:pt x="508209" y="3397466"/>
                  <a:pt x="505139" y="3338624"/>
                  <a:pt x="508345" y="3307769"/>
                </a:cubicBezTo>
                <a:cubicBezTo>
                  <a:pt x="522826" y="3292381"/>
                  <a:pt x="493343" y="3256540"/>
                  <a:pt x="525908" y="3250522"/>
                </a:cubicBezTo>
                <a:cubicBezTo>
                  <a:pt x="519705" y="3235893"/>
                  <a:pt x="504475" y="3230937"/>
                  <a:pt x="526333" y="3229163"/>
                </a:cubicBezTo>
                <a:cubicBezTo>
                  <a:pt x="524884" y="3224149"/>
                  <a:pt x="525919" y="3220404"/>
                  <a:pt x="528156" y="3217217"/>
                </a:cubicBezTo>
                <a:lnTo>
                  <a:pt x="514991" y="3183755"/>
                </a:lnTo>
                <a:lnTo>
                  <a:pt x="515492" y="3178642"/>
                </a:lnTo>
                <a:lnTo>
                  <a:pt x="503092" y="3158586"/>
                </a:lnTo>
                <a:lnTo>
                  <a:pt x="488277" y="3129034"/>
                </a:lnTo>
                <a:lnTo>
                  <a:pt x="488942" y="3126682"/>
                </a:lnTo>
                <a:lnTo>
                  <a:pt x="479810" y="3114519"/>
                </a:lnTo>
                <a:cubicBezTo>
                  <a:pt x="476044" y="3110886"/>
                  <a:pt x="471657" y="3108020"/>
                  <a:pt x="466419" y="3106272"/>
                </a:cubicBezTo>
                <a:cubicBezTo>
                  <a:pt x="479357" y="3049949"/>
                  <a:pt x="446991" y="3011906"/>
                  <a:pt x="439149" y="2958185"/>
                </a:cubicBezTo>
                <a:cubicBezTo>
                  <a:pt x="423473" y="2895670"/>
                  <a:pt x="402616" y="2832884"/>
                  <a:pt x="381763" y="2762989"/>
                </a:cubicBezTo>
                <a:cubicBezTo>
                  <a:pt x="340504" y="2718141"/>
                  <a:pt x="357875" y="2611979"/>
                  <a:pt x="330681" y="2554718"/>
                </a:cubicBezTo>
                <a:cubicBezTo>
                  <a:pt x="354561" y="2510384"/>
                  <a:pt x="312857" y="2522616"/>
                  <a:pt x="310775" y="2485734"/>
                </a:cubicBezTo>
                <a:cubicBezTo>
                  <a:pt x="283880" y="2505125"/>
                  <a:pt x="334754" y="2437857"/>
                  <a:pt x="301498" y="2447068"/>
                </a:cubicBezTo>
                <a:cubicBezTo>
                  <a:pt x="302171" y="2440064"/>
                  <a:pt x="286502" y="2432988"/>
                  <a:pt x="288459" y="2425819"/>
                </a:cubicBezTo>
                <a:lnTo>
                  <a:pt x="294458" y="2402874"/>
                </a:lnTo>
                <a:lnTo>
                  <a:pt x="297070" y="2381443"/>
                </a:lnTo>
                <a:cubicBezTo>
                  <a:pt x="291389" y="2355877"/>
                  <a:pt x="281925" y="2295004"/>
                  <a:pt x="273399" y="2261920"/>
                </a:cubicBezTo>
                <a:cubicBezTo>
                  <a:pt x="264489" y="2250852"/>
                  <a:pt x="256407" y="2208397"/>
                  <a:pt x="263286" y="2195378"/>
                </a:cubicBezTo>
                <a:cubicBezTo>
                  <a:pt x="262597" y="2185499"/>
                  <a:pt x="238753" y="2164596"/>
                  <a:pt x="247503" y="2155135"/>
                </a:cubicBezTo>
                <a:cubicBezTo>
                  <a:pt x="257474" y="2141929"/>
                  <a:pt x="229406" y="2121310"/>
                  <a:pt x="244961" y="2118008"/>
                </a:cubicBezTo>
                <a:cubicBezTo>
                  <a:pt x="225493" y="2103116"/>
                  <a:pt x="245373" y="2072196"/>
                  <a:pt x="245954" y="2050531"/>
                </a:cubicBezTo>
                <a:cubicBezTo>
                  <a:pt x="228015" y="2040209"/>
                  <a:pt x="246924" y="2004931"/>
                  <a:pt x="237760" y="1963269"/>
                </a:cubicBezTo>
                <a:cubicBezTo>
                  <a:pt x="217314" y="1952304"/>
                  <a:pt x="249162" y="1930958"/>
                  <a:pt x="218938" y="1906352"/>
                </a:cubicBezTo>
                <a:cubicBezTo>
                  <a:pt x="211894" y="1889396"/>
                  <a:pt x="204207" y="1891128"/>
                  <a:pt x="195495" y="1861531"/>
                </a:cubicBezTo>
                <a:cubicBezTo>
                  <a:pt x="152756" y="1820122"/>
                  <a:pt x="167197" y="1775736"/>
                  <a:pt x="149294" y="1732919"/>
                </a:cubicBezTo>
                <a:cubicBezTo>
                  <a:pt x="132272" y="1683226"/>
                  <a:pt x="131129" y="1708347"/>
                  <a:pt x="121605" y="1663540"/>
                </a:cubicBezTo>
                <a:cubicBezTo>
                  <a:pt x="131383" y="1652207"/>
                  <a:pt x="129824" y="1627305"/>
                  <a:pt x="120731" y="1615777"/>
                </a:cubicBezTo>
                <a:cubicBezTo>
                  <a:pt x="113324" y="1591298"/>
                  <a:pt x="125561" y="1582061"/>
                  <a:pt x="101526" y="1563678"/>
                </a:cubicBezTo>
                <a:cubicBezTo>
                  <a:pt x="118336" y="1562186"/>
                  <a:pt x="95368" y="1514217"/>
                  <a:pt x="114606" y="1519474"/>
                </a:cubicBezTo>
                <a:cubicBezTo>
                  <a:pt x="124662" y="1497831"/>
                  <a:pt x="99126" y="1498809"/>
                  <a:pt x="107348" y="1477995"/>
                </a:cubicBezTo>
                <a:cubicBezTo>
                  <a:pt x="102372" y="1450946"/>
                  <a:pt x="98082" y="1395585"/>
                  <a:pt x="93433" y="1373769"/>
                </a:cubicBezTo>
                <a:lnTo>
                  <a:pt x="101740" y="1307086"/>
                </a:lnTo>
                <a:cubicBezTo>
                  <a:pt x="61518" y="1238798"/>
                  <a:pt x="128597" y="1302829"/>
                  <a:pt x="102928" y="1189033"/>
                </a:cubicBezTo>
                <a:cubicBezTo>
                  <a:pt x="96991" y="1183619"/>
                  <a:pt x="100433" y="1168361"/>
                  <a:pt x="107613" y="1168288"/>
                </a:cubicBezTo>
                <a:cubicBezTo>
                  <a:pt x="104521" y="1161401"/>
                  <a:pt x="88898" y="1146763"/>
                  <a:pt x="99895" y="1142577"/>
                </a:cubicBezTo>
                <a:cubicBezTo>
                  <a:pt x="98248" y="1123927"/>
                  <a:pt x="94639" y="1105753"/>
                  <a:pt x="89201" y="1088484"/>
                </a:cubicBezTo>
                <a:lnTo>
                  <a:pt x="77937" y="1016103"/>
                </a:lnTo>
                <a:cubicBezTo>
                  <a:pt x="78422" y="988163"/>
                  <a:pt x="78908" y="981994"/>
                  <a:pt x="79393" y="954054"/>
                </a:cubicBezTo>
                <a:cubicBezTo>
                  <a:pt x="74607" y="950500"/>
                  <a:pt x="84928" y="922140"/>
                  <a:pt x="90309" y="921368"/>
                </a:cubicBezTo>
                <a:cubicBezTo>
                  <a:pt x="87566" y="916400"/>
                  <a:pt x="66268" y="901306"/>
                  <a:pt x="74258" y="896999"/>
                </a:cubicBezTo>
                <a:cubicBezTo>
                  <a:pt x="69492" y="868759"/>
                  <a:pt x="58957" y="842759"/>
                  <a:pt x="43666" y="821517"/>
                </a:cubicBezTo>
                <a:cubicBezTo>
                  <a:pt x="35059" y="797243"/>
                  <a:pt x="27646" y="764612"/>
                  <a:pt x="22616" y="751353"/>
                </a:cubicBezTo>
                <a:cubicBezTo>
                  <a:pt x="22469" y="741312"/>
                  <a:pt x="22321" y="731271"/>
                  <a:pt x="22174" y="721230"/>
                </a:cubicBezTo>
                <a:lnTo>
                  <a:pt x="7845" y="681659"/>
                </a:lnTo>
                <a:cubicBezTo>
                  <a:pt x="-21513" y="678654"/>
                  <a:pt x="41748" y="630810"/>
                  <a:pt x="31306" y="619315"/>
                </a:cubicBezTo>
                <a:cubicBezTo>
                  <a:pt x="37997" y="611016"/>
                  <a:pt x="17724" y="592108"/>
                  <a:pt x="15184" y="585934"/>
                </a:cubicBezTo>
                <a:cubicBezTo>
                  <a:pt x="14724" y="571597"/>
                  <a:pt x="22718" y="553285"/>
                  <a:pt x="22258" y="538948"/>
                </a:cubicBezTo>
                <a:cubicBezTo>
                  <a:pt x="22152" y="531703"/>
                  <a:pt x="26272" y="532408"/>
                  <a:pt x="26166" y="525163"/>
                </a:cubicBezTo>
                <a:cubicBezTo>
                  <a:pt x="28507" y="511668"/>
                  <a:pt x="56166" y="464433"/>
                  <a:pt x="52290" y="446567"/>
                </a:cubicBezTo>
                <a:cubicBezTo>
                  <a:pt x="47300" y="425186"/>
                  <a:pt x="52062" y="408582"/>
                  <a:pt x="51538" y="393828"/>
                </a:cubicBezTo>
                <a:cubicBezTo>
                  <a:pt x="51481" y="380264"/>
                  <a:pt x="51425" y="366701"/>
                  <a:pt x="51368" y="353137"/>
                </a:cubicBezTo>
                <a:cubicBezTo>
                  <a:pt x="50053" y="345863"/>
                  <a:pt x="61696" y="333814"/>
                  <a:pt x="55970" y="321428"/>
                </a:cubicBezTo>
                <a:cubicBezTo>
                  <a:pt x="56334" y="306209"/>
                  <a:pt x="56697" y="290990"/>
                  <a:pt x="57061" y="275771"/>
                </a:cubicBezTo>
                <a:cubicBezTo>
                  <a:pt x="46146" y="254441"/>
                  <a:pt x="87623" y="243671"/>
                  <a:pt x="74088" y="212860"/>
                </a:cubicBezTo>
                <a:cubicBezTo>
                  <a:pt x="92367" y="188146"/>
                  <a:pt x="68261" y="179672"/>
                  <a:pt x="65798" y="144983"/>
                </a:cubicBezTo>
                <a:cubicBezTo>
                  <a:pt x="52661" y="119338"/>
                  <a:pt x="79134" y="90517"/>
                  <a:pt x="78082" y="55288"/>
                </a:cubicBezTo>
                <a:lnTo>
                  <a:pt x="37636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6F6090-3844-1747-3C56-4C13C7F0ADDF}"/>
              </a:ext>
            </a:extLst>
          </p:cNvPr>
          <p:cNvSpPr txBox="1"/>
          <p:nvPr/>
        </p:nvSpPr>
        <p:spPr>
          <a:xfrm>
            <a:off x="5878841" y="1845511"/>
            <a:ext cx="2861682" cy="28469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MX" dirty="0"/>
              <a:t>Con los datos hacer en SPSS:</a:t>
            </a:r>
          </a:p>
          <a:p>
            <a:pPr algn="ctr">
              <a:spcAft>
                <a:spcPts val="600"/>
              </a:spcAft>
            </a:pPr>
            <a:endParaRPr lang="es-MX" dirty="0"/>
          </a:p>
          <a:p>
            <a:pPr marL="285750" indent="-285750" algn="ctr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dirty="0"/>
              <a:t>Mean</a:t>
            </a:r>
          </a:p>
          <a:p>
            <a:pPr marL="285750" indent="-285750" algn="ctr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dirty="0"/>
              <a:t>Min</a:t>
            </a:r>
          </a:p>
          <a:p>
            <a:pPr marL="285750" indent="-285750" algn="ctr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dirty="0"/>
              <a:t>Max</a:t>
            </a:r>
          </a:p>
          <a:p>
            <a:pPr marL="285750" indent="-285750" algn="ctr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dirty="0" err="1"/>
              <a:t>Std</a:t>
            </a:r>
            <a:endParaRPr lang="es-MX" dirty="0"/>
          </a:p>
          <a:p>
            <a:pPr marL="285750" indent="-285750" algn="ctr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dirty="0"/>
              <a:t>Percentiles</a:t>
            </a:r>
          </a:p>
          <a:p>
            <a:pPr marL="285750" indent="-285750" algn="ctr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dirty="0" err="1"/>
              <a:t>Plots</a:t>
            </a:r>
            <a:r>
              <a:rPr lang="es-MX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51256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E8CD3ED-8854-20D3-B471-A05A4F602685}"/>
              </a:ext>
            </a:extLst>
          </p:cNvPr>
          <p:cNvSpPr txBox="1"/>
          <p:nvPr/>
        </p:nvSpPr>
        <p:spPr>
          <a:xfrm>
            <a:off x="478873" y="2503171"/>
            <a:ext cx="4061117" cy="2560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en-US" spc="50" dirty="0">
                <a:solidFill>
                  <a:schemeClr val="tx1">
                    <a:lumMod val="85000"/>
                    <a:lumOff val="15000"/>
                  </a:schemeClr>
                </a:solidFill>
                <a:ea typeface="Batang" panose="02030600000101010101" pitchFamily="18" charset="-127"/>
              </a:rPr>
              <a:t>TASK 0</a:t>
            </a:r>
          </a:p>
          <a:p>
            <a:pPr>
              <a:spcAft>
                <a:spcPts val="600"/>
              </a:spcAft>
            </a:pPr>
            <a:r>
              <a:rPr lang="en-US" spc="50" dirty="0" err="1">
                <a:solidFill>
                  <a:schemeClr val="tx1">
                    <a:lumMod val="85000"/>
                    <a:lumOff val="15000"/>
                  </a:schemeClr>
                </a:solidFill>
                <a:ea typeface="Batang" panose="02030600000101010101" pitchFamily="18" charset="-127"/>
              </a:rPr>
              <a:t>Cargar</a:t>
            </a:r>
            <a:r>
              <a:rPr lang="en-US" spc="50" dirty="0">
                <a:solidFill>
                  <a:schemeClr val="tx1">
                    <a:lumMod val="85000"/>
                    <a:lumOff val="15000"/>
                  </a:schemeClr>
                </a:solidFill>
                <a:ea typeface="Batang" panose="02030600000101010101" pitchFamily="18" charset="-127"/>
              </a:rPr>
              <a:t> y </a:t>
            </a:r>
            <a:r>
              <a:rPr lang="en-US" spc="50" dirty="0" err="1">
                <a:solidFill>
                  <a:schemeClr val="tx1">
                    <a:lumMod val="85000"/>
                    <a:lumOff val="15000"/>
                  </a:schemeClr>
                </a:solidFill>
                <a:ea typeface="Batang" panose="02030600000101010101" pitchFamily="18" charset="-127"/>
              </a:rPr>
              <a:t>explorar</a:t>
            </a:r>
            <a:r>
              <a:rPr lang="en-US" spc="50" dirty="0">
                <a:solidFill>
                  <a:schemeClr val="tx1">
                    <a:lumMod val="85000"/>
                    <a:lumOff val="15000"/>
                  </a:schemeClr>
                </a:solidFill>
                <a:ea typeface="Batang" panose="02030600000101010101" pitchFamily="18" charset="-127"/>
              </a:rPr>
              <a:t> la data de Santa Fe grill.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37A050-B17A-C0E4-CA7C-979A35BEF1E0}"/>
              </a:ext>
            </a:extLst>
          </p:cNvPr>
          <p:cNvSpPr txBox="1"/>
          <p:nvPr/>
        </p:nvSpPr>
        <p:spPr>
          <a:xfrm>
            <a:off x="5152781" y="1845511"/>
            <a:ext cx="4313810" cy="28469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MX" dirty="0"/>
              <a:t>Con los data de Santa Fe grill hacer en SPSS:</a:t>
            </a:r>
          </a:p>
          <a:p>
            <a:pPr algn="ctr">
              <a:spcAft>
                <a:spcPts val="600"/>
              </a:spcAft>
            </a:pPr>
            <a:endParaRPr lang="es-MX" dirty="0"/>
          </a:p>
          <a:p>
            <a:pPr marL="285750" indent="-285750" algn="ctr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dirty="0"/>
              <a:t>Mean</a:t>
            </a:r>
          </a:p>
          <a:p>
            <a:pPr marL="285750" indent="-285750" algn="ctr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dirty="0"/>
              <a:t>Min</a:t>
            </a:r>
          </a:p>
          <a:p>
            <a:pPr marL="285750" indent="-285750" algn="ctr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dirty="0"/>
              <a:t>Max</a:t>
            </a:r>
          </a:p>
          <a:p>
            <a:pPr marL="285750" indent="-285750" algn="ctr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dirty="0" err="1"/>
              <a:t>Std</a:t>
            </a:r>
            <a:endParaRPr lang="es-MX" dirty="0"/>
          </a:p>
          <a:p>
            <a:pPr marL="285750" indent="-285750" algn="ctr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dirty="0"/>
              <a:t>Percentiles</a:t>
            </a:r>
          </a:p>
          <a:p>
            <a:pPr marL="285750" indent="-285750" algn="ctr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dirty="0" err="1"/>
              <a:t>Plots</a:t>
            </a:r>
            <a:r>
              <a:rPr lang="es-MX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30051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EB2E8C4-C3E7-4048-A43D-9859510CF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744" y="0"/>
            <a:ext cx="1286256" cy="68580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24D29CCB-7956-4E3E-8880-304085F04B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14:cNvPr>
              <p14:cNvContentPartPr>
                <a14:cpLocks xmlns:a14="http://schemas.microsoft.com/office/drawing/2010/main" noGrp="1" noRot="1" noChangeAspect="1" noMove="1" noResize="1" noEditPoints="1" noAdjustHandles="1" noChangeArrowheads="1" noChangeShapeType="1"/>
              </p14:cNvContentPartPr>
              <p14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14:nvPr>
            </p14:nvContentPartPr>
            <p14:xfrm>
              <a:off x="12490710" y="6342652"/>
              <a:ext cx="360" cy="36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24D29CCB-7956-4E3E-8880-304085F04B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481710" y="6333652"/>
                <a:ext cx="18000" cy="18000"/>
              </a:xfrm>
              <a:prstGeom prst="rect">
                <a:avLst/>
              </a:prstGeom>
            </p:spPr>
          </p:pic>
        </mc:Fallback>
      </mc:AlternateContent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23E547B5-89CF-4EC0-96DE-25771AED0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437C99-FC8E-4311-B48A-F0C4C329B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940161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lowing line on a black surface&#10;&#10;AI-generated content may be incorrect.">
            <a:extLst>
              <a:ext uri="{FF2B5EF4-FFF2-40B4-BE49-F238E27FC236}">
                <a16:creationId xmlns:a16="http://schemas.microsoft.com/office/drawing/2014/main" id="{6A9B3556-BE9A-A890-C681-C96BE266A3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" b="1025"/>
          <a:stretch>
            <a:fillRect/>
          </a:stretch>
        </p:blipFill>
        <p:spPr>
          <a:xfrm>
            <a:off x="5251840" y="10"/>
            <a:ext cx="6940161" cy="6868876"/>
          </a:xfrm>
          <a:custGeom>
            <a:avLst/>
            <a:gdLst/>
            <a:ahLst/>
            <a:cxnLst/>
            <a:rect l="l" t="t" r="r" b="b"/>
            <a:pathLst>
              <a:path w="6940161" h="6857999">
                <a:moveTo>
                  <a:pt x="857190" y="0"/>
                </a:moveTo>
                <a:lnTo>
                  <a:pt x="6940161" y="0"/>
                </a:lnTo>
                <a:lnTo>
                  <a:pt x="6940161" y="6857999"/>
                </a:lnTo>
                <a:lnTo>
                  <a:pt x="496459" y="6857999"/>
                </a:lnTo>
                <a:lnTo>
                  <a:pt x="486507" y="6839466"/>
                </a:lnTo>
                <a:cubicBezTo>
                  <a:pt x="477389" y="6820641"/>
                  <a:pt x="471173" y="6801859"/>
                  <a:pt x="480078" y="6795812"/>
                </a:cubicBezTo>
                <a:cubicBezTo>
                  <a:pt x="475408" y="6761382"/>
                  <a:pt x="493736" y="6723009"/>
                  <a:pt x="482330" y="6676796"/>
                </a:cubicBezTo>
                <a:cubicBezTo>
                  <a:pt x="479519" y="6617030"/>
                  <a:pt x="476161" y="6634511"/>
                  <a:pt x="469648" y="6539722"/>
                </a:cubicBezTo>
                <a:cubicBezTo>
                  <a:pt x="459969" y="6498384"/>
                  <a:pt x="496382" y="6456575"/>
                  <a:pt x="477855" y="6433501"/>
                </a:cubicBezTo>
                <a:cubicBezTo>
                  <a:pt x="464018" y="6378655"/>
                  <a:pt x="442310" y="6325849"/>
                  <a:pt x="414008" y="6271586"/>
                </a:cubicBezTo>
                <a:cubicBezTo>
                  <a:pt x="378091" y="6226697"/>
                  <a:pt x="377466" y="6140798"/>
                  <a:pt x="299660" y="6080454"/>
                </a:cubicBezTo>
                <a:cubicBezTo>
                  <a:pt x="268606" y="6014324"/>
                  <a:pt x="244498" y="5964143"/>
                  <a:pt x="221239" y="5913249"/>
                </a:cubicBezTo>
                <a:cubicBezTo>
                  <a:pt x="210139" y="5897439"/>
                  <a:pt x="175369" y="5809427"/>
                  <a:pt x="160103" y="5775094"/>
                </a:cubicBezTo>
                <a:cubicBezTo>
                  <a:pt x="87298" y="5686529"/>
                  <a:pt x="103897" y="5672717"/>
                  <a:pt x="87873" y="5573809"/>
                </a:cubicBezTo>
                <a:cubicBezTo>
                  <a:pt x="76224" y="5541231"/>
                  <a:pt x="76748" y="5525076"/>
                  <a:pt x="57933" y="5490695"/>
                </a:cubicBezTo>
                <a:lnTo>
                  <a:pt x="30889" y="5398377"/>
                </a:lnTo>
                <a:lnTo>
                  <a:pt x="34140" y="5390971"/>
                </a:lnTo>
                <a:lnTo>
                  <a:pt x="35928" y="5390229"/>
                </a:lnTo>
                <a:lnTo>
                  <a:pt x="16968" y="5309266"/>
                </a:lnTo>
                <a:cubicBezTo>
                  <a:pt x="13970" y="5303642"/>
                  <a:pt x="-917" y="5289094"/>
                  <a:pt x="2490" y="5276920"/>
                </a:cubicBezTo>
                <a:lnTo>
                  <a:pt x="24907" y="5208159"/>
                </a:lnTo>
                <a:lnTo>
                  <a:pt x="31839" y="5162682"/>
                </a:lnTo>
                <a:cubicBezTo>
                  <a:pt x="28501" y="5155528"/>
                  <a:pt x="24609" y="5048935"/>
                  <a:pt x="18796" y="5043371"/>
                </a:cubicBezTo>
                <a:cubicBezTo>
                  <a:pt x="54584" y="4976689"/>
                  <a:pt x="5001" y="4985095"/>
                  <a:pt x="14358" y="4908985"/>
                </a:cubicBezTo>
                <a:cubicBezTo>
                  <a:pt x="17201" y="4816358"/>
                  <a:pt x="5675" y="4749418"/>
                  <a:pt x="4769" y="4643799"/>
                </a:cubicBezTo>
                <a:cubicBezTo>
                  <a:pt x="4111" y="4581455"/>
                  <a:pt x="-7137" y="4509050"/>
                  <a:pt x="7402" y="4395547"/>
                </a:cubicBezTo>
                <a:cubicBezTo>
                  <a:pt x="11591" y="4330720"/>
                  <a:pt x="28535" y="4313913"/>
                  <a:pt x="23462" y="4274064"/>
                </a:cubicBezTo>
                <a:cubicBezTo>
                  <a:pt x="22995" y="4245538"/>
                  <a:pt x="22530" y="4217012"/>
                  <a:pt x="22063" y="4188486"/>
                </a:cubicBezTo>
                <a:lnTo>
                  <a:pt x="24672" y="4170100"/>
                </a:lnTo>
                <a:lnTo>
                  <a:pt x="34973" y="4166123"/>
                </a:lnTo>
                <a:lnTo>
                  <a:pt x="26424" y="4120096"/>
                </a:lnTo>
                <a:cubicBezTo>
                  <a:pt x="28986" y="4109871"/>
                  <a:pt x="49338" y="4079429"/>
                  <a:pt x="47886" y="4066698"/>
                </a:cubicBezTo>
                <a:cubicBezTo>
                  <a:pt x="26522" y="4022850"/>
                  <a:pt x="34453" y="4030338"/>
                  <a:pt x="47327" y="3969172"/>
                </a:cubicBezTo>
                <a:cubicBezTo>
                  <a:pt x="40297" y="3948973"/>
                  <a:pt x="40044" y="3857354"/>
                  <a:pt x="53093" y="3844350"/>
                </a:cubicBezTo>
                <a:cubicBezTo>
                  <a:pt x="55739" y="3830819"/>
                  <a:pt x="50778" y="3815585"/>
                  <a:pt x="64866" y="3808459"/>
                </a:cubicBezTo>
                <a:cubicBezTo>
                  <a:pt x="81775" y="3797121"/>
                  <a:pt x="54599" y="3752382"/>
                  <a:pt x="74864" y="3757643"/>
                </a:cubicBezTo>
                <a:cubicBezTo>
                  <a:pt x="56224" y="3725828"/>
                  <a:pt x="74270" y="3660981"/>
                  <a:pt x="82640" y="3632606"/>
                </a:cubicBezTo>
                <a:cubicBezTo>
                  <a:pt x="85981" y="3582255"/>
                  <a:pt x="88778" y="3571708"/>
                  <a:pt x="89222" y="3534990"/>
                </a:cubicBezTo>
                <a:cubicBezTo>
                  <a:pt x="92019" y="3533125"/>
                  <a:pt x="80706" y="3481126"/>
                  <a:pt x="79835" y="3454133"/>
                </a:cubicBezTo>
                <a:cubicBezTo>
                  <a:pt x="78963" y="3427139"/>
                  <a:pt x="96173" y="3390611"/>
                  <a:pt x="83991" y="3373027"/>
                </a:cubicBezTo>
                <a:cubicBezTo>
                  <a:pt x="80767" y="3298527"/>
                  <a:pt x="69808" y="3290617"/>
                  <a:pt x="62958" y="3222737"/>
                </a:cubicBezTo>
                <a:cubicBezTo>
                  <a:pt x="59618" y="3146284"/>
                  <a:pt x="39695" y="3184007"/>
                  <a:pt x="49209" y="3118188"/>
                </a:cubicBezTo>
                <a:cubicBezTo>
                  <a:pt x="65221" y="3109217"/>
                  <a:pt x="85573" y="3024732"/>
                  <a:pt x="78480" y="3003808"/>
                </a:cubicBezTo>
                <a:cubicBezTo>
                  <a:pt x="78037" y="2966753"/>
                  <a:pt x="77812" y="2989870"/>
                  <a:pt x="77566" y="2944921"/>
                </a:cubicBezTo>
                <a:lnTo>
                  <a:pt x="94406" y="2877744"/>
                </a:lnTo>
                <a:cubicBezTo>
                  <a:pt x="87936" y="2880724"/>
                  <a:pt x="108480" y="2822146"/>
                  <a:pt x="108051" y="2807161"/>
                </a:cubicBezTo>
                <a:cubicBezTo>
                  <a:pt x="110507" y="2775643"/>
                  <a:pt x="80880" y="2769288"/>
                  <a:pt x="107377" y="2752347"/>
                </a:cubicBezTo>
                <a:lnTo>
                  <a:pt x="114975" y="2748299"/>
                </a:lnTo>
                <a:cubicBezTo>
                  <a:pt x="115205" y="2745962"/>
                  <a:pt x="115434" y="2743625"/>
                  <a:pt x="115663" y="2741288"/>
                </a:cubicBezTo>
                <a:cubicBezTo>
                  <a:pt x="115098" y="2737657"/>
                  <a:pt x="112995" y="2735847"/>
                  <a:pt x="107929" y="2737160"/>
                </a:cubicBezTo>
                <a:cubicBezTo>
                  <a:pt x="126569" y="2705347"/>
                  <a:pt x="119693" y="2699356"/>
                  <a:pt x="122707" y="2659631"/>
                </a:cubicBezTo>
                <a:cubicBezTo>
                  <a:pt x="135394" y="2612127"/>
                  <a:pt x="120483" y="2628594"/>
                  <a:pt x="145471" y="2573336"/>
                </a:cubicBezTo>
                <a:cubicBezTo>
                  <a:pt x="156086" y="2559732"/>
                  <a:pt x="170382" y="2541339"/>
                  <a:pt x="170626" y="2528057"/>
                </a:cubicBezTo>
                <a:lnTo>
                  <a:pt x="202713" y="2489594"/>
                </a:lnTo>
                <a:cubicBezTo>
                  <a:pt x="203853" y="2487774"/>
                  <a:pt x="204248" y="2473350"/>
                  <a:pt x="203650" y="2468303"/>
                </a:cubicBezTo>
                <a:lnTo>
                  <a:pt x="223316" y="2460480"/>
                </a:lnTo>
                <a:lnTo>
                  <a:pt x="215120" y="2423535"/>
                </a:lnTo>
                <a:lnTo>
                  <a:pt x="223455" y="2404394"/>
                </a:lnTo>
                <a:cubicBezTo>
                  <a:pt x="243490" y="2392610"/>
                  <a:pt x="229596" y="2347474"/>
                  <a:pt x="238853" y="2324643"/>
                </a:cubicBezTo>
                <a:cubicBezTo>
                  <a:pt x="239504" y="2297698"/>
                  <a:pt x="266477" y="2284202"/>
                  <a:pt x="272463" y="2255535"/>
                </a:cubicBezTo>
                <a:cubicBezTo>
                  <a:pt x="290597" y="2249648"/>
                  <a:pt x="306594" y="2207828"/>
                  <a:pt x="294092" y="2184679"/>
                </a:cubicBezTo>
                <a:lnTo>
                  <a:pt x="323221" y="2093132"/>
                </a:lnTo>
                <a:cubicBezTo>
                  <a:pt x="348282" y="2084587"/>
                  <a:pt x="366071" y="1985868"/>
                  <a:pt x="377324" y="1950235"/>
                </a:cubicBezTo>
                <a:cubicBezTo>
                  <a:pt x="397581" y="1920183"/>
                  <a:pt x="445208" y="1898905"/>
                  <a:pt x="457649" y="1861568"/>
                </a:cubicBezTo>
                <a:cubicBezTo>
                  <a:pt x="464664" y="1810687"/>
                  <a:pt x="447457" y="1869507"/>
                  <a:pt x="451972" y="1809499"/>
                </a:cubicBezTo>
                <a:cubicBezTo>
                  <a:pt x="450982" y="1754297"/>
                  <a:pt x="465413" y="1767680"/>
                  <a:pt x="474550" y="1693716"/>
                </a:cubicBezTo>
                <a:cubicBezTo>
                  <a:pt x="473258" y="1654244"/>
                  <a:pt x="481626" y="1627007"/>
                  <a:pt x="481301" y="1605195"/>
                </a:cubicBezTo>
                <a:cubicBezTo>
                  <a:pt x="490491" y="1568952"/>
                  <a:pt x="493569" y="1564518"/>
                  <a:pt x="497837" y="1516217"/>
                </a:cubicBezTo>
                <a:cubicBezTo>
                  <a:pt x="503639" y="1488452"/>
                  <a:pt x="534082" y="1457870"/>
                  <a:pt x="513281" y="1429841"/>
                </a:cubicBezTo>
                <a:cubicBezTo>
                  <a:pt x="527326" y="1412325"/>
                  <a:pt x="570430" y="1413592"/>
                  <a:pt x="550104" y="1380081"/>
                </a:cubicBezTo>
                <a:cubicBezTo>
                  <a:pt x="575583" y="1394128"/>
                  <a:pt x="551452" y="1335176"/>
                  <a:pt x="574526" y="1334891"/>
                </a:cubicBezTo>
                <a:cubicBezTo>
                  <a:pt x="593486" y="1336427"/>
                  <a:pt x="633157" y="1194568"/>
                  <a:pt x="638123" y="1185551"/>
                </a:cubicBezTo>
                <a:cubicBezTo>
                  <a:pt x="647468" y="1149210"/>
                  <a:pt x="657504" y="1148087"/>
                  <a:pt x="664747" y="1111168"/>
                </a:cubicBezTo>
                <a:cubicBezTo>
                  <a:pt x="679107" y="1057226"/>
                  <a:pt x="652121" y="1022543"/>
                  <a:pt x="664913" y="993353"/>
                </a:cubicBezTo>
                <a:cubicBezTo>
                  <a:pt x="684189" y="960214"/>
                  <a:pt x="707497" y="867450"/>
                  <a:pt x="721256" y="813953"/>
                </a:cubicBezTo>
                <a:cubicBezTo>
                  <a:pt x="734607" y="746430"/>
                  <a:pt x="738988" y="666470"/>
                  <a:pt x="745023" y="588218"/>
                </a:cubicBezTo>
                <a:cubicBezTo>
                  <a:pt x="735393" y="475380"/>
                  <a:pt x="719076" y="536119"/>
                  <a:pt x="725253" y="376479"/>
                </a:cubicBezTo>
                <a:lnTo>
                  <a:pt x="735457" y="280992"/>
                </a:lnTo>
                <a:cubicBezTo>
                  <a:pt x="735270" y="276227"/>
                  <a:pt x="742007" y="223140"/>
                  <a:pt x="741820" y="218374"/>
                </a:cubicBezTo>
                <a:lnTo>
                  <a:pt x="735299" y="188178"/>
                </a:lnTo>
                <a:lnTo>
                  <a:pt x="764938" y="152404"/>
                </a:lnTo>
                <a:cubicBezTo>
                  <a:pt x="776066" y="136342"/>
                  <a:pt x="783668" y="122048"/>
                  <a:pt x="802071" y="91810"/>
                </a:cubicBezTo>
                <a:lnTo>
                  <a:pt x="849585" y="3016"/>
                </a:lnTo>
                <a:close/>
              </a:path>
            </a:pathLst>
          </a:cu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476D1B6-44BB-8302-A84B-B947E71A71FB}"/>
              </a:ext>
            </a:extLst>
          </p:cNvPr>
          <p:cNvSpPr txBox="1"/>
          <p:nvPr/>
        </p:nvSpPr>
        <p:spPr>
          <a:xfrm>
            <a:off x="-57150" y="700445"/>
            <a:ext cx="531495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/>
              <a:t>Creemos un Agente de AI llamado Marketing </a:t>
            </a:r>
            <a:r>
              <a:rPr lang="es-MX" sz="2400" dirty="0" err="1"/>
              <a:t>Strategist</a:t>
            </a:r>
            <a:r>
              <a:rPr lang="es-MX" sz="2400" dirty="0"/>
              <a:t> que nos guie en este curso:</a:t>
            </a:r>
          </a:p>
          <a:p>
            <a:endParaRPr lang="es-MX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/>
              <a:t>En Gemini, crear un gem</a:t>
            </a:r>
          </a:p>
          <a:p>
            <a:endParaRPr lang="es-MX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/>
              <a:t>Montar los archivos al gem que indica el profesor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Avery, J., &amp; Gupta, S. (2015). Competitive Strategies. </a:t>
            </a:r>
            <a:r>
              <a:rPr lang="en-US" i="1" dirty="0"/>
              <a:t>Harvard Business Review</a:t>
            </a:r>
            <a:r>
              <a:rPr lang="en-US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Dolan, R. J. (2014). Framework for marketing strategy formation. </a:t>
            </a:r>
            <a:r>
              <a:rPr lang="en-US" i="1" dirty="0"/>
              <a:t>Harvard </a:t>
            </a:r>
            <a:r>
              <a:rPr lang="en-US" i="1" dirty="0" err="1"/>
              <a:t>Bussiness</a:t>
            </a:r>
            <a:r>
              <a:rPr lang="en-US" i="1" dirty="0"/>
              <a:t> School Publishing</a:t>
            </a:r>
            <a:r>
              <a:rPr lang="en-US" dirty="0"/>
              <a:t>.</a:t>
            </a:r>
          </a:p>
          <a:p>
            <a:pPr lvl="1"/>
            <a:endParaRPr lang="es-MX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/>
              <a:t>Montar un y solo un archivo adicional relevante (no puede ser igual al de otro grupo). Justifique por qué ese archivo adicional. NO VA A PODER CAMBIARLO EN TODO EL CURSO NI ADICIONAR NUEVOS.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658497032"/>
      </p:ext>
    </p:extLst>
  </p:cSld>
  <p:clrMapOvr>
    <a:masterClrMapping/>
  </p:clrMapOvr>
</p:sld>
</file>

<file path=ppt/theme/theme1.xml><?xml version="1.0" encoding="utf-8"?>
<a:theme xmlns:a="http://schemas.openxmlformats.org/drawingml/2006/main" name="ArchiveVTI">
  <a:themeElements>
    <a:clrScheme name="Archive">
      <a:dk1>
        <a:sysClr val="windowText" lastClr="000000"/>
      </a:dk1>
      <a:lt1>
        <a:sysClr val="window" lastClr="FFFFFF"/>
      </a:lt1>
      <a:dk2>
        <a:srgbClr val="353B3D"/>
      </a:dk2>
      <a:lt2>
        <a:srgbClr val="EEECEA"/>
      </a:lt2>
      <a:accent1>
        <a:srgbClr val="A65E5E"/>
      </a:accent1>
      <a:accent2>
        <a:srgbClr val="9D6053"/>
      </a:accent2>
      <a:accent3>
        <a:srgbClr val="968274"/>
      </a:accent3>
      <a:accent4>
        <a:srgbClr val="878079"/>
      </a:accent4>
      <a:accent5>
        <a:srgbClr val="6C737A"/>
      </a:accent5>
      <a:accent6>
        <a:srgbClr val="697777"/>
      </a:accent6>
      <a:hlink>
        <a:srgbClr val="A25872"/>
      </a:hlink>
      <a:folHlink>
        <a:srgbClr val="667A7E"/>
      </a:folHlink>
    </a:clrScheme>
    <a:fontScheme name="Custom 170">
      <a:majorFont>
        <a:latin typeface="Bembo"/>
        <a:ea typeface=""/>
        <a:cs typeface=""/>
      </a:majorFont>
      <a:minorFont>
        <a:latin typeface="Bemb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rchiveVTI" id="{514BDC9F-20AC-40CA-9FE7-B30987BCD2D4}" vid="{D8FA1533-D953-46ED-B2C7-B32AF1BED7A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172</Words>
  <Application>Microsoft Office PowerPoint</Application>
  <PresentationFormat>Widescreen</PresentationFormat>
  <Paragraphs>32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Batang</vt:lpstr>
      <vt:lpstr>Arial</vt:lpstr>
      <vt:lpstr>Bembo</vt:lpstr>
      <vt:lpstr>ArchiveVTI</vt:lpstr>
      <vt:lpstr>SPSS 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Santiago Alonso Diaz</dc:creator>
  <cp:lastModifiedBy>Santiago Alonso Diaz</cp:lastModifiedBy>
  <cp:revision>7</cp:revision>
  <dcterms:created xsi:type="dcterms:W3CDTF">2025-09-03T22:08:37Z</dcterms:created>
  <dcterms:modified xsi:type="dcterms:W3CDTF">2025-09-11T17:53:27Z</dcterms:modified>
</cp:coreProperties>
</file>